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260" r:id="rId6"/>
    <p:sldId id="274" r:id="rId7"/>
    <p:sldId id="265" r:id="rId8"/>
  </p:sldIdLst>
  <p:sldSz cx="9144000" cy="5143500" type="screen16x9"/>
  <p:notesSz cx="6858000" cy="9144000"/>
  <p:embeddedFontLst>
    <p:embeddedFont>
      <p:font typeface="Albert Sans ExtraBold"/>
      <p:bold r:id="rId12"/>
      <p:boldItalic r:id="rId13"/>
    </p:embeddedFont>
    <p:embeddedFont>
      <p:font typeface="Outfit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Albert Sans ExtraBold" charset="0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365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287b68dfb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287b68dfb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48b4f6b5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48b4f6b5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48b4f6b5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48b4f6b5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100" y="787094"/>
            <a:ext cx="4304400" cy="222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122" y="3030406"/>
            <a:ext cx="4306800" cy="41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50" y="3736600"/>
            <a:ext cx="9144000" cy="1407000"/>
            <a:chOff x="50" y="3736600"/>
            <a:chExt cx="9144000" cy="1407000"/>
          </a:xfrm>
        </p:grpSpPr>
        <p:sp>
          <p:nvSpPr>
            <p:cNvPr id="12" name="Google Shape;12;p2"/>
            <p:cNvSpPr/>
            <p:nvPr/>
          </p:nvSpPr>
          <p:spPr>
            <a:xfrm>
              <a:off x="50" y="3736600"/>
              <a:ext cx="9144000" cy="1407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3" name="Google Shape;13;p2"/>
            <p:cNvCxnSpPr/>
            <p:nvPr/>
          </p:nvCxnSpPr>
          <p:spPr>
            <a:xfrm rot="10800000">
              <a:off x="4729275" y="3736600"/>
              <a:ext cx="4205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" name="Google Shape;14;p2"/>
          <p:cNvGrpSpPr/>
          <p:nvPr/>
        </p:nvGrpSpPr>
        <p:grpSpPr>
          <a:xfrm flipH="1">
            <a:off x="33744" y="2908541"/>
            <a:ext cx="618903" cy="828066"/>
            <a:chOff x="150500" y="3822988"/>
            <a:chExt cx="569630" cy="762141"/>
          </a:xfrm>
        </p:grpSpPr>
        <p:sp>
          <p:nvSpPr>
            <p:cNvPr id="15" name="Google Shape;15;p2"/>
            <p:cNvSpPr/>
            <p:nvPr/>
          </p:nvSpPr>
          <p:spPr>
            <a:xfrm>
              <a:off x="461248" y="3822988"/>
              <a:ext cx="258881" cy="404536"/>
            </a:xfrm>
            <a:custGeom>
              <a:avLst/>
              <a:gdLst/>
              <a:ahLst/>
              <a:cxnLst/>
              <a:rect l="l" t="t" r="r" b="b"/>
              <a:pathLst>
                <a:path w="4287" h="6699" extrusionOk="0">
                  <a:moveTo>
                    <a:pt x="3332" y="0"/>
                  </a:moveTo>
                  <a:lnTo>
                    <a:pt x="3224" y="12"/>
                  </a:lnTo>
                  <a:lnTo>
                    <a:pt x="3105" y="24"/>
                  </a:lnTo>
                  <a:lnTo>
                    <a:pt x="2997" y="48"/>
                  </a:lnTo>
                  <a:lnTo>
                    <a:pt x="2890" y="84"/>
                  </a:lnTo>
                  <a:lnTo>
                    <a:pt x="2794" y="131"/>
                  </a:lnTo>
                  <a:lnTo>
                    <a:pt x="2687" y="179"/>
                  </a:lnTo>
                  <a:lnTo>
                    <a:pt x="2591" y="239"/>
                  </a:lnTo>
                  <a:lnTo>
                    <a:pt x="2388" y="382"/>
                  </a:lnTo>
                  <a:lnTo>
                    <a:pt x="2209" y="549"/>
                  </a:lnTo>
                  <a:lnTo>
                    <a:pt x="2030" y="716"/>
                  </a:lnTo>
                  <a:lnTo>
                    <a:pt x="1875" y="907"/>
                  </a:lnTo>
                  <a:lnTo>
                    <a:pt x="1720" y="1099"/>
                  </a:lnTo>
                  <a:lnTo>
                    <a:pt x="1553" y="1325"/>
                  </a:lnTo>
                  <a:lnTo>
                    <a:pt x="1398" y="1564"/>
                  </a:lnTo>
                  <a:lnTo>
                    <a:pt x="1242" y="1803"/>
                  </a:lnTo>
                  <a:lnTo>
                    <a:pt x="1099" y="2042"/>
                  </a:lnTo>
                  <a:lnTo>
                    <a:pt x="956" y="2292"/>
                  </a:lnTo>
                  <a:lnTo>
                    <a:pt x="824" y="2531"/>
                  </a:lnTo>
                  <a:lnTo>
                    <a:pt x="705" y="2782"/>
                  </a:lnTo>
                  <a:lnTo>
                    <a:pt x="598" y="3033"/>
                  </a:lnTo>
                  <a:lnTo>
                    <a:pt x="490" y="3283"/>
                  </a:lnTo>
                  <a:lnTo>
                    <a:pt x="407" y="3546"/>
                  </a:lnTo>
                  <a:lnTo>
                    <a:pt x="323" y="3797"/>
                  </a:lnTo>
                  <a:lnTo>
                    <a:pt x="239" y="4048"/>
                  </a:lnTo>
                  <a:lnTo>
                    <a:pt x="180" y="4310"/>
                  </a:lnTo>
                  <a:lnTo>
                    <a:pt x="120" y="4561"/>
                  </a:lnTo>
                  <a:lnTo>
                    <a:pt x="72" y="4824"/>
                  </a:lnTo>
                  <a:lnTo>
                    <a:pt x="36" y="5074"/>
                  </a:lnTo>
                  <a:lnTo>
                    <a:pt x="13" y="5349"/>
                  </a:lnTo>
                  <a:lnTo>
                    <a:pt x="1" y="5624"/>
                  </a:lnTo>
                  <a:lnTo>
                    <a:pt x="13" y="5767"/>
                  </a:lnTo>
                  <a:lnTo>
                    <a:pt x="24" y="5886"/>
                  </a:lnTo>
                  <a:lnTo>
                    <a:pt x="60" y="6018"/>
                  </a:lnTo>
                  <a:lnTo>
                    <a:pt x="96" y="6137"/>
                  </a:lnTo>
                  <a:lnTo>
                    <a:pt x="144" y="6256"/>
                  </a:lnTo>
                  <a:lnTo>
                    <a:pt x="215" y="6364"/>
                  </a:lnTo>
                  <a:lnTo>
                    <a:pt x="299" y="6459"/>
                  </a:lnTo>
                  <a:lnTo>
                    <a:pt x="395" y="6543"/>
                  </a:lnTo>
                  <a:lnTo>
                    <a:pt x="502" y="6603"/>
                  </a:lnTo>
                  <a:lnTo>
                    <a:pt x="621" y="6662"/>
                  </a:lnTo>
                  <a:lnTo>
                    <a:pt x="753" y="6686"/>
                  </a:lnTo>
                  <a:lnTo>
                    <a:pt x="884" y="6698"/>
                  </a:lnTo>
                  <a:lnTo>
                    <a:pt x="956" y="6686"/>
                  </a:lnTo>
                  <a:lnTo>
                    <a:pt x="1039" y="6662"/>
                  </a:lnTo>
                  <a:lnTo>
                    <a:pt x="1123" y="6615"/>
                  </a:lnTo>
                  <a:lnTo>
                    <a:pt x="1206" y="6567"/>
                  </a:lnTo>
                  <a:lnTo>
                    <a:pt x="1398" y="6424"/>
                  </a:lnTo>
                  <a:lnTo>
                    <a:pt x="1589" y="6244"/>
                  </a:lnTo>
                  <a:lnTo>
                    <a:pt x="1803" y="6030"/>
                  </a:lnTo>
                  <a:lnTo>
                    <a:pt x="2018" y="5779"/>
                  </a:lnTo>
                  <a:lnTo>
                    <a:pt x="2245" y="5504"/>
                  </a:lnTo>
                  <a:lnTo>
                    <a:pt x="2460" y="5206"/>
                  </a:lnTo>
                  <a:lnTo>
                    <a:pt x="2687" y="4895"/>
                  </a:lnTo>
                  <a:lnTo>
                    <a:pt x="2902" y="4573"/>
                  </a:lnTo>
                  <a:lnTo>
                    <a:pt x="3105" y="4239"/>
                  </a:lnTo>
                  <a:lnTo>
                    <a:pt x="3296" y="3904"/>
                  </a:lnTo>
                  <a:lnTo>
                    <a:pt x="3487" y="3570"/>
                  </a:lnTo>
                  <a:lnTo>
                    <a:pt x="3642" y="3248"/>
                  </a:lnTo>
                  <a:lnTo>
                    <a:pt x="3785" y="2937"/>
                  </a:lnTo>
                  <a:lnTo>
                    <a:pt x="3917" y="2651"/>
                  </a:lnTo>
                  <a:lnTo>
                    <a:pt x="4072" y="2221"/>
                  </a:lnTo>
                  <a:lnTo>
                    <a:pt x="4144" y="2006"/>
                  </a:lnTo>
                  <a:lnTo>
                    <a:pt x="4203" y="1791"/>
                  </a:lnTo>
                  <a:lnTo>
                    <a:pt x="4251" y="1576"/>
                  </a:lnTo>
                  <a:lnTo>
                    <a:pt x="4275" y="1373"/>
                  </a:lnTo>
                  <a:lnTo>
                    <a:pt x="4287" y="1158"/>
                  </a:lnTo>
                  <a:lnTo>
                    <a:pt x="4287" y="955"/>
                  </a:lnTo>
                  <a:lnTo>
                    <a:pt x="4263" y="860"/>
                  </a:lnTo>
                  <a:lnTo>
                    <a:pt x="4239" y="764"/>
                  </a:lnTo>
                  <a:lnTo>
                    <a:pt x="4215" y="669"/>
                  </a:lnTo>
                  <a:lnTo>
                    <a:pt x="4167" y="573"/>
                  </a:lnTo>
                  <a:lnTo>
                    <a:pt x="4132" y="490"/>
                  </a:lnTo>
                  <a:lnTo>
                    <a:pt x="4072" y="406"/>
                  </a:lnTo>
                  <a:lnTo>
                    <a:pt x="4012" y="322"/>
                  </a:lnTo>
                  <a:lnTo>
                    <a:pt x="3953" y="263"/>
                  </a:lnTo>
                  <a:lnTo>
                    <a:pt x="3881" y="191"/>
                  </a:lnTo>
                  <a:lnTo>
                    <a:pt x="3797" y="143"/>
                  </a:lnTo>
                  <a:lnTo>
                    <a:pt x="3714" y="96"/>
                  </a:lnTo>
                  <a:lnTo>
                    <a:pt x="3630" y="60"/>
                  </a:lnTo>
                  <a:lnTo>
                    <a:pt x="3535" y="24"/>
                  </a:lnTo>
                  <a:lnTo>
                    <a:pt x="3427" y="12"/>
                  </a:lnTo>
                  <a:lnTo>
                    <a:pt x="33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65596" y="3936877"/>
              <a:ext cx="165884" cy="523499"/>
            </a:xfrm>
            <a:custGeom>
              <a:avLst/>
              <a:gdLst/>
              <a:ahLst/>
              <a:cxnLst/>
              <a:rect l="l" t="t" r="r" b="b"/>
              <a:pathLst>
                <a:path w="2747" h="8669" extrusionOk="0">
                  <a:moveTo>
                    <a:pt x="2734" y="1"/>
                  </a:moveTo>
                  <a:lnTo>
                    <a:pt x="2722" y="12"/>
                  </a:lnTo>
                  <a:lnTo>
                    <a:pt x="2448" y="454"/>
                  </a:lnTo>
                  <a:lnTo>
                    <a:pt x="2185" y="896"/>
                  </a:lnTo>
                  <a:lnTo>
                    <a:pt x="1934" y="1350"/>
                  </a:lnTo>
                  <a:lnTo>
                    <a:pt x="1696" y="1803"/>
                  </a:lnTo>
                  <a:lnTo>
                    <a:pt x="1469" y="2269"/>
                  </a:lnTo>
                  <a:lnTo>
                    <a:pt x="1254" y="2735"/>
                  </a:lnTo>
                  <a:lnTo>
                    <a:pt x="1051" y="3200"/>
                  </a:lnTo>
                  <a:lnTo>
                    <a:pt x="860" y="3678"/>
                  </a:lnTo>
                  <a:lnTo>
                    <a:pt x="717" y="4084"/>
                  </a:lnTo>
                  <a:lnTo>
                    <a:pt x="573" y="4490"/>
                  </a:lnTo>
                  <a:lnTo>
                    <a:pt x="454" y="4896"/>
                  </a:lnTo>
                  <a:lnTo>
                    <a:pt x="335" y="5314"/>
                  </a:lnTo>
                  <a:lnTo>
                    <a:pt x="239" y="5732"/>
                  </a:lnTo>
                  <a:lnTo>
                    <a:pt x="155" y="6149"/>
                  </a:lnTo>
                  <a:lnTo>
                    <a:pt x="96" y="6567"/>
                  </a:lnTo>
                  <a:lnTo>
                    <a:pt x="36" y="6997"/>
                  </a:lnTo>
                  <a:lnTo>
                    <a:pt x="12" y="7403"/>
                  </a:lnTo>
                  <a:lnTo>
                    <a:pt x="0" y="7821"/>
                  </a:lnTo>
                  <a:lnTo>
                    <a:pt x="12" y="8239"/>
                  </a:lnTo>
                  <a:lnTo>
                    <a:pt x="36" y="8645"/>
                  </a:lnTo>
                  <a:lnTo>
                    <a:pt x="48" y="8657"/>
                  </a:lnTo>
                  <a:lnTo>
                    <a:pt x="60" y="8669"/>
                  </a:lnTo>
                  <a:lnTo>
                    <a:pt x="72" y="8657"/>
                  </a:lnTo>
                  <a:lnTo>
                    <a:pt x="72" y="8645"/>
                  </a:lnTo>
                  <a:lnTo>
                    <a:pt x="48" y="8263"/>
                  </a:lnTo>
                  <a:lnTo>
                    <a:pt x="36" y="7881"/>
                  </a:lnTo>
                  <a:lnTo>
                    <a:pt x="36" y="7499"/>
                  </a:lnTo>
                  <a:lnTo>
                    <a:pt x="72" y="7105"/>
                  </a:lnTo>
                  <a:lnTo>
                    <a:pt x="108" y="6722"/>
                  </a:lnTo>
                  <a:lnTo>
                    <a:pt x="155" y="6340"/>
                  </a:lnTo>
                  <a:lnTo>
                    <a:pt x="227" y="5970"/>
                  </a:lnTo>
                  <a:lnTo>
                    <a:pt x="311" y="5588"/>
                  </a:lnTo>
                  <a:lnTo>
                    <a:pt x="418" y="5146"/>
                  </a:lnTo>
                  <a:lnTo>
                    <a:pt x="549" y="4693"/>
                  </a:lnTo>
                  <a:lnTo>
                    <a:pt x="693" y="4251"/>
                  </a:lnTo>
                  <a:lnTo>
                    <a:pt x="848" y="3821"/>
                  </a:lnTo>
                  <a:lnTo>
                    <a:pt x="1015" y="3379"/>
                  </a:lnTo>
                  <a:lnTo>
                    <a:pt x="1194" y="2962"/>
                  </a:lnTo>
                  <a:lnTo>
                    <a:pt x="1385" y="2532"/>
                  </a:lnTo>
                  <a:lnTo>
                    <a:pt x="1588" y="2114"/>
                  </a:lnTo>
                  <a:lnTo>
                    <a:pt x="1851" y="1577"/>
                  </a:lnTo>
                  <a:lnTo>
                    <a:pt x="2137" y="1051"/>
                  </a:lnTo>
                  <a:lnTo>
                    <a:pt x="2436" y="538"/>
                  </a:lnTo>
                  <a:lnTo>
                    <a:pt x="2746" y="24"/>
                  </a:lnTo>
                  <a:lnTo>
                    <a:pt x="2746" y="12"/>
                  </a:lnTo>
                  <a:lnTo>
                    <a:pt x="274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50500" y="4117130"/>
              <a:ext cx="129108" cy="191851"/>
            </a:xfrm>
            <a:custGeom>
              <a:avLst/>
              <a:gdLst/>
              <a:ahLst/>
              <a:cxnLst/>
              <a:rect l="l" t="t" r="r" b="b"/>
              <a:pathLst>
                <a:path w="2138" h="3177" extrusionOk="0">
                  <a:moveTo>
                    <a:pt x="1827" y="0"/>
                  </a:moveTo>
                  <a:lnTo>
                    <a:pt x="1660" y="24"/>
                  </a:lnTo>
                  <a:lnTo>
                    <a:pt x="1493" y="48"/>
                  </a:lnTo>
                  <a:lnTo>
                    <a:pt x="1326" y="96"/>
                  </a:lnTo>
                  <a:lnTo>
                    <a:pt x="1159" y="156"/>
                  </a:lnTo>
                  <a:lnTo>
                    <a:pt x="1004" y="239"/>
                  </a:lnTo>
                  <a:lnTo>
                    <a:pt x="860" y="323"/>
                  </a:lnTo>
                  <a:lnTo>
                    <a:pt x="717" y="418"/>
                  </a:lnTo>
                  <a:lnTo>
                    <a:pt x="598" y="538"/>
                  </a:lnTo>
                  <a:lnTo>
                    <a:pt x="478" y="657"/>
                  </a:lnTo>
                  <a:lnTo>
                    <a:pt x="371" y="788"/>
                  </a:lnTo>
                  <a:lnTo>
                    <a:pt x="275" y="932"/>
                  </a:lnTo>
                  <a:lnTo>
                    <a:pt x="192" y="1087"/>
                  </a:lnTo>
                  <a:lnTo>
                    <a:pt x="120" y="1242"/>
                  </a:lnTo>
                  <a:lnTo>
                    <a:pt x="72" y="1409"/>
                  </a:lnTo>
                  <a:lnTo>
                    <a:pt x="24" y="1576"/>
                  </a:lnTo>
                  <a:lnTo>
                    <a:pt x="13" y="1720"/>
                  </a:lnTo>
                  <a:lnTo>
                    <a:pt x="1" y="1875"/>
                  </a:lnTo>
                  <a:lnTo>
                    <a:pt x="1" y="2018"/>
                  </a:lnTo>
                  <a:lnTo>
                    <a:pt x="24" y="2173"/>
                  </a:lnTo>
                  <a:lnTo>
                    <a:pt x="60" y="2317"/>
                  </a:lnTo>
                  <a:lnTo>
                    <a:pt x="108" y="2460"/>
                  </a:lnTo>
                  <a:lnTo>
                    <a:pt x="168" y="2591"/>
                  </a:lnTo>
                  <a:lnTo>
                    <a:pt x="251" y="2711"/>
                  </a:lnTo>
                  <a:lnTo>
                    <a:pt x="347" y="2830"/>
                  </a:lnTo>
                  <a:lnTo>
                    <a:pt x="454" y="2938"/>
                  </a:lnTo>
                  <a:lnTo>
                    <a:pt x="574" y="3021"/>
                  </a:lnTo>
                  <a:lnTo>
                    <a:pt x="705" y="3093"/>
                  </a:lnTo>
                  <a:lnTo>
                    <a:pt x="848" y="3141"/>
                  </a:lnTo>
                  <a:lnTo>
                    <a:pt x="992" y="3164"/>
                  </a:lnTo>
                  <a:lnTo>
                    <a:pt x="1135" y="3176"/>
                  </a:lnTo>
                  <a:lnTo>
                    <a:pt x="1278" y="3152"/>
                  </a:lnTo>
                  <a:lnTo>
                    <a:pt x="1433" y="3117"/>
                  </a:lnTo>
                  <a:lnTo>
                    <a:pt x="1565" y="3045"/>
                  </a:lnTo>
                  <a:lnTo>
                    <a:pt x="1684" y="2961"/>
                  </a:lnTo>
                  <a:lnTo>
                    <a:pt x="1803" y="2854"/>
                  </a:lnTo>
                  <a:lnTo>
                    <a:pt x="1899" y="2735"/>
                  </a:lnTo>
                  <a:lnTo>
                    <a:pt x="1983" y="2603"/>
                  </a:lnTo>
                  <a:lnTo>
                    <a:pt x="2042" y="2460"/>
                  </a:lnTo>
                  <a:lnTo>
                    <a:pt x="2090" y="2317"/>
                  </a:lnTo>
                  <a:lnTo>
                    <a:pt x="2126" y="2161"/>
                  </a:lnTo>
                  <a:lnTo>
                    <a:pt x="2138" y="2006"/>
                  </a:lnTo>
                  <a:lnTo>
                    <a:pt x="2138" y="1851"/>
                  </a:lnTo>
                  <a:lnTo>
                    <a:pt x="2126" y="1708"/>
                  </a:lnTo>
                  <a:lnTo>
                    <a:pt x="2114" y="1553"/>
                  </a:lnTo>
                  <a:lnTo>
                    <a:pt x="2078" y="1397"/>
                  </a:lnTo>
                  <a:lnTo>
                    <a:pt x="2042" y="1242"/>
                  </a:lnTo>
                  <a:lnTo>
                    <a:pt x="1995" y="1099"/>
                  </a:lnTo>
                  <a:lnTo>
                    <a:pt x="1911" y="824"/>
                  </a:lnTo>
                  <a:lnTo>
                    <a:pt x="1875" y="681"/>
                  </a:lnTo>
                  <a:lnTo>
                    <a:pt x="1851" y="538"/>
                  </a:lnTo>
                  <a:lnTo>
                    <a:pt x="1851" y="394"/>
                  </a:lnTo>
                  <a:lnTo>
                    <a:pt x="1863" y="323"/>
                  </a:lnTo>
                  <a:lnTo>
                    <a:pt x="1875" y="251"/>
                  </a:lnTo>
                  <a:lnTo>
                    <a:pt x="1899" y="191"/>
                  </a:lnTo>
                  <a:lnTo>
                    <a:pt x="1935" y="120"/>
                  </a:lnTo>
                  <a:lnTo>
                    <a:pt x="1971" y="72"/>
                  </a:lnTo>
                  <a:lnTo>
                    <a:pt x="2018" y="12"/>
                  </a:lnTo>
                  <a:lnTo>
                    <a:pt x="1995" y="0"/>
                  </a:lnTo>
                  <a:close/>
                </a:path>
              </a:pathLst>
            </a:custGeom>
            <a:solidFill>
              <a:srgbClr val="B4DDDD">
                <a:alpha val="6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50500" y="4117130"/>
              <a:ext cx="129108" cy="191851"/>
            </a:xfrm>
            <a:custGeom>
              <a:avLst/>
              <a:gdLst/>
              <a:ahLst/>
              <a:cxnLst/>
              <a:rect l="l" t="t" r="r" b="b"/>
              <a:pathLst>
                <a:path w="2138" h="3177" fill="none" extrusionOk="0">
                  <a:moveTo>
                    <a:pt x="1995" y="0"/>
                  </a:moveTo>
                  <a:lnTo>
                    <a:pt x="1995" y="0"/>
                  </a:lnTo>
                  <a:lnTo>
                    <a:pt x="1827" y="0"/>
                  </a:lnTo>
                  <a:lnTo>
                    <a:pt x="1660" y="24"/>
                  </a:lnTo>
                  <a:lnTo>
                    <a:pt x="1493" y="48"/>
                  </a:lnTo>
                  <a:lnTo>
                    <a:pt x="1326" y="96"/>
                  </a:lnTo>
                  <a:lnTo>
                    <a:pt x="1159" y="156"/>
                  </a:lnTo>
                  <a:lnTo>
                    <a:pt x="1004" y="239"/>
                  </a:lnTo>
                  <a:lnTo>
                    <a:pt x="860" y="323"/>
                  </a:lnTo>
                  <a:lnTo>
                    <a:pt x="717" y="418"/>
                  </a:lnTo>
                  <a:lnTo>
                    <a:pt x="717" y="418"/>
                  </a:lnTo>
                  <a:lnTo>
                    <a:pt x="598" y="538"/>
                  </a:lnTo>
                  <a:lnTo>
                    <a:pt x="478" y="657"/>
                  </a:lnTo>
                  <a:lnTo>
                    <a:pt x="371" y="788"/>
                  </a:lnTo>
                  <a:lnTo>
                    <a:pt x="275" y="932"/>
                  </a:lnTo>
                  <a:lnTo>
                    <a:pt x="192" y="1087"/>
                  </a:lnTo>
                  <a:lnTo>
                    <a:pt x="120" y="1242"/>
                  </a:lnTo>
                  <a:lnTo>
                    <a:pt x="72" y="1409"/>
                  </a:lnTo>
                  <a:lnTo>
                    <a:pt x="24" y="1576"/>
                  </a:lnTo>
                  <a:lnTo>
                    <a:pt x="24" y="1576"/>
                  </a:lnTo>
                  <a:lnTo>
                    <a:pt x="13" y="1720"/>
                  </a:lnTo>
                  <a:lnTo>
                    <a:pt x="1" y="1875"/>
                  </a:lnTo>
                  <a:lnTo>
                    <a:pt x="1" y="2018"/>
                  </a:lnTo>
                  <a:lnTo>
                    <a:pt x="24" y="2173"/>
                  </a:lnTo>
                  <a:lnTo>
                    <a:pt x="60" y="2317"/>
                  </a:lnTo>
                  <a:lnTo>
                    <a:pt x="108" y="2460"/>
                  </a:lnTo>
                  <a:lnTo>
                    <a:pt x="168" y="2591"/>
                  </a:lnTo>
                  <a:lnTo>
                    <a:pt x="251" y="2711"/>
                  </a:lnTo>
                  <a:lnTo>
                    <a:pt x="251" y="2711"/>
                  </a:lnTo>
                  <a:lnTo>
                    <a:pt x="347" y="2830"/>
                  </a:lnTo>
                  <a:lnTo>
                    <a:pt x="454" y="2938"/>
                  </a:lnTo>
                  <a:lnTo>
                    <a:pt x="574" y="3021"/>
                  </a:lnTo>
                  <a:lnTo>
                    <a:pt x="705" y="3093"/>
                  </a:lnTo>
                  <a:lnTo>
                    <a:pt x="848" y="3141"/>
                  </a:lnTo>
                  <a:lnTo>
                    <a:pt x="992" y="3164"/>
                  </a:lnTo>
                  <a:lnTo>
                    <a:pt x="1135" y="3176"/>
                  </a:lnTo>
                  <a:lnTo>
                    <a:pt x="1278" y="3152"/>
                  </a:lnTo>
                  <a:lnTo>
                    <a:pt x="1278" y="3152"/>
                  </a:lnTo>
                  <a:lnTo>
                    <a:pt x="1433" y="3117"/>
                  </a:lnTo>
                  <a:lnTo>
                    <a:pt x="1565" y="3045"/>
                  </a:lnTo>
                  <a:lnTo>
                    <a:pt x="1684" y="2961"/>
                  </a:lnTo>
                  <a:lnTo>
                    <a:pt x="1803" y="2854"/>
                  </a:lnTo>
                  <a:lnTo>
                    <a:pt x="1899" y="2735"/>
                  </a:lnTo>
                  <a:lnTo>
                    <a:pt x="1983" y="2603"/>
                  </a:lnTo>
                  <a:lnTo>
                    <a:pt x="2042" y="2460"/>
                  </a:lnTo>
                  <a:lnTo>
                    <a:pt x="2090" y="2317"/>
                  </a:lnTo>
                  <a:lnTo>
                    <a:pt x="2090" y="2317"/>
                  </a:lnTo>
                  <a:lnTo>
                    <a:pt x="2126" y="2161"/>
                  </a:lnTo>
                  <a:lnTo>
                    <a:pt x="2138" y="2006"/>
                  </a:lnTo>
                  <a:lnTo>
                    <a:pt x="2138" y="1851"/>
                  </a:lnTo>
                  <a:lnTo>
                    <a:pt x="2126" y="1708"/>
                  </a:lnTo>
                  <a:lnTo>
                    <a:pt x="2114" y="1553"/>
                  </a:lnTo>
                  <a:lnTo>
                    <a:pt x="2078" y="1397"/>
                  </a:lnTo>
                  <a:lnTo>
                    <a:pt x="2042" y="1242"/>
                  </a:lnTo>
                  <a:lnTo>
                    <a:pt x="1995" y="1099"/>
                  </a:lnTo>
                  <a:lnTo>
                    <a:pt x="1995" y="1099"/>
                  </a:lnTo>
                  <a:lnTo>
                    <a:pt x="1911" y="824"/>
                  </a:lnTo>
                  <a:lnTo>
                    <a:pt x="1875" y="681"/>
                  </a:lnTo>
                  <a:lnTo>
                    <a:pt x="1851" y="538"/>
                  </a:lnTo>
                  <a:lnTo>
                    <a:pt x="1851" y="538"/>
                  </a:lnTo>
                  <a:lnTo>
                    <a:pt x="1851" y="394"/>
                  </a:lnTo>
                  <a:lnTo>
                    <a:pt x="1863" y="323"/>
                  </a:lnTo>
                  <a:lnTo>
                    <a:pt x="1875" y="251"/>
                  </a:lnTo>
                  <a:lnTo>
                    <a:pt x="1899" y="191"/>
                  </a:lnTo>
                  <a:lnTo>
                    <a:pt x="1935" y="120"/>
                  </a:lnTo>
                  <a:lnTo>
                    <a:pt x="1971" y="72"/>
                  </a:lnTo>
                  <a:lnTo>
                    <a:pt x="2018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56297" y="4084703"/>
              <a:ext cx="269691" cy="191851"/>
            </a:xfrm>
            <a:custGeom>
              <a:avLst/>
              <a:gdLst/>
              <a:ahLst/>
              <a:cxnLst/>
              <a:rect l="l" t="t" r="r" b="b"/>
              <a:pathLst>
                <a:path w="4466" h="3177" extrusionOk="0">
                  <a:moveTo>
                    <a:pt x="2281" y="0"/>
                  </a:moveTo>
                  <a:lnTo>
                    <a:pt x="2149" y="24"/>
                  </a:lnTo>
                  <a:lnTo>
                    <a:pt x="2018" y="48"/>
                  </a:lnTo>
                  <a:lnTo>
                    <a:pt x="1899" y="72"/>
                  </a:lnTo>
                  <a:lnTo>
                    <a:pt x="1767" y="108"/>
                  </a:lnTo>
                  <a:lnTo>
                    <a:pt x="1648" y="155"/>
                  </a:lnTo>
                  <a:lnTo>
                    <a:pt x="1528" y="215"/>
                  </a:lnTo>
                  <a:lnTo>
                    <a:pt x="1409" y="263"/>
                  </a:lnTo>
                  <a:lnTo>
                    <a:pt x="1290" y="334"/>
                  </a:lnTo>
                  <a:lnTo>
                    <a:pt x="1075" y="478"/>
                  </a:lnTo>
                  <a:lnTo>
                    <a:pt x="872" y="621"/>
                  </a:lnTo>
                  <a:lnTo>
                    <a:pt x="681" y="788"/>
                  </a:lnTo>
                  <a:lnTo>
                    <a:pt x="502" y="967"/>
                  </a:lnTo>
                  <a:lnTo>
                    <a:pt x="346" y="1158"/>
                  </a:lnTo>
                  <a:lnTo>
                    <a:pt x="275" y="1266"/>
                  </a:lnTo>
                  <a:lnTo>
                    <a:pt x="203" y="1385"/>
                  </a:lnTo>
                  <a:lnTo>
                    <a:pt x="143" y="1493"/>
                  </a:lnTo>
                  <a:lnTo>
                    <a:pt x="96" y="1624"/>
                  </a:lnTo>
                  <a:lnTo>
                    <a:pt x="36" y="1755"/>
                  </a:lnTo>
                  <a:lnTo>
                    <a:pt x="0" y="1899"/>
                  </a:lnTo>
                  <a:lnTo>
                    <a:pt x="36" y="1827"/>
                  </a:lnTo>
                  <a:lnTo>
                    <a:pt x="72" y="1755"/>
                  </a:lnTo>
                  <a:lnTo>
                    <a:pt x="179" y="1636"/>
                  </a:lnTo>
                  <a:lnTo>
                    <a:pt x="299" y="1540"/>
                  </a:lnTo>
                  <a:lnTo>
                    <a:pt x="430" y="1457"/>
                  </a:lnTo>
                  <a:lnTo>
                    <a:pt x="573" y="1385"/>
                  </a:lnTo>
                  <a:lnTo>
                    <a:pt x="728" y="1337"/>
                  </a:lnTo>
                  <a:lnTo>
                    <a:pt x="884" y="1302"/>
                  </a:lnTo>
                  <a:lnTo>
                    <a:pt x="1039" y="1290"/>
                  </a:lnTo>
                  <a:lnTo>
                    <a:pt x="1194" y="1290"/>
                  </a:lnTo>
                  <a:lnTo>
                    <a:pt x="1349" y="1313"/>
                  </a:lnTo>
                  <a:lnTo>
                    <a:pt x="1493" y="1349"/>
                  </a:lnTo>
                  <a:lnTo>
                    <a:pt x="1636" y="1397"/>
                  </a:lnTo>
                  <a:lnTo>
                    <a:pt x="1779" y="1469"/>
                  </a:lnTo>
                  <a:lnTo>
                    <a:pt x="1910" y="1540"/>
                  </a:lnTo>
                  <a:lnTo>
                    <a:pt x="2030" y="1624"/>
                  </a:lnTo>
                  <a:lnTo>
                    <a:pt x="2149" y="1719"/>
                  </a:lnTo>
                  <a:lnTo>
                    <a:pt x="2269" y="1827"/>
                  </a:lnTo>
                  <a:lnTo>
                    <a:pt x="2376" y="1934"/>
                  </a:lnTo>
                  <a:lnTo>
                    <a:pt x="2567" y="2173"/>
                  </a:lnTo>
                  <a:lnTo>
                    <a:pt x="2758" y="2412"/>
                  </a:lnTo>
                  <a:lnTo>
                    <a:pt x="2937" y="2663"/>
                  </a:lnTo>
                  <a:lnTo>
                    <a:pt x="3033" y="2806"/>
                  </a:lnTo>
                  <a:lnTo>
                    <a:pt x="3152" y="2949"/>
                  </a:lnTo>
                  <a:lnTo>
                    <a:pt x="3212" y="3009"/>
                  </a:lnTo>
                  <a:lnTo>
                    <a:pt x="3284" y="3069"/>
                  </a:lnTo>
                  <a:lnTo>
                    <a:pt x="3355" y="3104"/>
                  </a:lnTo>
                  <a:lnTo>
                    <a:pt x="3439" y="3140"/>
                  </a:lnTo>
                  <a:lnTo>
                    <a:pt x="3510" y="3164"/>
                  </a:lnTo>
                  <a:lnTo>
                    <a:pt x="3594" y="3176"/>
                  </a:lnTo>
                  <a:lnTo>
                    <a:pt x="3749" y="3176"/>
                  </a:lnTo>
                  <a:lnTo>
                    <a:pt x="3821" y="3164"/>
                  </a:lnTo>
                  <a:lnTo>
                    <a:pt x="3892" y="3140"/>
                  </a:lnTo>
                  <a:lnTo>
                    <a:pt x="3964" y="3104"/>
                  </a:lnTo>
                  <a:lnTo>
                    <a:pt x="4036" y="3069"/>
                  </a:lnTo>
                  <a:lnTo>
                    <a:pt x="4131" y="2985"/>
                  </a:lnTo>
                  <a:lnTo>
                    <a:pt x="4215" y="2901"/>
                  </a:lnTo>
                  <a:lnTo>
                    <a:pt x="4286" y="2806"/>
                  </a:lnTo>
                  <a:lnTo>
                    <a:pt x="4346" y="2698"/>
                  </a:lnTo>
                  <a:lnTo>
                    <a:pt x="4394" y="2579"/>
                  </a:lnTo>
                  <a:lnTo>
                    <a:pt x="4430" y="2460"/>
                  </a:lnTo>
                  <a:lnTo>
                    <a:pt x="4454" y="2340"/>
                  </a:lnTo>
                  <a:lnTo>
                    <a:pt x="4466" y="2221"/>
                  </a:lnTo>
                  <a:lnTo>
                    <a:pt x="4466" y="2102"/>
                  </a:lnTo>
                  <a:lnTo>
                    <a:pt x="4454" y="1982"/>
                  </a:lnTo>
                  <a:lnTo>
                    <a:pt x="4430" y="1851"/>
                  </a:lnTo>
                  <a:lnTo>
                    <a:pt x="4394" y="1743"/>
                  </a:lnTo>
                  <a:lnTo>
                    <a:pt x="4322" y="1505"/>
                  </a:lnTo>
                  <a:lnTo>
                    <a:pt x="4227" y="1278"/>
                  </a:lnTo>
                  <a:lnTo>
                    <a:pt x="4143" y="1111"/>
                  </a:lnTo>
                  <a:lnTo>
                    <a:pt x="4048" y="955"/>
                  </a:lnTo>
                  <a:lnTo>
                    <a:pt x="3940" y="800"/>
                  </a:lnTo>
                  <a:lnTo>
                    <a:pt x="3833" y="657"/>
                  </a:lnTo>
                  <a:lnTo>
                    <a:pt x="3713" y="525"/>
                  </a:lnTo>
                  <a:lnTo>
                    <a:pt x="3582" y="394"/>
                  </a:lnTo>
                  <a:lnTo>
                    <a:pt x="3439" y="287"/>
                  </a:lnTo>
                  <a:lnTo>
                    <a:pt x="3284" y="191"/>
                  </a:lnTo>
                  <a:lnTo>
                    <a:pt x="3164" y="131"/>
                  </a:lnTo>
                  <a:lnTo>
                    <a:pt x="3045" y="84"/>
                  </a:lnTo>
                  <a:lnTo>
                    <a:pt x="2913" y="48"/>
                  </a:lnTo>
                  <a:lnTo>
                    <a:pt x="2794" y="24"/>
                  </a:lnTo>
                  <a:lnTo>
                    <a:pt x="2663" y="1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83894" y="4115681"/>
              <a:ext cx="184605" cy="227178"/>
            </a:xfrm>
            <a:custGeom>
              <a:avLst/>
              <a:gdLst/>
              <a:ahLst/>
              <a:cxnLst/>
              <a:rect l="l" t="t" r="r" b="b"/>
              <a:pathLst>
                <a:path w="3057" h="3762" extrusionOk="0">
                  <a:moveTo>
                    <a:pt x="0" y="1"/>
                  </a:moveTo>
                  <a:lnTo>
                    <a:pt x="0" y="12"/>
                  </a:lnTo>
                  <a:lnTo>
                    <a:pt x="0" y="24"/>
                  </a:lnTo>
                  <a:lnTo>
                    <a:pt x="12" y="36"/>
                  </a:lnTo>
                  <a:lnTo>
                    <a:pt x="239" y="144"/>
                  </a:lnTo>
                  <a:lnTo>
                    <a:pt x="466" y="263"/>
                  </a:lnTo>
                  <a:lnTo>
                    <a:pt x="681" y="395"/>
                  </a:lnTo>
                  <a:lnTo>
                    <a:pt x="884" y="550"/>
                  </a:lnTo>
                  <a:lnTo>
                    <a:pt x="1087" y="717"/>
                  </a:lnTo>
                  <a:lnTo>
                    <a:pt x="1266" y="884"/>
                  </a:lnTo>
                  <a:lnTo>
                    <a:pt x="1445" y="1075"/>
                  </a:lnTo>
                  <a:lnTo>
                    <a:pt x="1612" y="1266"/>
                  </a:lnTo>
                  <a:lnTo>
                    <a:pt x="1756" y="1457"/>
                  </a:lnTo>
                  <a:lnTo>
                    <a:pt x="1899" y="1660"/>
                  </a:lnTo>
                  <a:lnTo>
                    <a:pt x="2030" y="1863"/>
                  </a:lnTo>
                  <a:lnTo>
                    <a:pt x="2150" y="2066"/>
                  </a:lnTo>
                  <a:lnTo>
                    <a:pt x="2388" y="2484"/>
                  </a:lnTo>
                  <a:lnTo>
                    <a:pt x="2603" y="2914"/>
                  </a:lnTo>
                  <a:lnTo>
                    <a:pt x="2818" y="3332"/>
                  </a:lnTo>
                  <a:lnTo>
                    <a:pt x="3033" y="3750"/>
                  </a:lnTo>
                  <a:lnTo>
                    <a:pt x="3045" y="3761"/>
                  </a:lnTo>
                  <a:lnTo>
                    <a:pt x="3057" y="3761"/>
                  </a:lnTo>
                  <a:lnTo>
                    <a:pt x="3057" y="3750"/>
                  </a:lnTo>
                  <a:lnTo>
                    <a:pt x="3057" y="3738"/>
                  </a:lnTo>
                  <a:lnTo>
                    <a:pt x="2854" y="3332"/>
                  </a:lnTo>
                  <a:lnTo>
                    <a:pt x="2651" y="2938"/>
                  </a:lnTo>
                  <a:lnTo>
                    <a:pt x="2448" y="2532"/>
                  </a:lnTo>
                  <a:lnTo>
                    <a:pt x="2233" y="2138"/>
                  </a:lnTo>
                  <a:lnTo>
                    <a:pt x="2114" y="1923"/>
                  </a:lnTo>
                  <a:lnTo>
                    <a:pt x="1982" y="1720"/>
                  </a:lnTo>
                  <a:lnTo>
                    <a:pt x="1839" y="1517"/>
                  </a:lnTo>
                  <a:lnTo>
                    <a:pt x="1684" y="1314"/>
                  </a:lnTo>
                  <a:lnTo>
                    <a:pt x="1529" y="1123"/>
                  </a:lnTo>
                  <a:lnTo>
                    <a:pt x="1362" y="932"/>
                  </a:lnTo>
                  <a:lnTo>
                    <a:pt x="1194" y="753"/>
                  </a:lnTo>
                  <a:lnTo>
                    <a:pt x="1003" y="598"/>
                  </a:lnTo>
                  <a:lnTo>
                    <a:pt x="777" y="418"/>
                  </a:lnTo>
                  <a:lnTo>
                    <a:pt x="538" y="251"/>
                  </a:lnTo>
                  <a:lnTo>
                    <a:pt x="275" y="120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00500" y="4370210"/>
              <a:ext cx="330259" cy="214919"/>
            </a:xfrm>
            <a:custGeom>
              <a:avLst/>
              <a:gdLst/>
              <a:ahLst/>
              <a:cxnLst/>
              <a:rect l="l" t="t" r="r" b="b"/>
              <a:pathLst>
                <a:path w="5469" h="3559" extrusionOk="0">
                  <a:moveTo>
                    <a:pt x="0" y="0"/>
                  </a:moveTo>
                  <a:lnTo>
                    <a:pt x="1098" y="3558"/>
                  </a:lnTo>
                  <a:lnTo>
                    <a:pt x="4442" y="3558"/>
                  </a:lnTo>
                  <a:lnTo>
                    <a:pt x="54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4618" y="4370210"/>
              <a:ext cx="359849" cy="51209"/>
            </a:xfrm>
            <a:custGeom>
              <a:avLst/>
              <a:gdLst/>
              <a:ahLst/>
              <a:cxnLst/>
              <a:rect l="l" t="t" r="r" b="b"/>
              <a:pathLst>
                <a:path w="5959" h="848" extrusionOk="0">
                  <a:moveTo>
                    <a:pt x="0" y="0"/>
                  </a:moveTo>
                  <a:lnTo>
                    <a:pt x="0" y="848"/>
                  </a:lnTo>
                  <a:lnTo>
                    <a:pt x="5958" y="848"/>
                  </a:lnTo>
                  <a:lnTo>
                    <a:pt x="59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88241" y="4418519"/>
              <a:ext cx="359064" cy="2174"/>
            </a:xfrm>
            <a:custGeom>
              <a:avLst/>
              <a:gdLst/>
              <a:ahLst/>
              <a:cxnLst/>
              <a:rect l="l" t="t" r="r" b="b"/>
              <a:pathLst>
                <a:path w="5946" h="36" extrusionOk="0">
                  <a:moveTo>
                    <a:pt x="12" y="0"/>
                  </a:moveTo>
                  <a:lnTo>
                    <a:pt x="0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5946" y="36"/>
                  </a:lnTo>
                  <a:lnTo>
                    <a:pt x="5946" y="24"/>
                  </a:lnTo>
                  <a:lnTo>
                    <a:pt x="5946" y="12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 flipH="1">
            <a:off x="3077250" y="2150750"/>
            <a:ext cx="5320800" cy="15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1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188950" y="790000"/>
            <a:ext cx="1097400" cy="109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 flipH="1">
            <a:off x="3078900" y="3713300"/>
            <a:ext cx="5317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50" y="4594900"/>
            <a:ext cx="9144000" cy="54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3"/>
          <p:cNvCxnSpPr/>
          <p:nvPr/>
        </p:nvCxnSpPr>
        <p:spPr>
          <a:xfrm rot="10800000">
            <a:off x="0" y="4599425"/>
            <a:ext cx="420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" name="Google Shape;30;p3"/>
          <p:cNvGrpSpPr/>
          <p:nvPr/>
        </p:nvGrpSpPr>
        <p:grpSpPr>
          <a:xfrm>
            <a:off x="8430775" y="3293930"/>
            <a:ext cx="618900" cy="1305496"/>
            <a:chOff x="-2244625" y="2465880"/>
            <a:chExt cx="618900" cy="1305496"/>
          </a:xfrm>
        </p:grpSpPr>
        <p:sp>
          <p:nvSpPr>
            <p:cNvPr id="31" name="Google Shape;31;p3"/>
            <p:cNvSpPr/>
            <p:nvPr/>
          </p:nvSpPr>
          <p:spPr>
            <a:xfrm>
              <a:off x="-2197797" y="3142830"/>
              <a:ext cx="483826" cy="39301"/>
            </a:xfrm>
            <a:custGeom>
              <a:avLst/>
              <a:gdLst/>
              <a:ahLst/>
              <a:cxnLst/>
              <a:rect l="l" t="t" r="r" b="b"/>
              <a:pathLst>
                <a:path w="10735" h="872" extrusionOk="0">
                  <a:moveTo>
                    <a:pt x="430" y="0"/>
                  </a:moveTo>
                  <a:lnTo>
                    <a:pt x="347" y="12"/>
                  </a:lnTo>
                  <a:lnTo>
                    <a:pt x="263" y="36"/>
                  </a:lnTo>
                  <a:lnTo>
                    <a:pt x="192" y="72"/>
                  </a:lnTo>
                  <a:lnTo>
                    <a:pt x="120" y="132"/>
                  </a:lnTo>
                  <a:lnTo>
                    <a:pt x="72" y="191"/>
                  </a:lnTo>
                  <a:lnTo>
                    <a:pt x="36" y="263"/>
                  </a:lnTo>
                  <a:lnTo>
                    <a:pt x="12" y="347"/>
                  </a:lnTo>
                  <a:lnTo>
                    <a:pt x="1" y="430"/>
                  </a:lnTo>
                  <a:lnTo>
                    <a:pt x="12" y="526"/>
                  </a:lnTo>
                  <a:lnTo>
                    <a:pt x="36" y="609"/>
                  </a:lnTo>
                  <a:lnTo>
                    <a:pt x="72" y="681"/>
                  </a:lnTo>
                  <a:lnTo>
                    <a:pt x="120" y="741"/>
                  </a:lnTo>
                  <a:lnTo>
                    <a:pt x="192" y="800"/>
                  </a:lnTo>
                  <a:lnTo>
                    <a:pt x="263" y="836"/>
                  </a:lnTo>
                  <a:lnTo>
                    <a:pt x="347" y="860"/>
                  </a:lnTo>
                  <a:lnTo>
                    <a:pt x="430" y="872"/>
                  </a:lnTo>
                  <a:lnTo>
                    <a:pt x="10304" y="872"/>
                  </a:lnTo>
                  <a:lnTo>
                    <a:pt x="10388" y="860"/>
                  </a:lnTo>
                  <a:lnTo>
                    <a:pt x="10472" y="836"/>
                  </a:lnTo>
                  <a:lnTo>
                    <a:pt x="10543" y="800"/>
                  </a:lnTo>
                  <a:lnTo>
                    <a:pt x="10615" y="741"/>
                  </a:lnTo>
                  <a:lnTo>
                    <a:pt x="10663" y="681"/>
                  </a:lnTo>
                  <a:lnTo>
                    <a:pt x="10710" y="609"/>
                  </a:lnTo>
                  <a:lnTo>
                    <a:pt x="10734" y="526"/>
                  </a:lnTo>
                  <a:lnTo>
                    <a:pt x="10734" y="430"/>
                  </a:lnTo>
                  <a:lnTo>
                    <a:pt x="10734" y="347"/>
                  </a:lnTo>
                  <a:lnTo>
                    <a:pt x="10710" y="263"/>
                  </a:lnTo>
                  <a:lnTo>
                    <a:pt x="10663" y="191"/>
                  </a:lnTo>
                  <a:lnTo>
                    <a:pt x="10615" y="132"/>
                  </a:lnTo>
                  <a:lnTo>
                    <a:pt x="10543" y="72"/>
                  </a:lnTo>
                  <a:lnTo>
                    <a:pt x="10472" y="36"/>
                  </a:lnTo>
                  <a:lnTo>
                    <a:pt x="10388" y="12"/>
                  </a:lnTo>
                  <a:lnTo>
                    <a:pt x="1030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-1747414" y="2465880"/>
              <a:ext cx="116821" cy="714134"/>
            </a:xfrm>
            <a:custGeom>
              <a:avLst/>
              <a:gdLst/>
              <a:ahLst/>
              <a:cxnLst/>
              <a:rect l="l" t="t" r="r" b="b"/>
              <a:pathLst>
                <a:path w="2592" h="15845" extrusionOk="0">
                  <a:moveTo>
                    <a:pt x="2102" y="0"/>
                  </a:moveTo>
                  <a:lnTo>
                    <a:pt x="2019" y="12"/>
                  </a:lnTo>
                  <a:lnTo>
                    <a:pt x="1935" y="48"/>
                  </a:lnTo>
                  <a:lnTo>
                    <a:pt x="1864" y="96"/>
                  </a:lnTo>
                  <a:lnTo>
                    <a:pt x="1792" y="156"/>
                  </a:lnTo>
                  <a:lnTo>
                    <a:pt x="1744" y="227"/>
                  </a:lnTo>
                  <a:lnTo>
                    <a:pt x="1708" y="311"/>
                  </a:lnTo>
                  <a:lnTo>
                    <a:pt x="1696" y="394"/>
                  </a:lnTo>
                  <a:lnTo>
                    <a:pt x="1" y="15343"/>
                  </a:lnTo>
                  <a:lnTo>
                    <a:pt x="1" y="15426"/>
                  </a:lnTo>
                  <a:lnTo>
                    <a:pt x="25" y="15522"/>
                  </a:lnTo>
                  <a:lnTo>
                    <a:pt x="49" y="15605"/>
                  </a:lnTo>
                  <a:lnTo>
                    <a:pt x="96" y="15677"/>
                  </a:lnTo>
                  <a:lnTo>
                    <a:pt x="156" y="15737"/>
                  </a:lnTo>
                  <a:lnTo>
                    <a:pt x="228" y="15784"/>
                  </a:lnTo>
                  <a:lnTo>
                    <a:pt x="311" y="15820"/>
                  </a:lnTo>
                  <a:lnTo>
                    <a:pt x="407" y="15844"/>
                  </a:lnTo>
                  <a:lnTo>
                    <a:pt x="502" y="15844"/>
                  </a:lnTo>
                  <a:lnTo>
                    <a:pt x="586" y="15820"/>
                  </a:lnTo>
                  <a:lnTo>
                    <a:pt x="670" y="15796"/>
                  </a:lnTo>
                  <a:lnTo>
                    <a:pt x="741" y="15749"/>
                  </a:lnTo>
                  <a:lnTo>
                    <a:pt x="801" y="15689"/>
                  </a:lnTo>
                  <a:lnTo>
                    <a:pt x="849" y="15617"/>
                  </a:lnTo>
                  <a:lnTo>
                    <a:pt x="884" y="15534"/>
                  </a:lnTo>
                  <a:lnTo>
                    <a:pt x="908" y="15438"/>
                  </a:lnTo>
                  <a:lnTo>
                    <a:pt x="2592" y="502"/>
                  </a:lnTo>
                  <a:lnTo>
                    <a:pt x="2592" y="406"/>
                  </a:lnTo>
                  <a:lnTo>
                    <a:pt x="2580" y="323"/>
                  </a:lnTo>
                  <a:lnTo>
                    <a:pt x="2544" y="239"/>
                  </a:lnTo>
                  <a:lnTo>
                    <a:pt x="2496" y="168"/>
                  </a:lnTo>
                  <a:lnTo>
                    <a:pt x="2437" y="108"/>
                  </a:lnTo>
                  <a:lnTo>
                    <a:pt x="2365" y="48"/>
                  </a:lnTo>
                  <a:lnTo>
                    <a:pt x="2281" y="12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-1750614" y="3183708"/>
              <a:ext cx="124889" cy="586586"/>
            </a:xfrm>
            <a:custGeom>
              <a:avLst/>
              <a:gdLst/>
              <a:ahLst/>
              <a:cxnLst/>
              <a:rect l="l" t="t" r="r" b="b"/>
              <a:pathLst>
                <a:path w="2771" h="13015" extrusionOk="0">
                  <a:moveTo>
                    <a:pt x="12" y="1"/>
                  </a:moveTo>
                  <a:lnTo>
                    <a:pt x="12" y="13"/>
                  </a:lnTo>
                  <a:lnTo>
                    <a:pt x="0" y="25"/>
                  </a:lnTo>
                  <a:lnTo>
                    <a:pt x="72" y="371"/>
                  </a:lnTo>
                  <a:lnTo>
                    <a:pt x="275" y="1314"/>
                  </a:lnTo>
                  <a:lnTo>
                    <a:pt x="573" y="2711"/>
                  </a:lnTo>
                  <a:lnTo>
                    <a:pt x="932" y="4418"/>
                  </a:lnTo>
                  <a:lnTo>
                    <a:pt x="1326" y="6281"/>
                  </a:lnTo>
                  <a:lnTo>
                    <a:pt x="1720" y="8167"/>
                  </a:lnTo>
                  <a:lnTo>
                    <a:pt x="2090" y="9923"/>
                  </a:lnTo>
                  <a:lnTo>
                    <a:pt x="2400" y="11403"/>
                  </a:lnTo>
                  <a:lnTo>
                    <a:pt x="2627" y="12478"/>
                  </a:lnTo>
                  <a:lnTo>
                    <a:pt x="2723" y="12979"/>
                  </a:lnTo>
                  <a:lnTo>
                    <a:pt x="2734" y="13003"/>
                  </a:lnTo>
                  <a:lnTo>
                    <a:pt x="2734" y="13015"/>
                  </a:lnTo>
                  <a:lnTo>
                    <a:pt x="2758" y="13015"/>
                  </a:lnTo>
                  <a:lnTo>
                    <a:pt x="2758" y="13003"/>
                  </a:lnTo>
                  <a:lnTo>
                    <a:pt x="2770" y="12991"/>
                  </a:lnTo>
                  <a:lnTo>
                    <a:pt x="2699" y="12645"/>
                  </a:lnTo>
                  <a:lnTo>
                    <a:pt x="2496" y="11702"/>
                  </a:lnTo>
                  <a:lnTo>
                    <a:pt x="2197" y="10305"/>
                  </a:lnTo>
                  <a:lnTo>
                    <a:pt x="1839" y="8597"/>
                  </a:lnTo>
                  <a:lnTo>
                    <a:pt x="1445" y="6735"/>
                  </a:lnTo>
                  <a:lnTo>
                    <a:pt x="1051" y="4848"/>
                  </a:lnTo>
                  <a:lnTo>
                    <a:pt x="681" y="3093"/>
                  </a:lnTo>
                  <a:lnTo>
                    <a:pt x="370" y="1613"/>
                  </a:lnTo>
                  <a:lnTo>
                    <a:pt x="156" y="538"/>
                  </a:lnTo>
                  <a:lnTo>
                    <a:pt x="48" y="37"/>
                  </a:lnTo>
                  <a:lnTo>
                    <a:pt x="36" y="13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-2244625" y="3184249"/>
              <a:ext cx="109836" cy="587127"/>
            </a:xfrm>
            <a:custGeom>
              <a:avLst/>
              <a:gdLst/>
              <a:ahLst/>
              <a:cxnLst/>
              <a:rect l="l" t="t" r="r" b="b"/>
              <a:pathLst>
                <a:path w="2437" h="13027" extrusionOk="0">
                  <a:moveTo>
                    <a:pt x="2413" y="1"/>
                  </a:moveTo>
                  <a:lnTo>
                    <a:pt x="2401" y="13"/>
                  </a:lnTo>
                  <a:lnTo>
                    <a:pt x="2341" y="359"/>
                  </a:lnTo>
                  <a:lnTo>
                    <a:pt x="2162" y="1302"/>
                  </a:lnTo>
                  <a:lnTo>
                    <a:pt x="1899" y="2699"/>
                  </a:lnTo>
                  <a:lnTo>
                    <a:pt x="1589" y="4406"/>
                  </a:lnTo>
                  <a:lnTo>
                    <a:pt x="1242" y="6281"/>
                  </a:lnTo>
                  <a:lnTo>
                    <a:pt x="896" y="8167"/>
                  </a:lnTo>
                  <a:lnTo>
                    <a:pt x="574" y="9922"/>
                  </a:lnTo>
                  <a:lnTo>
                    <a:pt x="299" y="11415"/>
                  </a:lnTo>
                  <a:lnTo>
                    <a:pt x="96" y="12478"/>
                  </a:lnTo>
                  <a:lnTo>
                    <a:pt x="13" y="12991"/>
                  </a:lnTo>
                  <a:lnTo>
                    <a:pt x="1" y="13015"/>
                  </a:lnTo>
                  <a:lnTo>
                    <a:pt x="13" y="13027"/>
                  </a:lnTo>
                  <a:lnTo>
                    <a:pt x="37" y="13027"/>
                  </a:lnTo>
                  <a:lnTo>
                    <a:pt x="37" y="13015"/>
                  </a:lnTo>
                  <a:lnTo>
                    <a:pt x="108" y="12669"/>
                  </a:lnTo>
                  <a:lnTo>
                    <a:pt x="275" y="11725"/>
                  </a:lnTo>
                  <a:lnTo>
                    <a:pt x="538" y="10328"/>
                  </a:lnTo>
                  <a:lnTo>
                    <a:pt x="848" y="8621"/>
                  </a:lnTo>
                  <a:lnTo>
                    <a:pt x="1195" y="6747"/>
                  </a:lnTo>
                  <a:lnTo>
                    <a:pt x="1541" y="4860"/>
                  </a:lnTo>
                  <a:lnTo>
                    <a:pt x="1863" y="3105"/>
                  </a:lnTo>
                  <a:lnTo>
                    <a:pt x="2138" y="1613"/>
                  </a:lnTo>
                  <a:lnTo>
                    <a:pt x="2341" y="550"/>
                  </a:lnTo>
                  <a:lnTo>
                    <a:pt x="2424" y="37"/>
                  </a:lnTo>
                  <a:lnTo>
                    <a:pt x="2436" y="13"/>
                  </a:lnTo>
                  <a:lnTo>
                    <a:pt x="243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716900" y="1128049"/>
            <a:ext cx="7704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 panose="02000000000000000000"/>
              <a:buAutoNum type="alphaLcPeriod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 panose="02000000000000000000"/>
              <a:buAutoNum type="romanLcPeriod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 panose="02000000000000000000"/>
              <a:buAutoNum type="arabicPeriod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 panose="02000000000000000000"/>
              <a:buAutoNum type="alphaLcPeriod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 panose="02000000000000000000"/>
              <a:buAutoNum type="romanLcPeriod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 panose="02000000000000000000"/>
              <a:buAutoNum type="arabicPeriod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 panose="02000000000000000000"/>
              <a:buAutoNum type="alphaLcPeriod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 panose="02000000000000000000"/>
              <a:buAutoNum type="romanLcPeriod"/>
              <a:defRPr sz="1600"/>
            </a:lvl9pPr>
          </a:lstStyle>
          <a:p/>
        </p:txBody>
      </p:sp>
      <p:sp>
        <p:nvSpPr>
          <p:cNvPr id="38" name="Google Shape;38;p4"/>
          <p:cNvSpPr/>
          <p:nvPr/>
        </p:nvSpPr>
        <p:spPr>
          <a:xfrm>
            <a:off x="50" y="4594900"/>
            <a:ext cx="9144000" cy="54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39" name="Google Shape;39;p4"/>
          <p:cNvCxnSpPr/>
          <p:nvPr/>
        </p:nvCxnSpPr>
        <p:spPr>
          <a:xfrm rot="10800000">
            <a:off x="2469300" y="4599425"/>
            <a:ext cx="420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" name="Google Shape;40;p4"/>
          <p:cNvGrpSpPr/>
          <p:nvPr/>
        </p:nvGrpSpPr>
        <p:grpSpPr>
          <a:xfrm>
            <a:off x="-404825" y="1128050"/>
            <a:ext cx="9490022" cy="3471382"/>
            <a:chOff x="-404825" y="1128050"/>
            <a:chExt cx="9490022" cy="3471382"/>
          </a:xfrm>
        </p:grpSpPr>
        <p:grpSp>
          <p:nvGrpSpPr>
            <p:cNvPr id="41" name="Google Shape;41;p4"/>
            <p:cNvGrpSpPr/>
            <p:nvPr/>
          </p:nvGrpSpPr>
          <p:grpSpPr>
            <a:xfrm>
              <a:off x="-404825" y="1128050"/>
              <a:ext cx="1124813" cy="885613"/>
              <a:chOff x="5284625" y="-234825"/>
              <a:chExt cx="1124813" cy="885613"/>
            </a:xfrm>
          </p:grpSpPr>
          <p:sp>
            <p:nvSpPr>
              <p:cNvPr id="42" name="Google Shape;42;p4"/>
              <p:cNvSpPr/>
              <p:nvPr/>
            </p:nvSpPr>
            <p:spPr>
              <a:xfrm>
                <a:off x="5284625" y="-234825"/>
                <a:ext cx="1124813" cy="885613"/>
              </a:xfrm>
              <a:custGeom>
                <a:avLst/>
                <a:gdLst/>
                <a:ahLst/>
                <a:cxnLst/>
                <a:rect l="l" t="t" r="r" b="b"/>
                <a:pathLst>
                  <a:path w="30876" h="24310" extrusionOk="0">
                    <a:moveTo>
                      <a:pt x="30339" y="61"/>
                    </a:moveTo>
                    <a:lnTo>
                      <a:pt x="30482" y="73"/>
                    </a:lnTo>
                    <a:lnTo>
                      <a:pt x="30601" y="108"/>
                    </a:lnTo>
                    <a:lnTo>
                      <a:pt x="30661" y="132"/>
                    </a:lnTo>
                    <a:lnTo>
                      <a:pt x="30709" y="168"/>
                    </a:lnTo>
                    <a:lnTo>
                      <a:pt x="30745" y="204"/>
                    </a:lnTo>
                    <a:lnTo>
                      <a:pt x="30780" y="264"/>
                    </a:lnTo>
                    <a:lnTo>
                      <a:pt x="30792" y="323"/>
                    </a:lnTo>
                    <a:lnTo>
                      <a:pt x="30804" y="395"/>
                    </a:lnTo>
                    <a:lnTo>
                      <a:pt x="30816" y="610"/>
                    </a:lnTo>
                    <a:lnTo>
                      <a:pt x="30816" y="837"/>
                    </a:lnTo>
                    <a:lnTo>
                      <a:pt x="30804" y="1267"/>
                    </a:lnTo>
                    <a:lnTo>
                      <a:pt x="30804" y="3499"/>
                    </a:lnTo>
                    <a:lnTo>
                      <a:pt x="30804" y="6687"/>
                    </a:lnTo>
                    <a:lnTo>
                      <a:pt x="30804" y="10460"/>
                    </a:lnTo>
                    <a:lnTo>
                      <a:pt x="30804" y="14376"/>
                    </a:lnTo>
                    <a:lnTo>
                      <a:pt x="30804" y="18089"/>
                    </a:lnTo>
                    <a:lnTo>
                      <a:pt x="30804" y="21182"/>
                    </a:lnTo>
                    <a:lnTo>
                      <a:pt x="30804" y="23259"/>
                    </a:lnTo>
                    <a:lnTo>
                      <a:pt x="30804" y="23773"/>
                    </a:lnTo>
                    <a:lnTo>
                      <a:pt x="30792" y="23940"/>
                    </a:lnTo>
                    <a:lnTo>
                      <a:pt x="30780" y="24023"/>
                    </a:lnTo>
                    <a:lnTo>
                      <a:pt x="30757" y="24095"/>
                    </a:lnTo>
                    <a:lnTo>
                      <a:pt x="30721" y="24155"/>
                    </a:lnTo>
                    <a:lnTo>
                      <a:pt x="30661" y="24202"/>
                    </a:lnTo>
                    <a:lnTo>
                      <a:pt x="30577" y="24238"/>
                    </a:lnTo>
                    <a:lnTo>
                      <a:pt x="30482" y="24250"/>
                    </a:lnTo>
                    <a:lnTo>
                      <a:pt x="430" y="24250"/>
                    </a:lnTo>
                    <a:lnTo>
                      <a:pt x="346" y="24238"/>
                    </a:lnTo>
                    <a:lnTo>
                      <a:pt x="275" y="24226"/>
                    </a:lnTo>
                    <a:lnTo>
                      <a:pt x="215" y="24190"/>
                    </a:lnTo>
                    <a:lnTo>
                      <a:pt x="155" y="24155"/>
                    </a:lnTo>
                    <a:lnTo>
                      <a:pt x="108" y="24095"/>
                    </a:lnTo>
                    <a:lnTo>
                      <a:pt x="72" y="24023"/>
                    </a:lnTo>
                    <a:lnTo>
                      <a:pt x="60" y="23928"/>
                    </a:lnTo>
                    <a:lnTo>
                      <a:pt x="60" y="23701"/>
                    </a:lnTo>
                    <a:lnTo>
                      <a:pt x="60" y="22113"/>
                    </a:lnTo>
                    <a:lnTo>
                      <a:pt x="60" y="19379"/>
                    </a:lnTo>
                    <a:lnTo>
                      <a:pt x="60" y="15857"/>
                    </a:lnTo>
                    <a:lnTo>
                      <a:pt x="60" y="11964"/>
                    </a:lnTo>
                    <a:lnTo>
                      <a:pt x="60" y="8096"/>
                    </a:lnTo>
                    <a:lnTo>
                      <a:pt x="60" y="4633"/>
                    </a:lnTo>
                    <a:lnTo>
                      <a:pt x="60" y="1983"/>
                    </a:lnTo>
                    <a:lnTo>
                      <a:pt x="60" y="550"/>
                    </a:lnTo>
                    <a:lnTo>
                      <a:pt x="72" y="383"/>
                    </a:lnTo>
                    <a:lnTo>
                      <a:pt x="84" y="299"/>
                    </a:lnTo>
                    <a:lnTo>
                      <a:pt x="120" y="228"/>
                    </a:lnTo>
                    <a:lnTo>
                      <a:pt x="155" y="168"/>
                    </a:lnTo>
                    <a:lnTo>
                      <a:pt x="215" y="120"/>
                    </a:lnTo>
                    <a:lnTo>
                      <a:pt x="287" y="85"/>
                    </a:lnTo>
                    <a:lnTo>
                      <a:pt x="394" y="73"/>
                    </a:lnTo>
                    <a:lnTo>
                      <a:pt x="29945" y="73"/>
                    </a:lnTo>
                    <a:lnTo>
                      <a:pt x="30195" y="61"/>
                    </a:lnTo>
                    <a:close/>
                    <a:moveTo>
                      <a:pt x="430" y="1"/>
                    </a:moveTo>
                    <a:lnTo>
                      <a:pt x="323" y="13"/>
                    </a:lnTo>
                    <a:lnTo>
                      <a:pt x="227" y="37"/>
                    </a:lnTo>
                    <a:lnTo>
                      <a:pt x="155" y="85"/>
                    </a:lnTo>
                    <a:lnTo>
                      <a:pt x="108" y="132"/>
                    </a:lnTo>
                    <a:lnTo>
                      <a:pt x="60" y="192"/>
                    </a:lnTo>
                    <a:lnTo>
                      <a:pt x="36" y="264"/>
                    </a:lnTo>
                    <a:lnTo>
                      <a:pt x="12" y="347"/>
                    </a:lnTo>
                    <a:lnTo>
                      <a:pt x="0" y="431"/>
                    </a:lnTo>
                    <a:lnTo>
                      <a:pt x="0" y="514"/>
                    </a:lnTo>
                    <a:lnTo>
                      <a:pt x="0" y="1899"/>
                    </a:lnTo>
                    <a:lnTo>
                      <a:pt x="0" y="4526"/>
                    </a:lnTo>
                    <a:lnTo>
                      <a:pt x="0" y="8012"/>
                    </a:lnTo>
                    <a:lnTo>
                      <a:pt x="0" y="11905"/>
                    </a:lnTo>
                    <a:lnTo>
                      <a:pt x="0" y="15845"/>
                    </a:lnTo>
                    <a:lnTo>
                      <a:pt x="0" y="19391"/>
                    </a:lnTo>
                    <a:lnTo>
                      <a:pt x="0" y="22149"/>
                    </a:lnTo>
                    <a:lnTo>
                      <a:pt x="0" y="23725"/>
                    </a:lnTo>
                    <a:lnTo>
                      <a:pt x="0" y="23844"/>
                    </a:lnTo>
                    <a:lnTo>
                      <a:pt x="0" y="23964"/>
                    </a:lnTo>
                    <a:lnTo>
                      <a:pt x="24" y="24059"/>
                    </a:lnTo>
                    <a:lnTo>
                      <a:pt x="60" y="24131"/>
                    </a:lnTo>
                    <a:lnTo>
                      <a:pt x="108" y="24190"/>
                    </a:lnTo>
                    <a:lnTo>
                      <a:pt x="167" y="24238"/>
                    </a:lnTo>
                    <a:lnTo>
                      <a:pt x="239" y="24274"/>
                    </a:lnTo>
                    <a:lnTo>
                      <a:pt x="311" y="24298"/>
                    </a:lnTo>
                    <a:lnTo>
                      <a:pt x="394" y="24310"/>
                    </a:lnTo>
                    <a:lnTo>
                      <a:pt x="30506" y="24310"/>
                    </a:lnTo>
                    <a:lnTo>
                      <a:pt x="30506" y="24307"/>
                    </a:lnTo>
                    <a:lnTo>
                      <a:pt x="30577" y="24298"/>
                    </a:lnTo>
                    <a:lnTo>
                      <a:pt x="30661" y="24262"/>
                    </a:lnTo>
                    <a:lnTo>
                      <a:pt x="30733" y="24214"/>
                    </a:lnTo>
                    <a:lnTo>
                      <a:pt x="30780" y="24155"/>
                    </a:lnTo>
                    <a:lnTo>
                      <a:pt x="30816" y="24083"/>
                    </a:lnTo>
                    <a:lnTo>
                      <a:pt x="30852" y="23999"/>
                    </a:lnTo>
                    <a:lnTo>
                      <a:pt x="30864" y="23916"/>
                    </a:lnTo>
                    <a:lnTo>
                      <a:pt x="30864" y="23820"/>
                    </a:lnTo>
                    <a:lnTo>
                      <a:pt x="30864" y="23331"/>
                    </a:lnTo>
                    <a:lnTo>
                      <a:pt x="30864" y="21289"/>
                    </a:lnTo>
                    <a:lnTo>
                      <a:pt x="30864" y="18185"/>
                    </a:lnTo>
                    <a:lnTo>
                      <a:pt x="30864" y="14472"/>
                    </a:lnTo>
                    <a:lnTo>
                      <a:pt x="30864" y="10484"/>
                    </a:lnTo>
                    <a:lnTo>
                      <a:pt x="30864" y="6711"/>
                    </a:lnTo>
                    <a:lnTo>
                      <a:pt x="30864" y="3475"/>
                    </a:lnTo>
                    <a:lnTo>
                      <a:pt x="30864" y="1243"/>
                    </a:lnTo>
                    <a:lnTo>
                      <a:pt x="30876" y="813"/>
                    </a:lnTo>
                    <a:lnTo>
                      <a:pt x="30876" y="610"/>
                    </a:lnTo>
                    <a:lnTo>
                      <a:pt x="30864" y="395"/>
                    </a:lnTo>
                    <a:lnTo>
                      <a:pt x="30852" y="311"/>
                    </a:lnTo>
                    <a:lnTo>
                      <a:pt x="30840" y="240"/>
                    </a:lnTo>
                    <a:lnTo>
                      <a:pt x="30804" y="180"/>
                    </a:lnTo>
                    <a:lnTo>
                      <a:pt x="30768" y="132"/>
                    </a:lnTo>
                    <a:lnTo>
                      <a:pt x="30721" y="96"/>
                    </a:lnTo>
                    <a:lnTo>
                      <a:pt x="30673" y="61"/>
                    </a:lnTo>
                    <a:lnTo>
                      <a:pt x="30613" y="49"/>
                    </a:lnTo>
                    <a:lnTo>
                      <a:pt x="30554" y="25"/>
                    </a:lnTo>
                    <a:lnTo>
                      <a:pt x="30422" y="13"/>
                    </a:lnTo>
                    <a:lnTo>
                      <a:pt x="30279" y="1"/>
                    </a:lnTo>
                    <a:lnTo>
                      <a:pt x="30016" y="13"/>
                    </a:lnTo>
                    <a:lnTo>
                      <a:pt x="549" y="13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5334643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5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5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66" y="645"/>
                    </a:lnTo>
                    <a:lnTo>
                      <a:pt x="526" y="609"/>
                    </a:lnTo>
                    <a:lnTo>
                      <a:pt x="573" y="573"/>
                    </a:lnTo>
                    <a:lnTo>
                      <a:pt x="621" y="525"/>
                    </a:lnTo>
                    <a:lnTo>
                      <a:pt x="645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45" y="203"/>
                    </a:lnTo>
                    <a:lnTo>
                      <a:pt x="621" y="143"/>
                    </a:lnTo>
                    <a:lnTo>
                      <a:pt x="573" y="96"/>
                    </a:lnTo>
                    <a:lnTo>
                      <a:pt x="526" y="48"/>
                    </a:lnTo>
                    <a:lnTo>
                      <a:pt x="466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369870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6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6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5405098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15" y="24"/>
                    </a:lnTo>
                    <a:lnTo>
                      <a:pt x="156" y="48"/>
                    </a:lnTo>
                    <a:lnTo>
                      <a:pt x="108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108" y="573"/>
                    </a:lnTo>
                    <a:lnTo>
                      <a:pt x="156" y="609"/>
                    </a:lnTo>
                    <a:lnTo>
                      <a:pt x="215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5289397" y="-152167"/>
                <a:ext cx="1115268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30614" h="61" extrusionOk="0">
                    <a:moveTo>
                      <a:pt x="24" y="0"/>
                    </a:moveTo>
                    <a:lnTo>
                      <a:pt x="1" y="12"/>
                    </a:lnTo>
                    <a:lnTo>
                      <a:pt x="1" y="24"/>
                    </a:lnTo>
                    <a:lnTo>
                      <a:pt x="1" y="48"/>
                    </a:lnTo>
                    <a:lnTo>
                      <a:pt x="24" y="60"/>
                    </a:lnTo>
                    <a:lnTo>
                      <a:pt x="30578" y="60"/>
                    </a:lnTo>
                    <a:lnTo>
                      <a:pt x="30602" y="48"/>
                    </a:lnTo>
                    <a:lnTo>
                      <a:pt x="30614" y="24"/>
                    </a:lnTo>
                    <a:lnTo>
                      <a:pt x="30602" y="12"/>
                    </a:lnTo>
                    <a:lnTo>
                      <a:pt x="3057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5572564" y="-60838"/>
                <a:ext cx="151840" cy="170565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682" extrusionOk="0">
                    <a:moveTo>
                      <a:pt x="24" y="1"/>
                    </a:moveTo>
                    <a:lnTo>
                      <a:pt x="0" y="4168"/>
                    </a:lnTo>
                    <a:lnTo>
                      <a:pt x="4143" y="4681"/>
                    </a:lnTo>
                    <a:lnTo>
                      <a:pt x="4155" y="4502"/>
                    </a:lnTo>
                    <a:lnTo>
                      <a:pt x="4167" y="4323"/>
                    </a:lnTo>
                    <a:lnTo>
                      <a:pt x="4167" y="4156"/>
                    </a:lnTo>
                    <a:lnTo>
                      <a:pt x="4167" y="3977"/>
                    </a:lnTo>
                    <a:lnTo>
                      <a:pt x="4155" y="3798"/>
                    </a:lnTo>
                    <a:lnTo>
                      <a:pt x="4131" y="3630"/>
                    </a:lnTo>
                    <a:lnTo>
                      <a:pt x="4107" y="3451"/>
                    </a:lnTo>
                    <a:lnTo>
                      <a:pt x="4072" y="3284"/>
                    </a:lnTo>
                    <a:lnTo>
                      <a:pt x="3988" y="2950"/>
                    </a:lnTo>
                    <a:lnTo>
                      <a:pt x="3881" y="2627"/>
                    </a:lnTo>
                    <a:lnTo>
                      <a:pt x="3737" y="2317"/>
                    </a:lnTo>
                    <a:lnTo>
                      <a:pt x="3570" y="2019"/>
                    </a:lnTo>
                    <a:lnTo>
                      <a:pt x="3379" y="1732"/>
                    </a:lnTo>
                    <a:lnTo>
                      <a:pt x="3176" y="1469"/>
                    </a:lnTo>
                    <a:lnTo>
                      <a:pt x="2937" y="1219"/>
                    </a:lnTo>
                    <a:lnTo>
                      <a:pt x="2687" y="980"/>
                    </a:lnTo>
                    <a:lnTo>
                      <a:pt x="2555" y="872"/>
                    </a:lnTo>
                    <a:lnTo>
                      <a:pt x="2412" y="765"/>
                    </a:lnTo>
                    <a:lnTo>
                      <a:pt x="2269" y="669"/>
                    </a:lnTo>
                    <a:lnTo>
                      <a:pt x="2125" y="586"/>
                    </a:lnTo>
                    <a:lnTo>
                      <a:pt x="1970" y="490"/>
                    </a:lnTo>
                    <a:lnTo>
                      <a:pt x="1815" y="419"/>
                    </a:lnTo>
                    <a:lnTo>
                      <a:pt x="1648" y="335"/>
                    </a:lnTo>
                    <a:lnTo>
                      <a:pt x="1481" y="275"/>
                    </a:lnTo>
                    <a:lnTo>
                      <a:pt x="1302" y="216"/>
                    </a:lnTo>
                    <a:lnTo>
                      <a:pt x="1122" y="156"/>
                    </a:lnTo>
                    <a:lnTo>
                      <a:pt x="943" y="108"/>
                    </a:lnTo>
                    <a:lnTo>
                      <a:pt x="764" y="72"/>
                    </a:lnTo>
                    <a:lnTo>
                      <a:pt x="573" y="49"/>
                    </a:lnTo>
                    <a:lnTo>
                      <a:pt x="394" y="25"/>
                    </a:lnTo>
                    <a:lnTo>
                      <a:pt x="203" y="13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5431181" y="-48197"/>
                <a:ext cx="118361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439" extrusionOk="0">
                    <a:moveTo>
                      <a:pt x="3248" y="0"/>
                    </a:moveTo>
                    <a:lnTo>
                      <a:pt x="2986" y="12"/>
                    </a:lnTo>
                    <a:lnTo>
                      <a:pt x="2735" y="36"/>
                    </a:lnTo>
                    <a:lnTo>
                      <a:pt x="2472" y="72"/>
                    </a:lnTo>
                    <a:lnTo>
                      <a:pt x="2234" y="131"/>
                    </a:lnTo>
                    <a:lnTo>
                      <a:pt x="1983" y="215"/>
                    </a:lnTo>
                    <a:lnTo>
                      <a:pt x="1744" y="310"/>
                    </a:lnTo>
                    <a:lnTo>
                      <a:pt x="1517" y="430"/>
                    </a:lnTo>
                    <a:lnTo>
                      <a:pt x="1302" y="561"/>
                    </a:lnTo>
                    <a:lnTo>
                      <a:pt x="1087" y="716"/>
                    </a:lnTo>
                    <a:lnTo>
                      <a:pt x="884" y="884"/>
                    </a:lnTo>
                    <a:lnTo>
                      <a:pt x="705" y="1063"/>
                    </a:lnTo>
                    <a:lnTo>
                      <a:pt x="538" y="1254"/>
                    </a:lnTo>
                    <a:lnTo>
                      <a:pt x="383" y="1457"/>
                    </a:lnTo>
                    <a:lnTo>
                      <a:pt x="240" y="1672"/>
                    </a:lnTo>
                    <a:lnTo>
                      <a:pt x="108" y="1898"/>
                    </a:lnTo>
                    <a:lnTo>
                      <a:pt x="1" y="2125"/>
                    </a:lnTo>
                    <a:lnTo>
                      <a:pt x="3189" y="3439"/>
                    </a:lnTo>
                    <a:lnTo>
                      <a:pt x="324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5852234" y="19635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5410744" y="51838"/>
                <a:ext cx="316249" cy="217924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5982" extrusionOk="0">
                    <a:moveTo>
                      <a:pt x="323" y="0"/>
                    </a:moveTo>
                    <a:lnTo>
                      <a:pt x="239" y="203"/>
                    </a:lnTo>
                    <a:lnTo>
                      <a:pt x="168" y="418"/>
                    </a:lnTo>
                    <a:lnTo>
                      <a:pt x="120" y="633"/>
                    </a:lnTo>
                    <a:lnTo>
                      <a:pt x="72" y="848"/>
                    </a:lnTo>
                    <a:lnTo>
                      <a:pt x="36" y="1051"/>
                    </a:lnTo>
                    <a:lnTo>
                      <a:pt x="13" y="1266"/>
                    </a:lnTo>
                    <a:lnTo>
                      <a:pt x="1" y="1481"/>
                    </a:lnTo>
                    <a:lnTo>
                      <a:pt x="1" y="1696"/>
                    </a:lnTo>
                    <a:lnTo>
                      <a:pt x="13" y="1910"/>
                    </a:lnTo>
                    <a:lnTo>
                      <a:pt x="36" y="2113"/>
                    </a:lnTo>
                    <a:lnTo>
                      <a:pt x="60" y="2328"/>
                    </a:lnTo>
                    <a:lnTo>
                      <a:pt x="96" y="2531"/>
                    </a:lnTo>
                    <a:lnTo>
                      <a:pt x="156" y="2734"/>
                    </a:lnTo>
                    <a:lnTo>
                      <a:pt x="204" y="2937"/>
                    </a:lnTo>
                    <a:lnTo>
                      <a:pt x="275" y="3140"/>
                    </a:lnTo>
                    <a:lnTo>
                      <a:pt x="359" y="3331"/>
                    </a:lnTo>
                    <a:lnTo>
                      <a:pt x="442" y="3522"/>
                    </a:lnTo>
                    <a:lnTo>
                      <a:pt x="538" y="3701"/>
                    </a:lnTo>
                    <a:lnTo>
                      <a:pt x="645" y="3892"/>
                    </a:lnTo>
                    <a:lnTo>
                      <a:pt x="753" y="4071"/>
                    </a:lnTo>
                    <a:lnTo>
                      <a:pt x="872" y="4239"/>
                    </a:lnTo>
                    <a:lnTo>
                      <a:pt x="1004" y="4406"/>
                    </a:lnTo>
                    <a:lnTo>
                      <a:pt x="1147" y="4561"/>
                    </a:lnTo>
                    <a:lnTo>
                      <a:pt x="1290" y="4716"/>
                    </a:lnTo>
                    <a:lnTo>
                      <a:pt x="1445" y="4859"/>
                    </a:lnTo>
                    <a:lnTo>
                      <a:pt x="1601" y="5003"/>
                    </a:lnTo>
                    <a:lnTo>
                      <a:pt x="1768" y="5134"/>
                    </a:lnTo>
                    <a:lnTo>
                      <a:pt x="1947" y="5265"/>
                    </a:lnTo>
                    <a:lnTo>
                      <a:pt x="2126" y="5373"/>
                    </a:lnTo>
                    <a:lnTo>
                      <a:pt x="2317" y="5480"/>
                    </a:lnTo>
                    <a:lnTo>
                      <a:pt x="2520" y="5576"/>
                    </a:lnTo>
                    <a:lnTo>
                      <a:pt x="2723" y="5671"/>
                    </a:lnTo>
                    <a:lnTo>
                      <a:pt x="2938" y="5743"/>
                    </a:lnTo>
                    <a:lnTo>
                      <a:pt x="3141" y="5815"/>
                    </a:lnTo>
                    <a:lnTo>
                      <a:pt x="3356" y="5874"/>
                    </a:lnTo>
                    <a:lnTo>
                      <a:pt x="3571" y="5910"/>
                    </a:lnTo>
                    <a:lnTo>
                      <a:pt x="3774" y="5946"/>
                    </a:lnTo>
                    <a:lnTo>
                      <a:pt x="3988" y="5970"/>
                    </a:lnTo>
                    <a:lnTo>
                      <a:pt x="4203" y="5982"/>
                    </a:lnTo>
                    <a:lnTo>
                      <a:pt x="4418" y="5982"/>
                    </a:lnTo>
                    <a:lnTo>
                      <a:pt x="4633" y="5970"/>
                    </a:lnTo>
                    <a:lnTo>
                      <a:pt x="4836" y="5958"/>
                    </a:lnTo>
                    <a:lnTo>
                      <a:pt x="5051" y="5922"/>
                    </a:lnTo>
                    <a:lnTo>
                      <a:pt x="5254" y="5886"/>
                    </a:lnTo>
                    <a:lnTo>
                      <a:pt x="5457" y="5839"/>
                    </a:lnTo>
                    <a:lnTo>
                      <a:pt x="5660" y="5779"/>
                    </a:lnTo>
                    <a:lnTo>
                      <a:pt x="5863" y="5707"/>
                    </a:lnTo>
                    <a:lnTo>
                      <a:pt x="6054" y="5636"/>
                    </a:lnTo>
                    <a:lnTo>
                      <a:pt x="6245" y="5552"/>
                    </a:lnTo>
                    <a:lnTo>
                      <a:pt x="6436" y="5456"/>
                    </a:lnTo>
                    <a:lnTo>
                      <a:pt x="6615" y="5349"/>
                    </a:lnTo>
                    <a:lnTo>
                      <a:pt x="6794" y="5230"/>
                    </a:lnTo>
                    <a:lnTo>
                      <a:pt x="6961" y="5110"/>
                    </a:lnTo>
                    <a:lnTo>
                      <a:pt x="7129" y="4979"/>
                    </a:lnTo>
                    <a:lnTo>
                      <a:pt x="7284" y="4848"/>
                    </a:lnTo>
                    <a:lnTo>
                      <a:pt x="7439" y="4704"/>
                    </a:lnTo>
                    <a:lnTo>
                      <a:pt x="7582" y="4549"/>
                    </a:lnTo>
                    <a:lnTo>
                      <a:pt x="7726" y="4382"/>
                    </a:lnTo>
                    <a:lnTo>
                      <a:pt x="7857" y="4215"/>
                    </a:lnTo>
                    <a:lnTo>
                      <a:pt x="7988" y="4036"/>
                    </a:lnTo>
                    <a:lnTo>
                      <a:pt x="8096" y="3857"/>
                    </a:lnTo>
                    <a:lnTo>
                      <a:pt x="8203" y="3666"/>
                    </a:lnTo>
                    <a:lnTo>
                      <a:pt x="8311" y="3475"/>
                    </a:lnTo>
                    <a:lnTo>
                      <a:pt x="8394" y="3260"/>
                    </a:lnTo>
                    <a:lnTo>
                      <a:pt x="8490" y="2997"/>
                    </a:lnTo>
                    <a:lnTo>
                      <a:pt x="8573" y="2722"/>
                    </a:lnTo>
                    <a:lnTo>
                      <a:pt x="8633" y="2448"/>
                    </a:lnTo>
                    <a:lnTo>
                      <a:pt x="8681" y="2173"/>
                    </a:lnTo>
                    <a:lnTo>
                      <a:pt x="4359" y="1636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5852234" y="56611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5424660" y="70527"/>
                <a:ext cx="50929" cy="101822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2795" extrusionOk="0">
                    <a:moveTo>
                      <a:pt x="1183" y="0"/>
                    </a:moveTo>
                    <a:lnTo>
                      <a:pt x="1171" y="12"/>
                    </a:lnTo>
                    <a:lnTo>
                      <a:pt x="1230" y="192"/>
                    </a:lnTo>
                    <a:lnTo>
                      <a:pt x="1278" y="383"/>
                    </a:lnTo>
                    <a:lnTo>
                      <a:pt x="1314" y="562"/>
                    </a:lnTo>
                    <a:lnTo>
                      <a:pt x="1338" y="741"/>
                    </a:lnTo>
                    <a:lnTo>
                      <a:pt x="1362" y="932"/>
                    </a:lnTo>
                    <a:lnTo>
                      <a:pt x="1350" y="1123"/>
                    </a:lnTo>
                    <a:lnTo>
                      <a:pt x="1338" y="1302"/>
                    </a:lnTo>
                    <a:lnTo>
                      <a:pt x="1314" y="1493"/>
                    </a:lnTo>
                    <a:lnTo>
                      <a:pt x="1266" y="1636"/>
                    </a:lnTo>
                    <a:lnTo>
                      <a:pt x="1219" y="1791"/>
                    </a:lnTo>
                    <a:lnTo>
                      <a:pt x="1147" y="1935"/>
                    </a:lnTo>
                    <a:lnTo>
                      <a:pt x="1075" y="2066"/>
                    </a:lnTo>
                    <a:lnTo>
                      <a:pt x="980" y="2197"/>
                    </a:lnTo>
                    <a:lnTo>
                      <a:pt x="884" y="2317"/>
                    </a:lnTo>
                    <a:lnTo>
                      <a:pt x="765" y="2424"/>
                    </a:lnTo>
                    <a:lnTo>
                      <a:pt x="645" y="2520"/>
                    </a:lnTo>
                    <a:lnTo>
                      <a:pt x="502" y="2603"/>
                    </a:lnTo>
                    <a:lnTo>
                      <a:pt x="347" y="2675"/>
                    </a:lnTo>
                    <a:lnTo>
                      <a:pt x="180" y="2723"/>
                    </a:lnTo>
                    <a:lnTo>
                      <a:pt x="13" y="2759"/>
                    </a:lnTo>
                    <a:lnTo>
                      <a:pt x="1" y="2759"/>
                    </a:lnTo>
                    <a:lnTo>
                      <a:pt x="1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168" y="2770"/>
                    </a:lnTo>
                    <a:lnTo>
                      <a:pt x="311" y="2723"/>
                    </a:lnTo>
                    <a:lnTo>
                      <a:pt x="454" y="2675"/>
                    </a:lnTo>
                    <a:lnTo>
                      <a:pt x="586" y="2603"/>
                    </a:lnTo>
                    <a:lnTo>
                      <a:pt x="705" y="2520"/>
                    </a:lnTo>
                    <a:lnTo>
                      <a:pt x="825" y="2424"/>
                    </a:lnTo>
                    <a:lnTo>
                      <a:pt x="932" y="2317"/>
                    </a:lnTo>
                    <a:lnTo>
                      <a:pt x="1028" y="2197"/>
                    </a:lnTo>
                    <a:lnTo>
                      <a:pt x="1123" y="2054"/>
                    </a:lnTo>
                    <a:lnTo>
                      <a:pt x="1207" y="1899"/>
                    </a:lnTo>
                    <a:lnTo>
                      <a:pt x="1278" y="1732"/>
                    </a:lnTo>
                    <a:lnTo>
                      <a:pt x="1326" y="1565"/>
                    </a:lnTo>
                    <a:lnTo>
                      <a:pt x="1362" y="1385"/>
                    </a:lnTo>
                    <a:lnTo>
                      <a:pt x="1386" y="1218"/>
                    </a:lnTo>
                    <a:lnTo>
                      <a:pt x="1398" y="1039"/>
                    </a:lnTo>
                    <a:lnTo>
                      <a:pt x="1386" y="860"/>
                    </a:lnTo>
                    <a:lnTo>
                      <a:pt x="1362" y="645"/>
                    </a:lnTo>
                    <a:lnTo>
                      <a:pt x="1326" y="430"/>
                    </a:lnTo>
                    <a:lnTo>
                      <a:pt x="1278" y="215"/>
                    </a:lnTo>
                    <a:lnTo>
                      <a:pt x="1207" y="12"/>
                    </a:lnTo>
                    <a:lnTo>
                      <a:pt x="120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5852234" y="9314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459888" y="121856"/>
                <a:ext cx="153589" cy="102259"/>
              </a:xfrm>
              <a:custGeom>
                <a:avLst/>
                <a:gdLst/>
                <a:ahLst/>
                <a:cxnLst/>
                <a:rect l="l" t="t" r="r" b="b"/>
                <a:pathLst>
                  <a:path w="4216" h="2807" extrusionOk="0">
                    <a:moveTo>
                      <a:pt x="4072" y="0"/>
                    </a:moveTo>
                    <a:lnTo>
                      <a:pt x="3941" y="24"/>
                    </a:lnTo>
                    <a:lnTo>
                      <a:pt x="3833" y="60"/>
                    </a:lnTo>
                    <a:lnTo>
                      <a:pt x="3714" y="108"/>
                    </a:lnTo>
                    <a:lnTo>
                      <a:pt x="3607" y="168"/>
                    </a:lnTo>
                    <a:lnTo>
                      <a:pt x="3511" y="239"/>
                    </a:lnTo>
                    <a:lnTo>
                      <a:pt x="3416" y="311"/>
                    </a:lnTo>
                    <a:lnTo>
                      <a:pt x="3320" y="394"/>
                    </a:lnTo>
                    <a:lnTo>
                      <a:pt x="3236" y="490"/>
                    </a:lnTo>
                    <a:lnTo>
                      <a:pt x="3153" y="585"/>
                    </a:lnTo>
                    <a:lnTo>
                      <a:pt x="2998" y="788"/>
                    </a:lnTo>
                    <a:lnTo>
                      <a:pt x="2866" y="1003"/>
                    </a:lnTo>
                    <a:lnTo>
                      <a:pt x="2747" y="1218"/>
                    </a:lnTo>
                    <a:lnTo>
                      <a:pt x="2616" y="1457"/>
                    </a:lnTo>
                    <a:lnTo>
                      <a:pt x="2484" y="1684"/>
                    </a:lnTo>
                    <a:lnTo>
                      <a:pt x="2329" y="1911"/>
                    </a:lnTo>
                    <a:lnTo>
                      <a:pt x="2245" y="2018"/>
                    </a:lnTo>
                    <a:lnTo>
                      <a:pt x="2150" y="2126"/>
                    </a:lnTo>
                    <a:lnTo>
                      <a:pt x="2054" y="2221"/>
                    </a:lnTo>
                    <a:lnTo>
                      <a:pt x="1959" y="2305"/>
                    </a:lnTo>
                    <a:lnTo>
                      <a:pt x="1840" y="2376"/>
                    </a:lnTo>
                    <a:lnTo>
                      <a:pt x="1732" y="2448"/>
                    </a:lnTo>
                    <a:lnTo>
                      <a:pt x="1613" y="2508"/>
                    </a:lnTo>
                    <a:lnTo>
                      <a:pt x="1493" y="2567"/>
                    </a:lnTo>
                    <a:lnTo>
                      <a:pt x="1362" y="2603"/>
                    </a:lnTo>
                    <a:lnTo>
                      <a:pt x="1231" y="2651"/>
                    </a:lnTo>
                    <a:lnTo>
                      <a:pt x="1087" y="2675"/>
                    </a:lnTo>
                    <a:lnTo>
                      <a:pt x="932" y="2711"/>
                    </a:lnTo>
                    <a:lnTo>
                      <a:pt x="634" y="2746"/>
                    </a:lnTo>
                    <a:lnTo>
                      <a:pt x="323" y="2758"/>
                    </a:lnTo>
                    <a:lnTo>
                      <a:pt x="25" y="2770"/>
                    </a:lnTo>
                    <a:lnTo>
                      <a:pt x="13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25" y="2806"/>
                    </a:lnTo>
                    <a:lnTo>
                      <a:pt x="275" y="2794"/>
                    </a:lnTo>
                    <a:lnTo>
                      <a:pt x="538" y="2782"/>
                    </a:lnTo>
                    <a:lnTo>
                      <a:pt x="801" y="2758"/>
                    </a:lnTo>
                    <a:lnTo>
                      <a:pt x="1052" y="2723"/>
                    </a:lnTo>
                    <a:lnTo>
                      <a:pt x="1314" y="2663"/>
                    </a:lnTo>
                    <a:lnTo>
                      <a:pt x="1434" y="2627"/>
                    </a:lnTo>
                    <a:lnTo>
                      <a:pt x="1553" y="2579"/>
                    </a:lnTo>
                    <a:lnTo>
                      <a:pt x="1672" y="2520"/>
                    </a:lnTo>
                    <a:lnTo>
                      <a:pt x="1780" y="2460"/>
                    </a:lnTo>
                    <a:lnTo>
                      <a:pt x="1899" y="2388"/>
                    </a:lnTo>
                    <a:lnTo>
                      <a:pt x="1995" y="2317"/>
                    </a:lnTo>
                    <a:lnTo>
                      <a:pt x="2102" y="2233"/>
                    </a:lnTo>
                    <a:lnTo>
                      <a:pt x="2198" y="2138"/>
                    </a:lnTo>
                    <a:lnTo>
                      <a:pt x="2281" y="2030"/>
                    </a:lnTo>
                    <a:lnTo>
                      <a:pt x="2365" y="1923"/>
                    </a:lnTo>
                    <a:lnTo>
                      <a:pt x="2508" y="1708"/>
                    </a:lnTo>
                    <a:lnTo>
                      <a:pt x="2639" y="1481"/>
                    </a:lnTo>
                    <a:lnTo>
                      <a:pt x="2902" y="1015"/>
                    </a:lnTo>
                    <a:lnTo>
                      <a:pt x="3045" y="788"/>
                    </a:lnTo>
                    <a:lnTo>
                      <a:pt x="3117" y="681"/>
                    </a:lnTo>
                    <a:lnTo>
                      <a:pt x="3201" y="573"/>
                    </a:lnTo>
                    <a:lnTo>
                      <a:pt x="3308" y="466"/>
                    </a:lnTo>
                    <a:lnTo>
                      <a:pt x="3416" y="370"/>
                    </a:lnTo>
                    <a:lnTo>
                      <a:pt x="3523" y="275"/>
                    </a:lnTo>
                    <a:lnTo>
                      <a:pt x="3642" y="191"/>
                    </a:lnTo>
                    <a:lnTo>
                      <a:pt x="3774" y="132"/>
                    </a:lnTo>
                    <a:lnTo>
                      <a:pt x="3905" y="72"/>
                    </a:lnTo>
                    <a:lnTo>
                      <a:pt x="4048" y="48"/>
                    </a:lnTo>
                    <a:lnTo>
                      <a:pt x="4204" y="36"/>
                    </a:lnTo>
                    <a:lnTo>
                      <a:pt x="4215" y="24"/>
                    </a:lnTo>
                    <a:lnTo>
                      <a:pt x="4215" y="12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581235" y="128814"/>
                <a:ext cx="136613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3750" h="2640" extrusionOk="0">
                    <a:moveTo>
                      <a:pt x="2592" y="0"/>
                    </a:moveTo>
                    <a:lnTo>
                      <a:pt x="2592" y="12"/>
                    </a:lnTo>
                    <a:lnTo>
                      <a:pt x="2508" y="215"/>
                    </a:lnTo>
                    <a:lnTo>
                      <a:pt x="2413" y="418"/>
                    </a:lnTo>
                    <a:lnTo>
                      <a:pt x="2293" y="597"/>
                    </a:lnTo>
                    <a:lnTo>
                      <a:pt x="2150" y="765"/>
                    </a:lnTo>
                    <a:lnTo>
                      <a:pt x="1983" y="908"/>
                    </a:lnTo>
                    <a:lnTo>
                      <a:pt x="1804" y="1039"/>
                    </a:lnTo>
                    <a:lnTo>
                      <a:pt x="1625" y="1135"/>
                    </a:lnTo>
                    <a:lnTo>
                      <a:pt x="1422" y="1230"/>
                    </a:lnTo>
                    <a:lnTo>
                      <a:pt x="1064" y="1350"/>
                    </a:lnTo>
                    <a:lnTo>
                      <a:pt x="873" y="1409"/>
                    </a:lnTo>
                    <a:lnTo>
                      <a:pt x="693" y="1481"/>
                    </a:lnTo>
                    <a:lnTo>
                      <a:pt x="514" y="1564"/>
                    </a:lnTo>
                    <a:lnTo>
                      <a:pt x="359" y="1660"/>
                    </a:lnTo>
                    <a:lnTo>
                      <a:pt x="288" y="1720"/>
                    </a:lnTo>
                    <a:lnTo>
                      <a:pt x="216" y="1791"/>
                    </a:lnTo>
                    <a:lnTo>
                      <a:pt x="156" y="1863"/>
                    </a:lnTo>
                    <a:lnTo>
                      <a:pt x="96" y="1935"/>
                    </a:lnTo>
                    <a:lnTo>
                      <a:pt x="49" y="2018"/>
                    </a:lnTo>
                    <a:lnTo>
                      <a:pt x="25" y="2102"/>
                    </a:lnTo>
                    <a:lnTo>
                      <a:pt x="1" y="2197"/>
                    </a:lnTo>
                    <a:lnTo>
                      <a:pt x="1" y="2281"/>
                    </a:lnTo>
                    <a:lnTo>
                      <a:pt x="13" y="2364"/>
                    </a:lnTo>
                    <a:lnTo>
                      <a:pt x="49" y="2448"/>
                    </a:lnTo>
                    <a:lnTo>
                      <a:pt x="96" y="2520"/>
                    </a:lnTo>
                    <a:lnTo>
                      <a:pt x="180" y="2567"/>
                    </a:lnTo>
                    <a:lnTo>
                      <a:pt x="264" y="2603"/>
                    </a:lnTo>
                    <a:lnTo>
                      <a:pt x="359" y="2627"/>
                    </a:lnTo>
                    <a:lnTo>
                      <a:pt x="455" y="2639"/>
                    </a:lnTo>
                    <a:lnTo>
                      <a:pt x="801" y="2639"/>
                    </a:lnTo>
                    <a:lnTo>
                      <a:pt x="1040" y="2627"/>
                    </a:lnTo>
                    <a:lnTo>
                      <a:pt x="1267" y="2591"/>
                    </a:lnTo>
                    <a:lnTo>
                      <a:pt x="1493" y="2532"/>
                    </a:lnTo>
                    <a:lnTo>
                      <a:pt x="1720" y="2472"/>
                    </a:lnTo>
                    <a:lnTo>
                      <a:pt x="1923" y="2388"/>
                    </a:lnTo>
                    <a:lnTo>
                      <a:pt x="2138" y="2281"/>
                    </a:lnTo>
                    <a:lnTo>
                      <a:pt x="2341" y="2173"/>
                    </a:lnTo>
                    <a:lnTo>
                      <a:pt x="2532" y="2042"/>
                    </a:lnTo>
                    <a:lnTo>
                      <a:pt x="2711" y="1899"/>
                    </a:lnTo>
                    <a:lnTo>
                      <a:pt x="2890" y="1732"/>
                    </a:lnTo>
                    <a:lnTo>
                      <a:pt x="3069" y="1553"/>
                    </a:lnTo>
                    <a:lnTo>
                      <a:pt x="3225" y="1362"/>
                    </a:lnTo>
                    <a:lnTo>
                      <a:pt x="3356" y="1159"/>
                    </a:lnTo>
                    <a:lnTo>
                      <a:pt x="3487" y="956"/>
                    </a:lnTo>
                    <a:lnTo>
                      <a:pt x="3595" y="729"/>
                    </a:lnTo>
                    <a:lnTo>
                      <a:pt x="3678" y="502"/>
                    </a:lnTo>
                    <a:lnTo>
                      <a:pt x="3750" y="263"/>
                    </a:lnTo>
                    <a:lnTo>
                      <a:pt x="3750" y="251"/>
                    </a:lnTo>
                    <a:lnTo>
                      <a:pt x="3738" y="239"/>
                    </a:lnTo>
                    <a:lnTo>
                      <a:pt x="3726" y="239"/>
                    </a:lnTo>
                    <a:lnTo>
                      <a:pt x="3714" y="251"/>
                    </a:lnTo>
                    <a:lnTo>
                      <a:pt x="3654" y="466"/>
                    </a:lnTo>
                    <a:lnTo>
                      <a:pt x="3583" y="657"/>
                    </a:lnTo>
                    <a:lnTo>
                      <a:pt x="3487" y="860"/>
                    </a:lnTo>
                    <a:lnTo>
                      <a:pt x="3392" y="1051"/>
                    </a:lnTo>
                    <a:lnTo>
                      <a:pt x="3272" y="1230"/>
                    </a:lnTo>
                    <a:lnTo>
                      <a:pt x="3141" y="1409"/>
                    </a:lnTo>
                    <a:lnTo>
                      <a:pt x="3010" y="1564"/>
                    </a:lnTo>
                    <a:lnTo>
                      <a:pt x="2855" y="1732"/>
                    </a:lnTo>
                    <a:lnTo>
                      <a:pt x="2687" y="1875"/>
                    </a:lnTo>
                    <a:lnTo>
                      <a:pt x="2508" y="2018"/>
                    </a:lnTo>
                    <a:lnTo>
                      <a:pt x="2317" y="2138"/>
                    </a:lnTo>
                    <a:lnTo>
                      <a:pt x="2126" y="2245"/>
                    </a:lnTo>
                    <a:lnTo>
                      <a:pt x="1923" y="2352"/>
                    </a:lnTo>
                    <a:lnTo>
                      <a:pt x="1708" y="2424"/>
                    </a:lnTo>
                    <a:lnTo>
                      <a:pt x="1493" y="2496"/>
                    </a:lnTo>
                    <a:lnTo>
                      <a:pt x="1279" y="2544"/>
                    </a:lnTo>
                    <a:lnTo>
                      <a:pt x="1040" y="2591"/>
                    </a:lnTo>
                    <a:lnTo>
                      <a:pt x="801" y="2603"/>
                    </a:lnTo>
                    <a:lnTo>
                      <a:pt x="574" y="2615"/>
                    </a:lnTo>
                    <a:lnTo>
                      <a:pt x="467" y="2603"/>
                    </a:lnTo>
                    <a:lnTo>
                      <a:pt x="359" y="2591"/>
                    </a:lnTo>
                    <a:lnTo>
                      <a:pt x="252" y="2567"/>
                    </a:lnTo>
                    <a:lnTo>
                      <a:pt x="156" y="2508"/>
                    </a:lnTo>
                    <a:lnTo>
                      <a:pt x="120" y="2484"/>
                    </a:lnTo>
                    <a:lnTo>
                      <a:pt x="85" y="2436"/>
                    </a:lnTo>
                    <a:lnTo>
                      <a:pt x="61" y="2388"/>
                    </a:lnTo>
                    <a:lnTo>
                      <a:pt x="37" y="2341"/>
                    </a:lnTo>
                    <a:lnTo>
                      <a:pt x="37" y="2293"/>
                    </a:lnTo>
                    <a:lnTo>
                      <a:pt x="37" y="2233"/>
                    </a:lnTo>
                    <a:lnTo>
                      <a:pt x="49" y="2138"/>
                    </a:lnTo>
                    <a:lnTo>
                      <a:pt x="85" y="2030"/>
                    </a:lnTo>
                    <a:lnTo>
                      <a:pt x="132" y="1947"/>
                    </a:lnTo>
                    <a:lnTo>
                      <a:pt x="192" y="1863"/>
                    </a:lnTo>
                    <a:lnTo>
                      <a:pt x="252" y="1791"/>
                    </a:lnTo>
                    <a:lnTo>
                      <a:pt x="323" y="1732"/>
                    </a:lnTo>
                    <a:lnTo>
                      <a:pt x="407" y="1672"/>
                    </a:lnTo>
                    <a:lnTo>
                      <a:pt x="562" y="1576"/>
                    </a:lnTo>
                    <a:lnTo>
                      <a:pt x="741" y="1493"/>
                    </a:lnTo>
                    <a:lnTo>
                      <a:pt x="920" y="1433"/>
                    </a:lnTo>
                    <a:lnTo>
                      <a:pt x="1099" y="1373"/>
                    </a:lnTo>
                    <a:lnTo>
                      <a:pt x="1290" y="1314"/>
                    </a:lnTo>
                    <a:lnTo>
                      <a:pt x="1458" y="1242"/>
                    </a:lnTo>
                    <a:lnTo>
                      <a:pt x="1661" y="1159"/>
                    </a:lnTo>
                    <a:lnTo>
                      <a:pt x="1840" y="1051"/>
                    </a:lnTo>
                    <a:lnTo>
                      <a:pt x="2019" y="932"/>
                    </a:lnTo>
                    <a:lnTo>
                      <a:pt x="2174" y="788"/>
                    </a:lnTo>
                    <a:lnTo>
                      <a:pt x="2317" y="621"/>
                    </a:lnTo>
                    <a:lnTo>
                      <a:pt x="2449" y="430"/>
                    </a:lnTo>
                    <a:lnTo>
                      <a:pt x="2544" y="227"/>
                    </a:lnTo>
                    <a:lnTo>
                      <a:pt x="2616" y="24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5852234" y="130125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36"/>
                    </a:lnTo>
                    <a:lnTo>
                      <a:pt x="1875" y="12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5492529" y="155772"/>
                <a:ext cx="26120" cy="26995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1" extrusionOk="0">
                    <a:moveTo>
                      <a:pt x="406" y="36"/>
                    </a:moveTo>
                    <a:lnTo>
                      <a:pt x="454" y="48"/>
                    </a:lnTo>
                    <a:lnTo>
                      <a:pt x="502" y="72"/>
                    </a:lnTo>
                    <a:lnTo>
                      <a:pt x="561" y="96"/>
                    </a:lnTo>
                    <a:lnTo>
                      <a:pt x="621" y="168"/>
                    </a:lnTo>
                    <a:lnTo>
                      <a:pt x="657" y="251"/>
                    </a:lnTo>
                    <a:lnTo>
                      <a:pt x="681" y="335"/>
                    </a:lnTo>
                    <a:lnTo>
                      <a:pt x="681" y="430"/>
                    </a:lnTo>
                    <a:lnTo>
                      <a:pt x="669" y="478"/>
                    </a:lnTo>
                    <a:lnTo>
                      <a:pt x="645" y="526"/>
                    </a:lnTo>
                    <a:lnTo>
                      <a:pt x="609" y="574"/>
                    </a:lnTo>
                    <a:lnTo>
                      <a:pt x="573" y="610"/>
                    </a:lnTo>
                    <a:lnTo>
                      <a:pt x="490" y="669"/>
                    </a:lnTo>
                    <a:lnTo>
                      <a:pt x="442" y="693"/>
                    </a:lnTo>
                    <a:lnTo>
                      <a:pt x="394" y="705"/>
                    </a:lnTo>
                    <a:lnTo>
                      <a:pt x="287" y="705"/>
                    </a:lnTo>
                    <a:lnTo>
                      <a:pt x="239" y="693"/>
                    </a:lnTo>
                    <a:lnTo>
                      <a:pt x="191" y="669"/>
                    </a:lnTo>
                    <a:lnTo>
                      <a:pt x="156" y="645"/>
                    </a:lnTo>
                    <a:lnTo>
                      <a:pt x="120" y="610"/>
                    </a:lnTo>
                    <a:lnTo>
                      <a:pt x="84" y="562"/>
                    </a:lnTo>
                    <a:lnTo>
                      <a:pt x="60" y="526"/>
                    </a:lnTo>
                    <a:lnTo>
                      <a:pt x="48" y="466"/>
                    </a:lnTo>
                    <a:lnTo>
                      <a:pt x="36" y="419"/>
                    </a:lnTo>
                    <a:lnTo>
                      <a:pt x="36" y="359"/>
                    </a:lnTo>
                    <a:lnTo>
                      <a:pt x="36" y="299"/>
                    </a:lnTo>
                    <a:lnTo>
                      <a:pt x="48" y="251"/>
                    </a:lnTo>
                    <a:lnTo>
                      <a:pt x="72" y="204"/>
                    </a:lnTo>
                    <a:lnTo>
                      <a:pt x="108" y="156"/>
                    </a:lnTo>
                    <a:lnTo>
                      <a:pt x="144" y="120"/>
                    </a:lnTo>
                    <a:lnTo>
                      <a:pt x="239" y="72"/>
                    </a:lnTo>
                    <a:lnTo>
                      <a:pt x="299" y="48"/>
                    </a:lnTo>
                    <a:lnTo>
                      <a:pt x="347" y="36"/>
                    </a:lnTo>
                    <a:close/>
                    <a:moveTo>
                      <a:pt x="335" y="1"/>
                    </a:moveTo>
                    <a:lnTo>
                      <a:pt x="263" y="25"/>
                    </a:lnTo>
                    <a:lnTo>
                      <a:pt x="191" y="48"/>
                    </a:lnTo>
                    <a:lnTo>
                      <a:pt x="134" y="87"/>
                    </a:lnTo>
                    <a:lnTo>
                      <a:pt x="132" y="84"/>
                    </a:lnTo>
                    <a:lnTo>
                      <a:pt x="120" y="96"/>
                    </a:lnTo>
                    <a:lnTo>
                      <a:pt x="84" y="132"/>
                    </a:lnTo>
                    <a:lnTo>
                      <a:pt x="48" y="180"/>
                    </a:lnTo>
                    <a:lnTo>
                      <a:pt x="24" y="227"/>
                    </a:lnTo>
                    <a:lnTo>
                      <a:pt x="12" y="275"/>
                    </a:lnTo>
                    <a:lnTo>
                      <a:pt x="0" y="335"/>
                    </a:lnTo>
                    <a:lnTo>
                      <a:pt x="0" y="383"/>
                    </a:lnTo>
                    <a:lnTo>
                      <a:pt x="12" y="490"/>
                    </a:lnTo>
                    <a:lnTo>
                      <a:pt x="36" y="550"/>
                    </a:lnTo>
                    <a:lnTo>
                      <a:pt x="60" y="598"/>
                    </a:lnTo>
                    <a:lnTo>
                      <a:pt x="96" y="633"/>
                    </a:lnTo>
                    <a:lnTo>
                      <a:pt x="132" y="669"/>
                    </a:lnTo>
                    <a:lnTo>
                      <a:pt x="179" y="705"/>
                    </a:lnTo>
                    <a:lnTo>
                      <a:pt x="227" y="729"/>
                    </a:lnTo>
                    <a:lnTo>
                      <a:pt x="275" y="741"/>
                    </a:lnTo>
                    <a:lnTo>
                      <a:pt x="394" y="741"/>
                    </a:lnTo>
                    <a:lnTo>
                      <a:pt x="454" y="717"/>
                    </a:lnTo>
                    <a:lnTo>
                      <a:pt x="502" y="705"/>
                    </a:lnTo>
                    <a:lnTo>
                      <a:pt x="550" y="669"/>
                    </a:lnTo>
                    <a:lnTo>
                      <a:pt x="597" y="633"/>
                    </a:lnTo>
                    <a:lnTo>
                      <a:pt x="633" y="598"/>
                    </a:lnTo>
                    <a:lnTo>
                      <a:pt x="669" y="550"/>
                    </a:lnTo>
                    <a:lnTo>
                      <a:pt x="693" y="490"/>
                    </a:lnTo>
                    <a:lnTo>
                      <a:pt x="717" y="442"/>
                    </a:lnTo>
                    <a:lnTo>
                      <a:pt x="717" y="395"/>
                    </a:lnTo>
                    <a:lnTo>
                      <a:pt x="717" y="347"/>
                    </a:lnTo>
                    <a:lnTo>
                      <a:pt x="705" y="287"/>
                    </a:lnTo>
                    <a:lnTo>
                      <a:pt x="669" y="192"/>
                    </a:lnTo>
                    <a:lnTo>
                      <a:pt x="609" y="108"/>
                    </a:lnTo>
                    <a:lnTo>
                      <a:pt x="573" y="72"/>
                    </a:lnTo>
                    <a:lnTo>
                      <a:pt x="526" y="36"/>
                    </a:lnTo>
                    <a:lnTo>
                      <a:pt x="466" y="13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5852234" y="26363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5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5852234" y="300178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5445097" y="329759"/>
                <a:ext cx="270602" cy="20750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5696" fill="none" extrusionOk="0">
                    <a:moveTo>
                      <a:pt x="7224" y="5696"/>
                    </a:moveTo>
                    <a:lnTo>
                      <a:pt x="204" y="5696"/>
                    </a:lnTo>
                    <a:lnTo>
                      <a:pt x="204" y="5696"/>
                    </a:lnTo>
                    <a:lnTo>
                      <a:pt x="156" y="5696"/>
                    </a:lnTo>
                    <a:lnTo>
                      <a:pt x="120" y="5684"/>
                    </a:lnTo>
                    <a:lnTo>
                      <a:pt x="84" y="5660"/>
                    </a:lnTo>
                    <a:lnTo>
                      <a:pt x="61" y="5636"/>
                    </a:lnTo>
                    <a:lnTo>
                      <a:pt x="37" y="5600"/>
                    </a:lnTo>
                    <a:lnTo>
                      <a:pt x="13" y="5564"/>
                    </a:lnTo>
                    <a:lnTo>
                      <a:pt x="1" y="5528"/>
                    </a:lnTo>
                    <a:lnTo>
                      <a:pt x="1" y="5493"/>
                    </a:lnTo>
                    <a:lnTo>
                      <a:pt x="1" y="203"/>
                    </a:lnTo>
                    <a:lnTo>
                      <a:pt x="1" y="203"/>
                    </a:lnTo>
                    <a:lnTo>
                      <a:pt x="1" y="168"/>
                    </a:lnTo>
                    <a:lnTo>
                      <a:pt x="13" y="132"/>
                    </a:lnTo>
                    <a:lnTo>
                      <a:pt x="37" y="96"/>
                    </a:lnTo>
                    <a:lnTo>
                      <a:pt x="61" y="60"/>
                    </a:lnTo>
                    <a:lnTo>
                      <a:pt x="84" y="36"/>
                    </a:lnTo>
                    <a:lnTo>
                      <a:pt x="120" y="24"/>
                    </a:lnTo>
                    <a:lnTo>
                      <a:pt x="156" y="12"/>
                    </a:lnTo>
                    <a:lnTo>
                      <a:pt x="204" y="0"/>
                    </a:lnTo>
                    <a:lnTo>
                      <a:pt x="7224" y="0"/>
                    </a:lnTo>
                    <a:lnTo>
                      <a:pt x="7224" y="0"/>
                    </a:lnTo>
                    <a:lnTo>
                      <a:pt x="7260" y="12"/>
                    </a:lnTo>
                    <a:lnTo>
                      <a:pt x="7296" y="24"/>
                    </a:lnTo>
                    <a:lnTo>
                      <a:pt x="7332" y="36"/>
                    </a:lnTo>
                    <a:lnTo>
                      <a:pt x="7368" y="60"/>
                    </a:lnTo>
                    <a:lnTo>
                      <a:pt x="7391" y="96"/>
                    </a:lnTo>
                    <a:lnTo>
                      <a:pt x="7403" y="132"/>
                    </a:lnTo>
                    <a:lnTo>
                      <a:pt x="7415" y="168"/>
                    </a:lnTo>
                    <a:lnTo>
                      <a:pt x="7427" y="203"/>
                    </a:lnTo>
                    <a:lnTo>
                      <a:pt x="7427" y="5493"/>
                    </a:lnTo>
                    <a:lnTo>
                      <a:pt x="7427" y="5493"/>
                    </a:lnTo>
                    <a:lnTo>
                      <a:pt x="7415" y="5528"/>
                    </a:lnTo>
                    <a:lnTo>
                      <a:pt x="7403" y="5564"/>
                    </a:lnTo>
                    <a:lnTo>
                      <a:pt x="7391" y="5600"/>
                    </a:lnTo>
                    <a:lnTo>
                      <a:pt x="7368" y="5636"/>
                    </a:lnTo>
                    <a:lnTo>
                      <a:pt x="7332" y="5660"/>
                    </a:lnTo>
                    <a:lnTo>
                      <a:pt x="7296" y="5684"/>
                    </a:lnTo>
                    <a:lnTo>
                      <a:pt x="7260" y="5696"/>
                    </a:lnTo>
                    <a:lnTo>
                      <a:pt x="7224" y="5696"/>
                    </a:lnTo>
                    <a:lnTo>
                      <a:pt x="7224" y="569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5852234" y="337154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5525133" y="364112"/>
                <a:ext cx="48743" cy="4830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326" fill="none" extrusionOk="0">
                    <a:moveTo>
                      <a:pt x="1326" y="753"/>
                    </a:moveTo>
                    <a:lnTo>
                      <a:pt x="1326" y="753"/>
                    </a:lnTo>
                    <a:lnTo>
                      <a:pt x="1302" y="884"/>
                    </a:lnTo>
                    <a:lnTo>
                      <a:pt x="1242" y="1004"/>
                    </a:lnTo>
                    <a:lnTo>
                      <a:pt x="1171" y="1099"/>
                    </a:lnTo>
                    <a:lnTo>
                      <a:pt x="1075" y="1195"/>
                    </a:lnTo>
                    <a:lnTo>
                      <a:pt x="968" y="1254"/>
                    </a:lnTo>
                    <a:lnTo>
                      <a:pt x="848" y="1302"/>
                    </a:lnTo>
                    <a:lnTo>
                      <a:pt x="717" y="1326"/>
                    </a:lnTo>
                    <a:lnTo>
                      <a:pt x="586" y="1326"/>
                    </a:lnTo>
                    <a:lnTo>
                      <a:pt x="586" y="1326"/>
                    </a:lnTo>
                    <a:lnTo>
                      <a:pt x="454" y="1302"/>
                    </a:lnTo>
                    <a:lnTo>
                      <a:pt x="335" y="1242"/>
                    </a:lnTo>
                    <a:lnTo>
                      <a:pt x="228" y="1171"/>
                    </a:lnTo>
                    <a:lnTo>
                      <a:pt x="144" y="1075"/>
                    </a:lnTo>
                    <a:lnTo>
                      <a:pt x="72" y="968"/>
                    </a:lnTo>
                    <a:lnTo>
                      <a:pt x="25" y="848"/>
                    </a:lnTo>
                    <a:lnTo>
                      <a:pt x="1" y="717"/>
                    </a:lnTo>
                    <a:lnTo>
                      <a:pt x="1" y="586"/>
                    </a:lnTo>
                    <a:lnTo>
                      <a:pt x="1" y="586"/>
                    </a:lnTo>
                    <a:lnTo>
                      <a:pt x="37" y="454"/>
                    </a:lnTo>
                    <a:lnTo>
                      <a:pt x="84" y="335"/>
                    </a:lnTo>
                    <a:lnTo>
                      <a:pt x="168" y="228"/>
                    </a:lnTo>
                    <a:lnTo>
                      <a:pt x="263" y="144"/>
                    </a:lnTo>
                    <a:lnTo>
                      <a:pt x="371" y="72"/>
                    </a:lnTo>
                    <a:lnTo>
                      <a:pt x="490" y="25"/>
                    </a:lnTo>
                    <a:lnTo>
                      <a:pt x="610" y="1"/>
                    </a:lnTo>
                    <a:lnTo>
                      <a:pt x="753" y="1"/>
                    </a:lnTo>
                    <a:lnTo>
                      <a:pt x="753" y="1"/>
                    </a:lnTo>
                    <a:lnTo>
                      <a:pt x="884" y="37"/>
                    </a:lnTo>
                    <a:lnTo>
                      <a:pt x="1004" y="84"/>
                    </a:lnTo>
                    <a:lnTo>
                      <a:pt x="1111" y="168"/>
                    </a:lnTo>
                    <a:lnTo>
                      <a:pt x="1195" y="251"/>
                    </a:lnTo>
                    <a:lnTo>
                      <a:pt x="1266" y="359"/>
                    </a:lnTo>
                    <a:lnTo>
                      <a:pt x="1314" y="478"/>
                    </a:lnTo>
                    <a:lnTo>
                      <a:pt x="1338" y="610"/>
                    </a:lnTo>
                    <a:lnTo>
                      <a:pt x="1326" y="753"/>
                    </a:lnTo>
                    <a:lnTo>
                      <a:pt x="1326" y="75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5852234" y="374130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12" y="0"/>
                    </a:move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24"/>
                    </a:lnTo>
                    <a:lnTo>
                      <a:pt x="187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5443822" y="414129"/>
                <a:ext cx="272751" cy="73552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2019" extrusionOk="0">
                    <a:moveTo>
                      <a:pt x="7450" y="1"/>
                    </a:moveTo>
                    <a:lnTo>
                      <a:pt x="7259" y="48"/>
                    </a:lnTo>
                    <a:lnTo>
                      <a:pt x="7080" y="132"/>
                    </a:lnTo>
                    <a:lnTo>
                      <a:pt x="6913" y="216"/>
                    </a:lnTo>
                    <a:lnTo>
                      <a:pt x="6746" y="335"/>
                    </a:lnTo>
                    <a:lnTo>
                      <a:pt x="6615" y="442"/>
                    </a:lnTo>
                    <a:lnTo>
                      <a:pt x="6495" y="550"/>
                    </a:lnTo>
                    <a:lnTo>
                      <a:pt x="6388" y="681"/>
                    </a:lnTo>
                    <a:lnTo>
                      <a:pt x="6280" y="801"/>
                    </a:lnTo>
                    <a:lnTo>
                      <a:pt x="6065" y="1063"/>
                    </a:lnTo>
                    <a:lnTo>
                      <a:pt x="5958" y="1183"/>
                    </a:lnTo>
                    <a:lnTo>
                      <a:pt x="5839" y="1302"/>
                    </a:lnTo>
                    <a:lnTo>
                      <a:pt x="5671" y="1445"/>
                    </a:lnTo>
                    <a:lnTo>
                      <a:pt x="5504" y="1565"/>
                    </a:lnTo>
                    <a:lnTo>
                      <a:pt x="5313" y="1672"/>
                    </a:lnTo>
                    <a:lnTo>
                      <a:pt x="5122" y="1768"/>
                    </a:lnTo>
                    <a:lnTo>
                      <a:pt x="4907" y="1851"/>
                    </a:lnTo>
                    <a:lnTo>
                      <a:pt x="4680" y="1923"/>
                    </a:lnTo>
                    <a:lnTo>
                      <a:pt x="4561" y="1947"/>
                    </a:lnTo>
                    <a:lnTo>
                      <a:pt x="4442" y="1959"/>
                    </a:lnTo>
                    <a:lnTo>
                      <a:pt x="4203" y="1959"/>
                    </a:lnTo>
                    <a:lnTo>
                      <a:pt x="4083" y="1947"/>
                    </a:lnTo>
                    <a:lnTo>
                      <a:pt x="3976" y="1923"/>
                    </a:lnTo>
                    <a:lnTo>
                      <a:pt x="3868" y="1899"/>
                    </a:lnTo>
                    <a:lnTo>
                      <a:pt x="3761" y="1851"/>
                    </a:lnTo>
                    <a:lnTo>
                      <a:pt x="3654" y="1804"/>
                    </a:lnTo>
                    <a:lnTo>
                      <a:pt x="3558" y="1744"/>
                    </a:lnTo>
                    <a:lnTo>
                      <a:pt x="3463" y="1684"/>
                    </a:lnTo>
                    <a:lnTo>
                      <a:pt x="3367" y="1601"/>
                    </a:lnTo>
                    <a:lnTo>
                      <a:pt x="3188" y="1445"/>
                    </a:lnTo>
                    <a:lnTo>
                      <a:pt x="3021" y="1278"/>
                    </a:lnTo>
                    <a:lnTo>
                      <a:pt x="2854" y="1099"/>
                    </a:lnTo>
                    <a:lnTo>
                      <a:pt x="2675" y="944"/>
                    </a:lnTo>
                    <a:lnTo>
                      <a:pt x="2507" y="789"/>
                    </a:lnTo>
                    <a:lnTo>
                      <a:pt x="2316" y="657"/>
                    </a:lnTo>
                    <a:lnTo>
                      <a:pt x="2125" y="550"/>
                    </a:lnTo>
                    <a:lnTo>
                      <a:pt x="1934" y="442"/>
                    </a:lnTo>
                    <a:lnTo>
                      <a:pt x="1707" y="347"/>
                    </a:lnTo>
                    <a:lnTo>
                      <a:pt x="1469" y="275"/>
                    </a:lnTo>
                    <a:lnTo>
                      <a:pt x="1230" y="216"/>
                    </a:lnTo>
                    <a:lnTo>
                      <a:pt x="991" y="192"/>
                    </a:lnTo>
                    <a:lnTo>
                      <a:pt x="752" y="180"/>
                    </a:lnTo>
                    <a:lnTo>
                      <a:pt x="502" y="180"/>
                    </a:lnTo>
                    <a:lnTo>
                      <a:pt x="263" y="216"/>
                    </a:lnTo>
                    <a:lnTo>
                      <a:pt x="24" y="275"/>
                    </a:lnTo>
                    <a:lnTo>
                      <a:pt x="0" y="287"/>
                    </a:lnTo>
                    <a:lnTo>
                      <a:pt x="0" y="311"/>
                    </a:lnTo>
                    <a:lnTo>
                      <a:pt x="12" y="323"/>
                    </a:lnTo>
                    <a:lnTo>
                      <a:pt x="36" y="335"/>
                    </a:lnTo>
                    <a:lnTo>
                      <a:pt x="263" y="275"/>
                    </a:lnTo>
                    <a:lnTo>
                      <a:pt x="478" y="251"/>
                    </a:lnTo>
                    <a:lnTo>
                      <a:pt x="704" y="240"/>
                    </a:lnTo>
                    <a:lnTo>
                      <a:pt x="919" y="240"/>
                    </a:lnTo>
                    <a:lnTo>
                      <a:pt x="1146" y="263"/>
                    </a:lnTo>
                    <a:lnTo>
                      <a:pt x="1361" y="311"/>
                    </a:lnTo>
                    <a:lnTo>
                      <a:pt x="1576" y="371"/>
                    </a:lnTo>
                    <a:lnTo>
                      <a:pt x="1779" y="442"/>
                    </a:lnTo>
                    <a:lnTo>
                      <a:pt x="1994" y="538"/>
                    </a:lnTo>
                    <a:lnTo>
                      <a:pt x="2209" y="657"/>
                    </a:lnTo>
                    <a:lnTo>
                      <a:pt x="2400" y="789"/>
                    </a:lnTo>
                    <a:lnTo>
                      <a:pt x="2591" y="944"/>
                    </a:lnTo>
                    <a:lnTo>
                      <a:pt x="2758" y="1099"/>
                    </a:lnTo>
                    <a:lnTo>
                      <a:pt x="2925" y="1266"/>
                    </a:lnTo>
                    <a:lnTo>
                      <a:pt x="3092" y="1433"/>
                    </a:lnTo>
                    <a:lnTo>
                      <a:pt x="3260" y="1601"/>
                    </a:lnTo>
                    <a:lnTo>
                      <a:pt x="3439" y="1744"/>
                    </a:lnTo>
                    <a:lnTo>
                      <a:pt x="3534" y="1804"/>
                    </a:lnTo>
                    <a:lnTo>
                      <a:pt x="3630" y="1851"/>
                    </a:lnTo>
                    <a:lnTo>
                      <a:pt x="3725" y="1911"/>
                    </a:lnTo>
                    <a:lnTo>
                      <a:pt x="3833" y="1947"/>
                    </a:lnTo>
                    <a:lnTo>
                      <a:pt x="3940" y="1983"/>
                    </a:lnTo>
                    <a:lnTo>
                      <a:pt x="4048" y="2007"/>
                    </a:lnTo>
                    <a:lnTo>
                      <a:pt x="4155" y="2019"/>
                    </a:lnTo>
                    <a:lnTo>
                      <a:pt x="4262" y="2019"/>
                    </a:lnTo>
                    <a:lnTo>
                      <a:pt x="4489" y="2007"/>
                    </a:lnTo>
                    <a:lnTo>
                      <a:pt x="4692" y="1971"/>
                    </a:lnTo>
                    <a:lnTo>
                      <a:pt x="4907" y="1911"/>
                    </a:lnTo>
                    <a:lnTo>
                      <a:pt x="5122" y="1827"/>
                    </a:lnTo>
                    <a:lnTo>
                      <a:pt x="5337" y="1732"/>
                    </a:lnTo>
                    <a:lnTo>
                      <a:pt x="5528" y="1613"/>
                    </a:lnTo>
                    <a:lnTo>
                      <a:pt x="5719" y="1481"/>
                    </a:lnTo>
                    <a:lnTo>
                      <a:pt x="5850" y="1374"/>
                    </a:lnTo>
                    <a:lnTo>
                      <a:pt x="5970" y="1266"/>
                    </a:lnTo>
                    <a:lnTo>
                      <a:pt x="6077" y="1147"/>
                    </a:lnTo>
                    <a:lnTo>
                      <a:pt x="6185" y="1016"/>
                    </a:lnTo>
                    <a:lnTo>
                      <a:pt x="6424" y="729"/>
                    </a:lnTo>
                    <a:lnTo>
                      <a:pt x="6543" y="598"/>
                    </a:lnTo>
                    <a:lnTo>
                      <a:pt x="6674" y="466"/>
                    </a:lnTo>
                    <a:lnTo>
                      <a:pt x="6770" y="395"/>
                    </a:lnTo>
                    <a:lnTo>
                      <a:pt x="6853" y="323"/>
                    </a:lnTo>
                    <a:lnTo>
                      <a:pt x="7044" y="216"/>
                    </a:lnTo>
                    <a:lnTo>
                      <a:pt x="7247" y="120"/>
                    </a:lnTo>
                    <a:lnTo>
                      <a:pt x="7474" y="48"/>
                    </a:lnTo>
                    <a:lnTo>
                      <a:pt x="7486" y="37"/>
                    </a:lnTo>
                    <a:lnTo>
                      <a:pt x="7486" y="13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5" name="Google Shape;65;p4"/>
            <p:cNvGrpSpPr/>
            <p:nvPr/>
          </p:nvGrpSpPr>
          <p:grpSpPr>
            <a:xfrm flipH="1">
              <a:off x="101100" y="3293930"/>
              <a:ext cx="618900" cy="1305496"/>
              <a:chOff x="-2244625" y="2465880"/>
              <a:chExt cx="618900" cy="1305496"/>
            </a:xfrm>
          </p:grpSpPr>
          <p:sp>
            <p:nvSpPr>
              <p:cNvPr id="66" name="Google Shape;66;p4"/>
              <p:cNvSpPr/>
              <p:nvPr/>
            </p:nvSpPr>
            <p:spPr>
              <a:xfrm>
                <a:off x="-1747414" y="2465880"/>
                <a:ext cx="116821" cy="714134"/>
              </a:xfrm>
              <a:custGeom>
                <a:avLst/>
                <a:gdLst/>
                <a:ahLst/>
                <a:cxnLst/>
                <a:rect l="l" t="t" r="r" b="b"/>
                <a:pathLst>
                  <a:path w="2592" h="15845" extrusionOk="0">
                    <a:moveTo>
                      <a:pt x="2102" y="0"/>
                    </a:moveTo>
                    <a:lnTo>
                      <a:pt x="2019" y="12"/>
                    </a:lnTo>
                    <a:lnTo>
                      <a:pt x="1935" y="48"/>
                    </a:lnTo>
                    <a:lnTo>
                      <a:pt x="1864" y="96"/>
                    </a:lnTo>
                    <a:lnTo>
                      <a:pt x="1792" y="156"/>
                    </a:lnTo>
                    <a:lnTo>
                      <a:pt x="1744" y="227"/>
                    </a:lnTo>
                    <a:lnTo>
                      <a:pt x="1708" y="311"/>
                    </a:lnTo>
                    <a:lnTo>
                      <a:pt x="1696" y="394"/>
                    </a:lnTo>
                    <a:lnTo>
                      <a:pt x="1" y="15343"/>
                    </a:lnTo>
                    <a:lnTo>
                      <a:pt x="1" y="15426"/>
                    </a:lnTo>
                    <a:lnTo>
                      <a:pt x="25" y="15522"/>
                    </a:lnTo>
                    <a:lnTo>
                      <a:pt x="49" y="15605"/>
                    </a:lnTo>
                    <a:lnTo>
                      <a:pt x="96" y="15677"/>
                    </a:lnTo>
                    <a:lnTo>
                      <a:pt x="156" y="15737"/>
                    </a:lnTo>
                    <a:lnTo>
                      <a:pt x="228" y="15784"/>
                    </a:lnTo>
                    <a:lnTo>
                      <a:pt x="311" y="15820"/>
                    </a:lnTo>
                    <a:lnTo>
                      <a:pt x="407" y="15844"/>
                    </a:lnTo>
                    <a:lnTo>
                      <a:pt x="502" y="15844"/>
                    </a:lnTo>
                    <a:lnTo>
                      <a:pt x="586" y="15820"/>
                    </a:lnTo>
                    <a:lnTo>
                      <a:pt x="670" y="15796"/>
                    </a:lnTo>
                    <a:lnTo>
                      <a:pt x="741" y="15749"/>
                    </a:lnTo>
                    <a:lnTo>
                      <a:pt x="801" y="15689"/>
                    </a:lnTo>
                    <a:lnTo>
                      <a:pt x="849" y="15617"/>
                    </a:lnTo>
                    <a:lnTo>
                      <a:pt x="884" y="15534"/>
                    </a:lnTo>
                    <a:lnTo>
                      <a:pt x="908" y="15438"/>
                    </a:lnTo>
                    <a:lnTo>
                      <a:pt x="2592" y="502"/>
                    </a:lnTo>
                    <a:lnTo>
                      <a:pt x="2592" y="406"/>
                    </a:lnTo>
                    <a:lnTo>
                      <a:pt x="2580" y="323"/>
                    </a:lnTo>
                    <a:lnTo>
                      <a:pt x="2544" y="239"/>
                    </a:lnTo>
                    <a:lnTo>
                      <a:pt x="2496" y="168"/>
                    </a:lnTo>
                    <a:lnTo>
                      <a:pt x="2437" y="108"/>
                    </a:lnTo>
                    <a:lnTo>
                      <a:pt x="2365" y="48"/>
                    </a:lnTo>
                    <a:lnTo>
                      <a:pt x="2281" y="12"/>
                    </a:lnTo>
                    <a:lnTo>
                      <a:pt x="219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-2197797" y="3142830"/>
                <a:ext cx="483826" cy="39301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872" extrusionOk="0">
                    <a:moveTo>
                      <a:pt x="430" y="0"/>
                    </a:moveTo>
                    <a:lnTo>
                      <a:pt x="347" y="12"/>
                    </a:lnTo>
                    <a:lnTo>
                      <a:pt x="263" y="36"/>
                    </a:lnTo>
                    <a:lnTo>
                      <a:pt x="192" y="72"/>
                    </a:lnTo>
                    <a:lnTo>
                      <a:pt x="120" y="132"/>
                    </a:lnTo>
                    <a:lnTo>
                      <a:pt x="72" y="191"/>
                    </a:lnTo>
                    <a:lnTo>
                      <a:pt x="36" y="263"/>
                    </a:lnTo>
                    <a:lnTo>
                      <a:pt x="12" y="347"/>
                    </a:lnTo>
                    <a:lnTo>
                      <a:pt x="1" y="430"/>
                    </a:lnTo>
                    <a:lnTo>
                      <a:pt x="12" y="526"/>
                    </a:lnTo>
                    <a:lnTo>
                      <a:pt x="36" y="609"/>
                    </a:lnTo>
                    <a:lnTo>
                      <a:pt x="72" y="681"/>
                    </a:lnTo>
                    <a:lnTo>
                      <a:pt x="120" y="741"/>
                    </a:lnTo>
                    <a:lnTo>
                      <a:pt x="192" y="800"/>
                    </a:lnTo>
                    <a:lnTo>
                      <a:pt x="263" y="836"/>
                    </a:lnTo>
                    <a:lnTo>
                      <a:pt x="347" y="860"/>
                    </a:lnTo>
                    <a:lnTo>
                      <a:pt x="430" y="872"/>
                    </a:lnTo>
                    <a:lnTo>
                      <a:pt x="10304" y="872"/>
                    </a:lnTo>
                    <a:lnTo>
                      <a:pt x="10388" y="860"/>
                    </a:lnTo>
                    <a:lnTo>
                      <a:pt x="10472" y="836"/>
                    </a:lnTo>
                    <a:lnTo>
                      <a:pt x="10543" y="800"/>
                    </a:lnTo>
                    <a:lnTo>
                      <a:pt x="10615" y="741"/>
                    </a:lnTo>
                    <a:lnTo>
                      <a:pt x="10663" y="681"/>
                    </a:lnTo>
                    <a:lnTo>
                      <a:pt x="10710" y="609"/>
                    </a:lnTo>
                    <a:lnTo>
                      <a:pt x="10734" y="526"/>
                    </a:lnTo>
                    <a:lnTo>
                      <a:pt x="10734" y="430"/>
                    </a:lnTo>
                    <a:lnTo>
                      <a:pt x="10734" y="347"/>
                    </a:lnTo>
                    <a:lnTo>
                      <a:pt x="10710" y="263"/>
                    </a:lnTo>
                    <a:lnTo>
                      <a:pt x="10663" y="191"/>
                    </a:lnTo>
                    <a:lnTo>
                      <a:pt x="10615" y="132"/>
                    </a:lnTo>
                    <a:lnTo>
                      <a:pt x="10543" y="72"/>
                    </a:lnTo>
                    <a:lnTo>
                      <a:pt x="10472" y="36"/>
                    </a:lnTo>
                    <a:lnTo>
                      <a:pt x="10388" y="12"/>
                    </a:lnTo>
                    <a:lnTo>
                      <a:pt x="10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-1750614" y="3183708"/>
                <a:ext cx="124889" cy="586586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13015" extrusionOk="0">
                    <a:moveTo>
                      <a:pt x="12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72" y="371"/>
                    </a:lnTo>
                    <a:lnTo>
                      <a:pt x="275" y="1314"/>
                    </a:lnTo>
                    <a:lnTo>
                      <a:pt x="573" y="2711"/>
                    </a:lnTo>
                    <a:lnTo>
                      <a:pt x="932" y="4418"/>
                    </a:lnTo>
                    <a:lnTo>
                      <a:pt x="1326" y="6281"/>
                    </a:lnTo>
                    <a:lnTo>
                      <a:pt x="1720" y="8167"/>
                    </a:lnTo>
                    <a:lnTo>
                      <a:pt x="2090" y="9923"/>
                    </a:lnTo>
                    <a:lnTo>
                      <a:pt x="2400" y="11403"/>
                    </a:lnTo>
                    <a:lnTo>
                      <a:pt x="2627" y="12478"/>
                    </a:lnTo>
                    <a:lnTo>
                      <a:pt x="2723" y="12979"/>
                    </a:lnTo>
                    <a:lnTo>
                      <a:pt x="2734" y="13003"/>
                    </a:lnTo>
                    <a:lnTo>
                      <a:pt x="2734" y="13015"/>
                    </a:lnTo>
                    <a:lnTo>
                      <a:pt x="2758" y="13015"/>
                    </a:lnTo>
                    <a:lnTo>
                      <a:pt x="2758" y="13003"/>
                    </a:lnTo>
                    <a:lnTo>
                      <a:pt x="2770" y="12991"/>
                    </a:lnTo>
                    <a:lnTo>
                      <a:pt x="2699" y="12645"/>
                    </a:lnTo>
                    <a:lnTo>
                      <a:pt x="2496" y="11702"/>
                    </a:lnTo>
                    <a:lnTo>
                      <a:pt x="2197" y="10305"/>
                    </a:lnTo>
                    <a:lnTo>
                      <a:pt x="1839" y="8597"/>
                    </a:lnTo>
                    <a:lnTo>
                      <a:pt x="1445" y="6735"/>
                    </a:lnTo>
                    <a:lnTo>
                      <a:pt x="1051" y="4848"/>
                    </a:lnTo>
                    <a:lnTo>
                      <a:pt x="681" y="3093"/>
                    </a:lnTo>
                    <a:lnTo>
                      <a:pt x="370" y="1613"/>
                    </a:lnTo>
                    <a:lnTo>
                      <a:pt x="156" y="538"/>
                    </a:lnTo>
                    <a:lnTo>
                      <a:pt x="48" y="37"/>
                    </a:lnTo>
                    <a:lnTo>
                      <a:pt x="36" y="13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-2244625" y="3184249"/>
                <a:ext cx="109836" cy="587127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13027" extrusionOk="0">
                    <a:moveTo>
                      <a:pt x="2413" y="1"/>
                    </a:moveTo>
                    <a:lnTo>
                      <a:pt x="2401" y="13"/>
                    </a:lnTo>
                    <a:lnTo>
                      <a:pt x="2341" y="359"/>
                    </a:lnTo>
                    <a:lnTo>
                      <a:pt x="2162" y="1302"/>
                    </a:lnTo>
                    <a:lnTo>
                      <a:pt x="1899" y="2699"/>
                    </a:lnTo>
                    <a:lnTo>
                      <a:pt x="1589" y="4406"/>
                    </a:lnTo>
                    <a:lnTo>
                      <a:pt x="1242" y="6281"/>
                    </a:lnTo>
                    <a:lnTo>
                      <a:pt x="896" y="8167"/>
                    </a:lnTo>
                    <a:lnTo>
                      <a:pt x="574" y="9922"/>
                    </a:lnTo>
                    <a:lnTo>
                      <a:pt x="299" y="11415"/>
                    </a:lnTo>
                    <a:lnTo>
                      <a:pt x="96" y="12478"/>
                    </a:lnTo>
                    <a:lnTo>
                      <a:pt x="13" y="12991"/>
                    </a:lnTo>
                    <a:lnTo>
                      <a:pt x="1" y="13015"/>
                    </a:lnTo>
                    <a:lnTo>
                      <a:pt x="13" y="13027"/>
                    </a:lnTo>
                    <a:lnTo>
                      <a:pt x="37" y="13027"/>
                    </a:lnTo>
                    <a:lnTo>
                      <a:pt x="37" y="13015"/>
                    </a:lnTo>
                    <a:lnTo>
                      <a:pt x="108" y="12669"/>
                    </a:lnTo>
                    <a:lnTo>
                      <a:pt x="275" y="11725"/>
                    </a:lnTo>
                    <a:lnTo>
                      <a:pt x="538" y="10328"/>
                    </a:lnTo>
                    <a:lnTo>
                      <a:pt x="848" y="8621"/>
                    </a:lnTo>
                    <a:lnTo>
                      <a:pt x="1195" y="6747"/>
                    </a:lnTo>
                    <a:lnTo>
                      <a:pt x="1541" y="4860"/>
                    </a:lnTo>
                    <a:lnTo>
                      <a:pt x="1863" y="3105"/>
                    </a:lnTo>
                    <a:lnTo>
                      <a:pt x="2138" y="1613"/>
                    </a:lnTo>
                    <a:lnTo>
                      <a:pt x="2341" y="550"/>
                    </a:lnTo>
                    <a:lnTo>
                      <a:pt x="2424" y="37"/>
                    </a:lnTo>
                    <a:lnTo>
                      <a:pt x="2436" y="13"/>
                    </a:lnTo>
                    <a:lnTo>
                      <a:pt x="24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>
              <a:off x="8466294" y="3771366"/>
              <a:ext cx="618903" cy="828066"/>
              <a:chOff x="150500" y="3822988"/>
              <a:chExt cx="569630" cy="762141"/>
            </a:xfrm>
          </p:grpSpPr>
          <p:sp>
            <p:nvSpPr>
              <p:cNvPr id="71" name="Google Shape;71;p4"/>
              <p:cNvSpPr/>
              <p:nvPr/>
            </p:nvSpPr>
            <p:spPr>
              <a:xfrm>
                <a:off x="461248" y="3822988"/>
                <a:ext cx="258881" cy="404536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6699" extrusionOk="0">
                    <a:moveTo>
                      <a:pt x="3332" y="0"/>
                    </a:moveTo>
                    <a:lnTo>
                      <a:pt x="3224" y="12"/>
                    </a:lnTo>
                    <a:lnTo>
                      <a:pt x="3105" y="24"/>
                    </a:lnTo>
                    <a:lnTo>
                      <a:pt x="2997" y="48"/>
                    </a:lnTo>
                    <a:lnTo>
                      <a:pt x="2890" y="84"/>
                    </a:lnTo>
                    <a:lnTo>
                      <a:pt x="2794" y="131"/>
                    </a:lnTo>
                    <a:lnTo>
                      <a:pt x="2687" y="179"/>
                    </a:lnTo>
                    <a:lnTo>
                      <a:pt x="2591" y="239"/>
                    </a:lnTo>
                    <a:lnTo>
                      <a:pt x="2388" y="382"/>
                    </a:lnTo>
                    <a:lnTo>
                      <a:pt x="2209" y="549"/>
                    </a:lnTo>
                    <a:lnTo>
                      <a:pt x="2030" y="716"/>
                    </a:lnTo>
                    <a:lnTo>
                      <a:pt x="1875" y="907"/>
                    </a:lnTo>
                    <a:lnTo>
                      <a:pt x="1720" y="1099"/>
                    </a:lnTo>
                    <a:lnTo>
                      <a:pt x="1553" y="1325"/>
                    </a:lnTo>
                    <a:lnTo>
                      <a:pt x="1398" y="1564"/>
                    </a:lnTo>
                    <a:lnTo>
                      <a:pt x="1242" y="1803"/>
                    </a:lnTo>
                    <a:lnTo>
                      <a:pt x="1099" y="2042"/>
                    </a:lnTo>
                    <a:lnTo>
                      <a:pt x="956" y="2292"/>
                    </a:lnTo>
                    <a:lnTo>
                      <a:pt x="824" y="2531"/>
                    </a:lnTo>
                    <a:lnTo>
                      <a:pt x="705" y="2782"/>
                    </a:lnTo>
                    <a:lnTo>
                      <a:pt x="598" y="3033"/>
                    </a:lnTo>
                    <a:lnTo>
                      <a:pt x="490" y="3283"/>
                    </a:lnTo>
                    <a:lnTo>
                      <a:pt x="407" y="3546"/>
                    </a:lnTo>
                    <a:lnTo>
                      <a:pt x="323" y="3797"/>
                    </a:lnTo>
                    <a:lnTo>
                      <a:pt x="239" y="4048"/>
                    </a:lnTo>
                    <a:lnTo>
                      <a:pt x="180" y="4310"/>
                    </a:lnTo>
                    <a:lnTo>
                      <a:pt x="120" y="4561"/>
                    </a:lnTo>
                    <a:lnTo>
                      <a:pt x="72" y="4824"/>
                    </a:lnTo>
                    <a:lnTo>
                      <a:pt x="36" y="5074"/>
                    </a:lnTo>
                    <a:lnTo>
                      <a:pt x="13" y="5349"/>
                    </a:lnTo>
                    <a:lnTo>
                      <a:pt x="1" y="5624"/>
                    </a:lnTo>
                    <a:lnTo>
                      <a:pt x="13" y="5767"/>
                    </a:lnTo>
                    <a:lnTo>
                      <a:pt x="24" y="5886"/>
                    </a:lnTo>
                    <a:lnTo>
                      <a:pt x="60" y="6018"/>
                    </a:lnTo>
                    <a:lnTo>
                      <a:pt x="96" y="6137"/>
                    </a:lnTo>
                    <a:lnTo>
                      <a:pt x="144" y="6256"/>
                    </a:lnTo>
                    <a:lnTo>
                      <a:pt x="215" y="6364"/>
                    </a:lnTo>
                    <a:lnTo>
                      <a:pt x="299" y="6459"/>
                    </a:lnTo>
                    <a:lnTo>
                      <a:pt x="395" y="6543"/>
                    </a:lnTo>
                    <a:lnTo>
                      <a:pt x="502" y="6603"/>
                    </a:lnTo>
                    <a:lnTo>
                      <a:pt x="621" y="6662"/>
                    </a:lnTo>
                    <a:lnTo>
                      <a:pt x="753" y="6686"/>
                    </a:lnTo>
                    <a:lnTo>
                      <a:pt x="884" y="6698"/>
                    </a:lnTo>
                    <a:lnTo>
                      <a:pt x="956" y="6686"/>
                    </a:lnTo>
                    <a:lnTo>
                      <a:pt x="1039" y="6662"/>
                    </a:lnTo>
                    <a:lnTo>
                      <a:pt x="1123" y="6615"/>
                    </a:lnTo>
                    <a:lnTo>
                      <a:pt x="1206" y="6567"/>
                    </a:lnTo>
                    <a:lnTo>
                      <a:pt x="1398" y="6424"/>
                    </a:lnTo>
                    <a:lnTo>
                      <a:pt x="1589" y="6244"/>
                    </a:lnTo>
                    <a:lnTo>
                      <a:pt x="1803" y="6030"/>
                    </a:lnTo>
                    <a:lnTo>
                      <a:pt x="2018" y="5779"/>
                    </a:lnTo>
                    <a:lnTo>
                      <a:pt x="2245" y="5504"/>
                    </a:lnTo>
                    <a:lnTo>
                      <a:pt x="2460" y="5206"/>
                    </a:lnTo>
                    <a:lnTo>
                      <a:pt x="2687" y="4895"/>
                    </a:lnTo>
                    <a:lnTo>
                      <a:pt x="2902" y="4573"/>
                    </a:lnTo>
                    <a:lnTo>
                      <a:pt x="3105" y="4239"/>
                    </a:lnTo>
                    <a:lnTo>
                      <a:pt x="3296" y="3904"/>
                    </a:lnTo>
                    <a:lnTo>
                      <a:pt x="3487" y="3570"/>
                    </a:lnTo>
                    <a:lnTo>
                      <a:pt x="3642" y="3248"/>
                    </a:lnTo>
                    <a:lnTo>
                      <a:pt x="3785" y="2937"/>
                    </a:lnTo>
                    <a:lnTo>
                      <a:pt x="3917" y="2651"/>
                    </a:lnTo>
                    <a:lnTo>
                      <a:pt x="4072" y="2221"/>
                    </a:lnTo>
                    <a:lnTo>
                      <a:pt x="4144" y="2006"/>
                    </a:lnTo>
                    <a:lnTo>
                      <a:pt x="4203" y="1791"/>
                    </a:lnTo>
                    <a:lnTo>
                      <a:pt x="4251" y="1576"/>
                    </a:lnTo>
                    <a:lnTo>
                      <a:pt x="4275" y="1373"/>
                    </a:lnTo>
                    <a:lnTo>
                      <a:pt x="4287" y="1158"/>
                    </a:lnTo>
                    <a:lnTo>
                      <a:pt x="4287" y="955"/>
                    </a:lnTo>
                    <a:lnTo>
                      <a:pt x="4263" y="860"/>
                    </a:lnTo>
                    <a:lnTo>
                      <a:pt x="4239" y="764"/>
                    </a:lnTo>
                    <a:lnTo>
                      <a:pt x="4215" y="669"/>
                    </a:lnTo>
                    <a:lnTo>
                      <a:pt x="4167" y="573"/>
                    </a:lnTo>
                    <a:lnTo>
                      <a:pt x="4132" y="490"/>
                    </a:lnTo>
                    <a:lnTo>
                      <a:pt x="4072" y="406"/>
                    </a:lnTo>
                    <a:lnTo>
                      <a:pt x="4012" y="322"/>
                    </a:lnTo>
                    <a:lnTo>
                      <a:pt x="3953" y="263"/>
                    </a:lnTo>
                    <a:lnTo>
                      <a:pt x="3881" y="191"/>
                    </a:lnTo>
                    <a:lnTo>
                      <a:pt x="3797" y="143"/>
                    </a:lnTo>
                    <a:lnTo>
                      <a:pt x="3714" y="96"/>
                    </a:lnTo>
                    <a:lnTo>
                      <a:pt x="3630" y="60"/>
                    </a:lnTo>
                    <a:lnTo>
                      <a:pt x="3535" y="24"/>
                    </a:lnTo>
                    <a:lnTo>
                      <a:pt x="3427" y="12"/>
                    </a:lnTo>
                    <a:lnTo>
                      <a:pt x="3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465596" y="3936877"/>
                <a:ext cx="165884" cy="523499"/>
              </a:xfrm>
              <a:custGeom>
                <a:avLst/>
                <a:gdLst/>
                <a:ahLst/>
                <a:cxnLst/>
                <a:rect l="l" t="t" r="r" b="b"/>
                <a:pathLst>
                  <a:path w="2747" h="8669" extrusionOk="0">
                    <a:moveTo>
                      <a:pt x="2734" y="1"/>
                    </a:moveTo>
                    <a:lnTo>
                      <a:pt x="2722" y="12"/>
                    </a:lnTo>
                    <a:lnTo>
                      <a:pt x="2448" y="454"/>
                    </a:lnTo>
                    <a:lnTo>
                      <a:pt x="2185" y="896"/>
                    </a:lnTo>
                    <a:lnTo>
                      <a:pt x="1934" y="1350"/>
                    </a:lnTo>
                    <a:lnTo>
                      <a:pt x="1696" y="1803"/>
                    </a:lnTo>
                    <a:lnTo>
                      <a:pt x="1469" y="2269"/>
                    </a:lnTo>
                    <a:lnTo>
                      <a:pt x="1254" y="2735"/>
                    </a:lnTo>
                    <a:lnTo>
                      <a:pt x="1051" y="3200"/>
                    </a:lnTo>
                    <a:lnTo>
                      <a:pt x="860" y="3678"/>
                    </a:lnTo>
                    <a:lnTo>
                      <a:pt x="717" y="4084"/>
                    </a:lnTo>
                    <a:lnTo>
                      <a:pt x="573" y="4490"/>
                    </a:lnTo>
                    <a:lnTo>
                      <a:pt x="454" y="4896"/>
                    </a:lnTo>
                    <a:lnTo>
                      <a:pt x="335" y="5314"/>
                    </a:lnTo>
                    <a:lnTo>
                      <a:pt x="239" y="5732"/>
                    </a:lnTo>
                    <a:lnTo>
                      <a:pt x="155" y="6149"/>
                    </a:lnTo>
                    <a:lnTo>
                      <a:pt x="96" y="6567"/>
                    </a:lnTo>
                    <a:lnTo>
                      <a:pt x="36" y="6997"/>
                    </a:lnTo>
                    <a:lnTo>
                      <a:pt x="12" y="7403"/>
                    </a:lnTo>
                    <a:lnTo>
                      <a:pt x="0" y="7821"/>
                    </a:lnTo>
                    <a:lnTo>
                      <a:pt x="12" y="8239"/>
                    </a:lnTo>
                    <a:lnTo>
                      <a:pt x="36" y="8645"/>
                    </a:lnTo>
                    <a:lnTo>
                      <a:pt x="48" y="8657"/>
                    </a:lnTo>
                    <a:lnTo>
                      <a:pt x="60" y="8669"/>
                    </a:lnTo>
                    <a:lnTo>
                      <a:pt x="72" y="8657"/>
                    </a:lnTo>
                    <a:lnTo>
                      <a:pt x="72" y="8645"/>
                    </a:lnTo>
                    <a:lnTo>
                      <a:pt x="48" y="8263"/>
                    </a:lnTo>
                    <a:lnTo>
                      <a:pt x="36" y="7881"/>
                    </a:lnTo>
                    <a:lnTo>
                      <a:pt x="36" y="7499"/>
                    </a:lnTo>
                    <a:lnTo>
                      <a:pt x="72" y="7105"/>
                    </a:lnTo>
                    <a:lnTo>
                      <a:pt x="108" y="6722"/>
                    </a:lnTo>
                    <a:lnTo>
                      <a:pt x="155" y="6340"/>
                    </a:lnTo>
                    <a:lnTo>
                      <a:pt x="227" y="5970"/>
                    </a:lnTo>
                    <a:lnTo>
                      <a:pt x="311" y="5588"/>
                    </a:lnTo>
                    <a:lnTo>
                      <a:pt x="418" y="5146"/>
                    </a:lnTo>
                    <a:lnTo>
                      <a:pt x="549" y="4693"/>
                    </a:lnTo>
                    <a:lnTo>
                      <a:pt x="693" y="4251"/>
                    </a:lnTo>
                    <a:lnTo>
                      <a:pt x="848" y="3821"/>
                    </a:lnTo>
                    <a:lnTo>
                      <a:pt x="1015" y="3379"/>
                    </a:lnTo>
                    <a:lnTo>
                      <a:pt x="1194" y="2962"/>
                    </a:lnTo>
                    <a:lnTo>
                      <a:pt x="1385" y="2532"/>
                    </a:lnTo>
                    <a:lnTo>
                      <a:pt x="1588" y="2114"/>
                    </a:lnTo>
                    <a:lnTo>
                      <a:pt x="1851" y="1577"/>
                    </a:lnTo>
                    <a:lnTo>
                      <a:pt x="2137" y="1051"/>
                    </a:lnTo>
                    <a:lnTo>
                      <a:pt x="2436" y="538"/>
                    </a:lnTo>
                    <a:lnTo>
                      <a:pt x="2746" y="24"/>
                    </a:lnTo>
                    <a:lnTo>
                      <a:pt x="2746" y="12"/>
                    </a:lnTo>
                    <a:lnTo>
                      <a:pt x="274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156297" y="4084703"/>
                <a:ext cx="269691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3177" extrusionOk="0">
                    <a:moveTo>
                      <a:pt x="2281" y="0"/>
                    </a:moveTo>
                    <a:lnTo>
                      <a:pt x="2149" y="24"/>
                    </a:lnTo>
                    <a:lnTo>
                      <a:pt x="2018" y="48"/>
                    </a:lnTo>
                    <a:lnTo>
                      <a:pt x="1899" y="72"/>
                    </a:lnTo>
                    <a:lnTo>
                      <a:pt x="1767" y="108"/>
                    </a:lnTo>
                    <a:lnTo>
                      <a:pt x="1648" y="155"/>
                    </a:lnTo>
                    <a:lnTo>
                      <a:pt x="1528" y="215"/>
                    </a:lnTo>
                    <a:lnTo>
                      <a:pt x="1409" y="263"/>
                    </a:lnTo>
                    <a:lnTo>
                      <a:pt x="1290" y="334"/>
                    </a:lnTo>
                    <a:lnTo>
                      <a:pt x="1075" y="478"/>
                    </a:lnTo>
                    <a:lnTo>
                      <a:pt x="872" y="621"/>
                    </a:lnTo>
                    <a:lnTo>
                      <a:pt x="681" y="788"/>
                    </a:lnTo>
                    <a:lnTo>
                      <a:pt x="502" y="967"/>
                    </a:lnTo>
                    <a:lnTo>
                      <a:pt x="346" y="1158"/>
                    </a:lnTo>
                    <a:lnTo>
                      <a:pt x="275" y="1266"/>
                    </a:lnTo>
                    <a:lnTo>
                      <a:pt x="203" y="1385"/>
                    </a:lnTo>
                    <a:lnTo>
                      <a:pt x="143" y="1493"/>
                    </a:lnTo>
                    <a:lnTo>
                      <a:pt x="96" y="1624"/>
                    </a:lnTo>
                    <a:lnTo>
                      <a:pt x="36" y="1755"/>
                    </a:lnTo>
                    <a:lnTo>
                      <a:pt x="0" y="1899"/>
                    </a:lnTo>
                    <a:lnTo>
                      <a:pt x="36" y="1827"/>
                    </a:lnTo>
                    <a:lnTo>
                      <a:pt x="72" y="1755"/>
                    </a:lnTo>
                    <a:lnTo>
                      <a:pt x="179" y="1636"/>
                    </a:lnTo>
                    <a:lnTo>
                      <a:pt x="299" y="1540"/>
                    </a:lnTo>
                    <a:lnTo>
                      <a:pt x="430" y="1457"/>
                    </a:lnTo>
                    <a:lnTo>
                      <a:pt x="573" y="1385"/>
                    </a:lnTo>
                    <a:lnTo>
                      <a:pt x="728" y="1337"/>
                    </a:lnTo>
                    <a:lnTo>
                      <a:pt x="884" y="1302"/>
                    </a:lnTo>
                    <a:lnTo>
                      <a:pt x="1039" y="1290"/>
                    </a:lnTo>
                    <a:lnTo>
                      <a:pt x="1194" y="1290"/>
                    </a:lnTo>
                    <a:lnTo>
                      <a:pt x="1349" y="1313"/>
                    </a:lnTo>
                    <a:lnTo>
                      <a:pt x="1493" y="1349"/>
                    </a:lnTo>
                    <a:lnTo>
                      <a:pt x="1636" y="1397"/>
                    </a:lnTo>
                    <a:lnTo>
                      <a:pt x="1779" y="1469"/>
                    </a:lnTo>
                    <a:lnTo>
                      <a:pt x="1910" y="1540"/>
                    </a:lnTo>
                    <a:lnTo>
                      <a:pt x="2030" y="1624"/>
                    </a:lnTo>
                    <a:lnTo>
                      <a:pt x="2149" y="1719"/>
                    </a:lnTo>
                    <a:lnTo>
                      <a:pt x="2269" y="1827"/>
                    </a:lnTo>
                    <a:lnTo>
                      <a:pt x="2376" y="1934"/>
                    </a:lnTo>
                    <a:lnTo>
                      <a:pt x="2567" y="2173"/>
                    </a:lnTo>
                    <a:lnTo>
                      <a:pt x="2758" y="2412"/>
                    </a:lnTo>
                    <a:lnTo>
                      <a:pt x="2937" y="2663"/>
                    </a:lnTo>
                    <a:lnTo>
                      <a:pt x="3033" y="2806"/>
                    </a:lnTo>
                    <a:lnTo>
                      <a:pt x="3152" y="2949"/>
                    </a:lnTo>
                    <a:lnTo>
                      <a:pt x="3212" y="3009"/>
                    </a:lnTo>
                    <a:lnTo>
                      <a:pt x="3284" y="3069"/>
                    </a:lnTo>
                    <a:lnTo>
                      <a:pt x="3355" y="3104"/>
                    </a:lnTo>
                    <a:lnTo>
                      <a:pt x="3439" y="3140"/>
                    </a:lnTo>
                    <a:lnTo>
                      <a:pt x="3510" y="3164"/>
                    </a:lnTo>
                    <a:lnTo>
                      <a:pt x="3594" y="3176"/>
                    </a:lnTo>
                    <a:lnTo>
                      <a:pt x="3749" y="3176"/>
                    </a:lnTo>
                    <a:lnTo>
                      <a:pt x="3821" y="3164"/>
                    </a:lnTo>
                    <a:lnTo>
                      <a:pt x="3892" y="3140"/>
                    </a:lnTo>
                    <a:lnTo>
                      <a:pt x="3964" y="3104"/>
                    </a:lnTo>
                    <a:lnTo>
                      <a:pt x="4036" y="3069"/>
                    </a:lnTo>
                    <a:lnTo>
                      <a:pt x="4131" y="2985"/>
                    </a:lnTo>
                    <a:lnTo>
                      <a:pt x="4215" y="2901"/>
                    </a:lnTo>
                    <a:lnTo>
                      <a:pt x="4286" y="2806"/>
                    </a:lnTo>
                    <a:lnTo>
                      <a:pt x="4346" y="2698"/>
                    </a:lnTo>
                    <a:lnTo>
                      <a:pt x="4394" y="2579"/>
                    </a:lnTo>
                    <a:lnTo>
                      <a:pt x="4430" y="2460"/>
                    </a:lnTo>
                    <a:lnTo>
                      <a:pt x="4454" y="2340"/>
                    </a:lnTo>
                    <a:lnTo>
                      <a:pt x="4466" y="2221"/>
                    </a:lnTo>
                    <a:lnTo>
                      <a:pt x="4466" y="2102"/>
                    </a:lnTo>
                    <a:lnTo>
                      <a:pt x="4454" y="1982"/>
                    </a:lnTo>
                    <a:lnTo>
                      <a:pt x="4430" y="1851"/>
                    </a:lnTo>
                    <a:lnTo>
                      <a:pt x="4394" y="1743"/>
                    </a:lnTo>
                    <a:lnTo>
                      <a:pt x="4322" y="1505"/>
                    </a:lnTo>
                    <a:lnTo>
                      <a:pt x="4227" y="1278"/>
                    </a:lnTo>
                    <a:lnTo>
                      <a:pt x="4143" y="1111"/>
                    </a:lnTo>
                    <a:lnTo>
                      <a:pt x="4048" y="955"/>
                    </a:lnTo>
                    <a:lnTo>
                      <a:pt x="3940" y="800"/>
                    </a:lnTo>
                    <a:lnTo>
                      <a:pt x="3833" y="657"/>
                    </a:lnTo>
                    <a:lnTo>
                      <a:pt x="3713" y="525"/>
                    </a:lnTo>
                    <a:lnTo>
                      <a:pt x="3582" y="394"/>
                    </a:lnTo>
                    <a:lnTo>
                      <a:pt x="3439" y="287"/>
                    </a:lnTo>
                    <a:lnTo>
                      <a:pt x="3284" y="191"/>
                    </a:lnTo>
                    <a:lnTo>
                      <a:pt x="3164" y="131"/>
                    </a:lnTo>
                    <a:lnTo>
                      <a:pt x="3045" y="84"/>
                    </a:lnTo>
                    <a:lnTo>
                      <a:pt x="2913" y="48"/>
                    </a:lnTo>
                    <a:lnTo>
                      <a:pt x="2794" y="24"/>
                    </a:lnTo>
                    <a:lnTo>
                      <a:pt x="2663" y="12"/>
                    </a:lnTo>
                    <a:lnTo>
                      <a:pt x="25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283894" y="4115681"/>
                <a:ext cx="184605" cy="227178"/>
              </a:xfrm>
              <a:custGeom>
                <a:avLst/>
                <a:gdLst/>
                <a:ahLst/>
                <a:cxnLst/>
                <a:rect l="l" t="t" r="r" b="b"/>
                <a:pathLst>
                  <a:path w="3057" h="3762" extrusionOk="0">
                    <a:moveTo>
                      <a:pt x="0" y="1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239" y="144"/>
                    </a:lnTo>
                    <a:lnTo>
                      <a:pt x="466" y="263"/>
                    </a:lnTo>
                    <a:lnTo>
                      <a:pt x="681" y="395"/>
                    </a:lnTo>
                    <a:lnTo>
                      <a:pt x="884" y="550"/>
                    </a:lnTo>
                    <a:lnTo>
                      <a:pt x="1087" y="717"/>
                    </a:lnTo>
                    <a:lnTo>
                      <a:pt x="1266" y="884"/>
                    </a:lnTo>
                    <a:lnTo>
                      <a:pt x="1445" y="1075"/>
                    </a:lnTo>
                    <a:lnTo>
                      <a:pt x="1612" y="1266"/>
                    </a:lnTo>
                    <a:lnTo>
                      <a:pt x="1756" y="1457"/>
                    </a:lnTo>
                    <a:lnTo>
                      <a:pt x="1899" y="1660"/>
                    </a:lnTo>
                    <a:lnTo>
                      <a:pt x="2030" y="1863"/>
                    </a:lnTo>
                    <a:lnTo>
                      <a:pt x="2150" y="2066"/>
                    </a:lnTo>
                    <a:lnTo>
                      <a:pt x="2388" y="2484"/>
                    </a:lnTo>
                    <a:lnTo>
                      <a:pt x="2603" y="2914"/>
                    </a:lnTo>
                    <a:lnTo>
                      <a:pt x="2818" y="3332"/>
                    </a:lnTo>
                    <a:lnTo>
                      <a:pt x="3033" y="3750"/>
                    </a:lnTo>
                    <a:lnTo>
                      <a:pt x="3045" y="3761"/>
                    </a:lnTo>
                    <a:lnTo>
                      <a:pt x="3057" y="3761"/>
                    </a:lnTo>
                    <a:lnTo>
                      <a:pt x="3057" y="3750"/>
                    </a:lnTo>
                    <a:lnTo>
                      <a:pt x="3057" y="3738"/>
                    </a:lnTo>
                    <a:lnTo>
                      <a:pt x="2854" y="3332"/>
                    </a:lnTo>
                    <a:lnTo>
                      <a:pt x="2651" y="2938"/>
                    </a:lnTo>
                    <a:lnTo>
                      <a:pt x="2448" y="2532"/>
                    </a:lnTo>
                    <a:lnTo>
                      <a:pt x="2233" y="2138"/>
                    </a:lnTo>
                    <a:lnTo>
                      <a:pt x="2114" y="1923"/>
                    </a:lnTo>
                    <a:lnTo>
                      <a:pt x="1982" y="1720"/>
                    </a:lnTo>
                    <a:lnTo>
                      <a:pt x="1839" y="1517"/>
                    </a:lnTo>
                    <a:lnTo>
                      <a:pt x="1684" y="1314"/>
                    </a:lnTo>
                    <a:lnTo>
                      <a:pt x="1529" y="1123"/>
                    </a:lnTo>
                    <a:lnTo>
                      <a:pt x="1362" y="932"/>
                    </a:lnTo>
                    <a:lnTo>
                      <a:pt x="1194" y="753"/>
                    </a:lnTo>
                    <a:lnTo>
                      <a:pt x="1003" y="598"/>
                    </a:lnTo>
                    <a:lnTo>
                      <a:pt x="777" y="418"/>
                    </a:lnTo>
                    <a:lnTo>
                      <a:pt x="538" y="251"/>
                    </a:lnTo>
                    <a:lnTo>
                      <a:pt x="275" y="12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extrusionOk="0">
                    <a:moveTo>
                      <a:pt x="1827" y="0"/>
                    </a:move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  <a:lnTo>
                      <a:pt x="1995" y="0"/>
                    </a:lnTo>
                    <a:close/>
                  </a:path>
                </a:pathLst>
              </a:custGeom>
              <a:solidFill>
                <a:srgbClr val="B4DDDD">
                  <a:alpha val="6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fill="none" extrusionOk="0">
                    <a:moveTo>
                      <a:pt x="1995" y="0"/>
                    </a:moveTo>
                    <a:lnTo>
                      <a:pt x="1995" y="0"/>
                    </a:lnTo>
                    <a:lnTo>
                      <a:pt x="1827" y="0"/>
                    </a:ln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284618" y="4370210"/>
                <a:ext cx="359849" cy="51209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848" extrusionOk="0">
                    <a:moveTo>
                      <a:pt x="0" y="0"/>
                    </a:moveTo>
                    <a:lnTo>
                      <a:pt x="0" y="848"/>
                    </a:lnTo>
                    <a:lnTo>
                      <a:pt x="5958" y="848"/>
                    </a:lnTo>
                    <a:lnTo>
                      <a:pt x="59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300500" y="4370210"/>
                <a:ext cx="330259" cy="214919"/>
              </a:xfrm>
              <a:custGeom>
                <a:avLst/>
                <a:gdLst/>
                <a:ahLst/>
                <a:cxnLst/>
                <a:rect l="l" t="t" r="r" b="b"/>
                <a:pathLst>
                  <a:path w="5469" h="3559" extrusionOk="0">
                    <a:moveTo>
                      <a:pt x="0" y="0"/>
                    </a:moveTo>
                    <a:lnTo>
                      <a:pt x="1098" y="3558"/>
                    </a:lnTo>
                    <a:lnTo>
                      <a:pt x="4442" y="3558"/>
                    </a:lnTo>
                    <a:lnTo>
                      <a:pt x="54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288241" y="4418519"/>
                <a:ext cx="359064" cy="2174"/>
              </a:xfrm>
              <a:custGeom>
                <a:avLst/>
                <a:gdLst/>
                <a:ahLst/>
                <a:cxnLst/>
                <a:rect l="l" t="t" r="r" b="b"/>
                <a:pathLst>
                  <a:path w="5946" h="36" extrusionOk="0">
                    <a:moveTo>
                      <a:pt x="12" y="0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0" y="36"/>
                    </a:lnTo>
                    <a:lnTo>
                      <a:pt x="5946" y="36"/>
                    </a:lnTo>
                    <a:lnTo>
                      <a:pt x="5946" y="24"/>
                    </a:lnTo>
                    <a:lnTo>
                      <a:pt x="5946" y="12"/>
                    </a:lnTo>
                    <a:lnTo>
                      <a:pt x="5934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1914450" y="2273725"/>
            <a:ext cx="2420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" name="Google Shape;82;p5"/>
          <p:cNvSpPr txBox="1">
            <a:spLocks noGrp="1"/>
          </p:cNvSpPr>
          <p:nvPr>
            <p:ph type="title" idx="2"/>
          </p:nvPr>
        </p:nvSpPr>
        <p:spPr>
          <a:xfrm>
            <a:off x="4809600" y="2273725"/>
            <a:ext cx="2420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4809600" y="2490350"/>
            <a:ext cx="2420100" cy="15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5"/>
          <p:cNvSpPr txBox="1">
            <a:spLocks noGrp="1"/>
          </p:cNvSpPr>
          <p:nvPr>
            <p:ph type="subTitle" idx="3"/>
          </p:nvPr>
        </p:nvSpPr>
        <p:spPr>
          <a:xfrm>
            <a:off x="1914300" y="2490350"/>
            <a:ext cx="2420400" cy="15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5"/>
          <p:cNvSpPr txBox="1">
            <a:spLocks noGrp="1"/>
          </p:cNvSpPr>
          <p:nvPr>
            <p:ph type="title" idx="4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86" name="Google Shape;86;p5"/>
          <p:cNvGrpSpPr/>
          <p:nvPr/>
        </p:nvGrpSpPr>
        <p:grpSpPr>
          <a:xfrm>
            <a:off x="101100" y="1921825"/>
            <a:ext cx="8984097" cy="2677607"/>
            <a:chOff x="101100" y="1921825"/>
            <a:chExt cx="8984097" cy="2677607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150813" y="1921825"/>
              <a:ext cx="1124813" cy="885613"/>
              <a:chOff x="5284625" y="-234825"/>
              <a:chExt cx="1124813" cy="885613"/>
            </a:xfrm>
          </p:grpSpPr>
          <p:sp>
            <p:nvSpPr>
              <p:cNvPr id="88" name="Google Shape;88;p5"/>
              <p:cNvSpPr/>
              <p:nvPr/>
            </p:nvSpPr>
            <p:spPr>
              <a:xfrm>
                <a:off x="5284625" y="-234825"/>
                <a:ext cx="1124813" cy="885613"/>
              </a:xfrm>
              <a:custGeom>
                <a:avLst/>
                <a:gdLst/>
                <a:ahLst/>
                <a:cxnLst/>
                <a:rect l="l" t="t" r="r" b="b"/>
                <a:pathLst>
                  <a:path w="30876" h="24310" extrusionOk="0">
                    <a:moveTo>
                      <a:pt x="30339" y="61"/>
                    </a:moveTo>
                    <a:lnTo>
                      <a:pt x="30482" y="73"/>
                    </a:lnTo>
                    <a:lnTo>
                      <a:pt x="30601" y="108"/>
                    </a:lnTo>
                    <a:lnTo>
                      <a:pt x="30661" y="132"/>
                    </a:lnTo>
                    <a:lnTo>
                      <a:pt x="30709" y="168"/>
                    </a:lnTo>
                    <a:lnTo>
                      <a:pt x="30745" y="204"/>
                    </a:lnTo>
                    <a:lnTo>
                      <a:pt x="30780" y="264"/>
                    </a:lnTo>
                    <a:lnTo>
                      <a:pt x="30792" y="323"/>
                    </a:lnTo>
                    <a:lnTo>
                      <a:pt x="30804" y="395"/>
                    </a:lnTo>
                    <a:lnTo>
                      <a:pt x="30816" y="610"/>
                    </a:lnTo>
                    <a:lnTo>
                      <a:pt x="30816" y="837"/>
                    </a:lnTo>
                    <a:lnTo>
                      <a:pt x="30804" y="1267"/>
                    </a:lnTo>
                    <a:lnTo>
                      <a:pt x="30804" y="3499"/>
                    </a:lnTo>
                    <a:lnTo>
                      <a:pt x="30804" y="6687"/>
                    </a:lnTo>
                    <a:lnTo>
                      <a:pt x="30804" y="10460"/>
                    </a:lnTo>
                    <a:lnTo>
                      <a:pt x="30804" y="14376"/>
                    </a:lnTo>
                    <a:lnTo>
                      <a:pt x="30804" y="18089"/>
                    </a:lnTo>
                    <a:lnTo>
                      <a:pt x="30804" y="21182"/>
                    </a:lnTo>
                    <a:lnTo>
                      <a:pt x="30804" y="23259"/>
                    </a:lnTo>
                    <a:lnTo>
                      <a:pt x="30804" y="23773"/>
                    </a:lnTo>
                    <a:lnTo>
                      <a:pt x="30792" y="23940"/>
                    </a:lnTo>
                    <a:lnTo>
                      <a:pt x="30780" y="24023"/>
                    </a:lnTo>
                    <a:lnTo>
                      <a:pt x="30757" y="24095"/>
                    </a:lnTo>
                    <a:lnTo>
                      <a:pt x="30721" y="24155"/>
                    </a:lnTo>
                    <a:lnTo>
                      <a:pt x="30661" y="24202"/>
                    </a:lnTo>
                    <a:lnTo>
                      <a:pt x="30577" y="24238"/>
                    </a:lnTo>
                    <a:lnTo>
                      <a:pt x="30482" y="24250"/>
                    </a:lnTo>
                    <a:lnTo>
                      <a:pt x="430" y="24250"/>
                    </a:lnTo>
                    <a:lnTo>
                      <a:pt x="346" y="24238"/>
                    </a:lnTo>
                    <a:lnTo>
                      <a:pt x="275" y="24226"/>
                    </a:lnTo>
                    <a:lnTo>
                      <a:pt x="215" y="24190"/>
                    </a:lnTo>
                    <a:lnTo>
                      <a:pt x="155" y="24155"/>
                    </a:lnTo>
                    <a:lnTo>
                      <a:pt x="108" y="24095"/>
                    </a:lnTo>
                    <a:lnTo>
                      <a:pt x="72" y="24023"/>
                    </a:lnTo>
                    <a:lnTo>
                      <a:pt x="60" y="23928"/>
                    </a:lnTo>
                    <a:lnTo>
                      <a:pt x="60" y="23701"/>
                    </a:lnTo>
                    <a:lnTo>
                      <a:pt x="60" y="22113"/>
                    </a:lnTo>
                    <a:lnTo>
                      <a:pt x="60" y="19379"/>
                    </a:lnTo>
                    <a:lnTo>
                      <a:pt x="60" y="15857"/>
                    </a:lnTo>
                    <a:lnTo>
                      <a:pt x="60" y="11964"/>
                    </a:lnTo>
                    <a:lnTo>
                      <a:pt x="60" y="8096"/>
                    </a:lnTo>
                    <a:lnTo>
                      <a:pt x="60" y="4633"/>
                    </a:lnTo>
                    <a:lnTo>
                      <a:pt x="60" y="1983"/>
                    </a:lnTo>
                    <a:lnTo>
                      <a:pt x="60" y="550"/>
                    </a:lnTo>
                    <a:lnTo>
                      <a:pt x="72" y="383"/>
                    </a:lnTo>
                    <a:lnTo>
                      <a:pt x="84" y="299"/>
                    </a:lnTo>
                    <a:lnTo>
                      <a:pt x="120" y="228"/>
                    </a:lnTo>
                    <a:lnTo>
                      <a:pt x="155" y="168"/>
                    </a:lnTo>
                    <a:lnTo>
                      <a:pt x="215" y="120"/>
                    </a:lnTo>
                    <a:lnTo>
                      <a:pt x="287" y="85"/>
                    </a:lnTo>
                    <a:lnTo>
                      <a:pt x="394" y="73"/>
                    </a:lnTo>
                    <a:lnTo>
                      <a:pt x="29945" y="73"/>
                    </a:lnTo>
                    <a:lnTo>
                      <a:pt x="30195" y="61"/>
                    </a:lnTo>
                    <a:close/>
                    <a:moveTo>
                      <a:pt x="430" y="1"/>
                    </a:moveTo>
                    <a:lnTo>
                      <a:pt x="323" y="13"/>
                    </a:lnTo>
                    <a:lnTo>
                      <a:pt x="227" y="37"/>
                    </a:lnTo>
                    <a:lnTo>
                      <a:pt x="155" y="85"/>
                    </a:lnTo>
                    <a:lnTo>
                      <a:pt x="108" y="132"/>
                    </a:lnTo>
                    <a:lnTo>
                      <a:pt x="60" y="192"/>
                    </a:lnTo>
                    <a:lnTo>
                      <a:pt x="36" y="264"/>
                    </a:lnTo>
                    <a:lnTo>
                      <a:pt x="12" y="347"/>
                    </a:lnTo>
                    <a:lnTo>
                      <a:pt x="0" y="431"/>
                    </a:lnTo>
                    <a:lnTo>
                      <a:pt x="0" y="514"/>
                    </a:lnTo>
                    <a:lnTo>
                      <a:pt x="0" y="1899"/>
                    </a:lnTo>
                    <a:lnTo>
                      <a:pt x="0" y="4526"/>
                    </a:lnTo>
                    <a:lnTo>
                      <a:pt x="0" y="8012"/>
                    </a:lnTo>
                    <a:lnTo>
                      <a:pt x="0" y="11905"/>
                    </a:lnTo>
                    <a:lnTo>
                      <a:pt x="0" y="15845"/>
                    </a:lnTo>
                    <a:lnTo>
                      <a:pt x="0" y="19391"/>
                    </a:lnTo>
                    <a:lnTo>
                      <a:pt x="0" y="22149"/>
                    </a:lnTo>
                    <a:lnTo>
                      <a:pt x="0" y="23725"/>
                    </a:lnTo>
                    <a:lnTo>
                      <a:pt x="0" y="23844"/>
                    </a:lnTo>
                    <a:lnTo>
                      <a:pt x="0" y="23964"/>
                    </a:lnTo>
                    <a:lnTo>
                      <a:pt x="24" y="24059"/>
                    </a:lnTo>
                    <a:lnTo>
                      <a:pt x="60" y="24131"/>
                    </a:lnTo>
                    <a:lnTo>
                      <a:pt x="108" y="24190"/>
                    </a:lnTo>
                    <a:lnTo>
                      <a:pt x="167" y="24238"/>
                    </a:lnTo>
                    <a:lnTo>
                      <a:pt x="239" y="24274"/>
                    </a:lnTo>
                    <a:lnTo>
                      <a:pt x="311" y="24298"/>
                    </a:lnTo>
                    <a:lnTo>
                      <a:pt x="394" y="24310"/>
                    </a:lnTo>
                    <a:lnTo>
                      <a:pt x="30506" y="24310"/>
                    </a:lnTo>
                    <a:lnTo>
                      <a:pt x="30506" y="24307"/>
                    </a:lnTo>
                    <a:lnTo>
                      <a:pt x="30577" y="24298"/>
                    </a:lnTo>
                    <a:lnTo>
                      <a:pt x="30661" y="24262"/>
                    </a:lnTo>
                    <a:lnTo>
                      <a:pt x="30733" y="24214"/>
                    </a:lnTo>
                    <a:lnTo>
                      <a:pt x="30780" y="24155"/>
                    </a:lnTo>
                    <a:lnTo>
                      <a:pt x="30816" y="24083"/>
                    </a:lnTo>
                    <a:lnTo>
                      <a:pt x="30852" y="23999"/>
                    </a:lnTo>
                    <a:lnTo>
                      <a:pt x="30864" y="23916"/>
                    </a:lnTo>
                    <a:lnTo>
                      <a:pt x="30864" y="23820"/>
                    </a:lnTo>
                    <a:lnTo>
                      <a:pt x="30864" y="23331"/>
                    </a:lnTo>
                    <a:lnTo>
                      <a:pt x="30864" y="21289"/>
                    </a:lnTo>
                    <a:lnTo>
                      <a:pt x="30864" y="18185"/>
                    </a:lnTo>
                    <a:lnTo>
                      <a:pt x="30864" y="14472"/>
                    </a:lnTo>
                    <a:lnTo>
                      <a:pt x="30864" y="10484"/>
                    </a:lnTo>
                    <a:lnTo>
                      <a:pt x="30864" y="6711"/>
                    </a:lnTo>
                    <a:lnTo>
                      <a:pt x="30864" y="3475"/>
                    </a:lnTo>
                    <a:lnTo>
                      <a:pt x="30864" y="1243"/>
                    </a:lnTo>
                    <a:lnTo>
                      <a:pt x="30876" y="813"/>
                    </a:lnTo>
                    <a:lnTo>
                      <a:pt x="30876" y="610"/>
                    </a:lnTo>
                    <a:lnTo>
                      <a:pt x="30864" y="395"/>
                    </a:lnTo>
                    <a:lnTo>
                      <a:pt x="30852" y="311"/>
                    </a:lnTo>
                    <a:lnTo>
                      <a:pt x="30840" y="240"/>
                    </a:lnTo>
                    <a:lnTo>
                      <a:pt x="30804" y="180"/>
                    </a:lnTo>
                    <a:lnTo>
                      <a:pt x="30768" y="132"/>
                    </a:lnTo>
                    <a:lnTo>
                      <a:pt x="30721" y="96"/>
                    </a:lnTo>
                    <a:lnTo>
                      <a:pt x="30673" y="61"/>
                    </a:lnTo>
                    <a:lnTo>
                      <a:pt x="30613" y="49"/>
                    </a:lnTo>
                    <a:lnTo>
                      <a:pt x="30554" y="25"/>
                    </a:lnTo>
                    <a:lnTo>
                      <a:pt x="30422" y="13"/>
                    </a:lnTo>
                    <a:lnTo>
                      <a:pt x="30279" y="1"/>
                    </a:lnTo>
                    <a:lnTo>
                      <a:pt x="30016" y="13"/>
                    </a:lnTo>
                    <a:lnTo>
                      <a:pt x="549" y="13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5334643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5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5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66" y="645"/>
                    </a:lnTo>
                    <a:lnTo>
                      <a:pt x="526" y="609"/>
                    </a:lnTo>
                    <a:lnTo>
                      <a:pt x="573" y="573"/>
                    </a:lnTo>
                    <a:lnTo>
                      <a:pt x="621" y="525"/>
                    </a:lnTo>
                    <a:lnTo>
                      <a:pt x="645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45" y="203"/>
                    </a:lnTo>
                    <a:lnTo>
                      <a:pt x="621" y="143"/>
                    </a:lnTo>
                    <a:lnTo>
                      <a:pt x="573" y="96"/>
                    </a:lnTo>
                    <a:lnTo>
                      <a:pt x="526" y="48"/>
                    </a:lnTo>
                    <a:lnTo>
                      <a:pt x="466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5369870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6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6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5405098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15" y="24"/>
                    </a:lnTo>
                    <a:lnTo>
                      <a:pt x="156" y="48"/>
                    </a:lnTo>
                    <a:lnTo>
                      <a:pt x="108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108" y="573"/>
                    </a:lnTo>
                    <a:lnTo>
                      <a:pt x="156" y="609"/>
                    </a:lnTo>
                    <a:lnTo>
                      <a:pt x="215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5289397" y="-152167"/>
                <a:ext cx="1115268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30614" h="61" extrusionOk="0">
                    <a:moveTo>
                      <a:pt x="24" y="0"/>
                    </a:moveTo>
                    <a:lnTo>
                      <a:pt x="1" y="12"/>
                    </a:lnTo>
                    <a:lnTo>
                      <a:pt x="1" y="24"/>
                    </a:lnTo>
                    <a:lnTo>
                      <a:pt x="1" y="48"/>
                    </a:lnTo>
                    <a:lnTo>
                      <a:pt x="24" y="60"/>
                    </a:lnTo>
                    <a:lnTo>
                      <a:pt x="30578" y="60"/>
                    </a:lnTo>
                    <a:lnTo>
                      <a:pt x="30602" y="48"/>
                    </a:lnTo>
                    <a:lnTo>
                      <a:pt x="30614" y="24"/>
                    </a:lnTo>
                    <a:lnTo>
                      <a:pt x="30602" y="12"/>
                    </a:lnTo>
                    <a:lnTo>
                      <a:pt x="3057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5572564" y="-60838"/>
                <a:ext cx="151840" cy="170565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682" extrusionOk="0">
                    <a:moveTo>
                      <a:pt x="24" y="1"/>
                    </a:moveTo>
                    <a:lnTo>
                      <a:pt x="0" y="4168"/>
                    </a:lnTo>
                    <a:lnTo>
                      <a:pt x="4143" y="4681"/>
                    </a:lnTo>
                    <a:lnTo>
                      <a:pt x="4155" y="4502"/>
                    </a:lnTo>
                    <a:lnTo>
                      <a:pt x="4167" y="4323"/>
                    </a:lnTo>
                    <a:lnTo>
                      <a:pt x="4167" y="4156"/>
                    </a:lnTo>
                    <a:lnTo>
                      <a:pt x="4167" y="3977"/>
                    </a:lnTo>
                    <a:lnTo>
                      <a:pt x="4155" y="3798"/>
                    </a:lnTo>
                    <a:lnTo>
                      <a:pt x="4131" y="3630"/>
                    </a:lnTo>
                    <a:lnTo>
                      <a:pt x="4107" y="3451"/>
                    </a:lnTo>
                    <a:lnTo>
                      <a:pt x="4072" y="3284"/>
                    </a:lnTo>
                    <a:lnTo>
                      <a:pt x="3988" y="2950"/>
                    </a:lnTo>
                    <a:lnTo>
                      <a:pt x="3881" y="2627"/>
                    </a:lnTo>
                    <a:lnTo>
                      <a:pt x="3737" y="2317"/>
                    </a:lnTo>
                    <a:lnTo>
                      <a:pt x="3570" y="2019"/>
                    </a:lnTo>
                    <a:lnTo>
                      <a:pt x="3379" y="1732"/>
                    </a:lnTo>
                    <a:lnTo>
                      <a:pt x="3176" y="1469"/>
                    </a:lnTo>
                    <a:lnTo>
                      <a:pt x="2937" y="1219"/>
                    </a:lnTo>
                    <a:lnTo>
                      <a:pt x="2687" y="980"/>
                    </a:lnTo>
                    <a:lnTo>
                      <a:pt x="2555" y="872"/>
                    </a:lnTo>
                    <a:lnTo>
                      <a:pt x="2412" y="765"/>
                    </a:lnTo>
                    <a:lnTo>
                      <a:pt x="2269" y="669"/>
                    </a:lnTo>
                    <a:lnTo>
                      <a:pt x="2125" y="586"/>
                    </a:lnTo>
                    <a:lnTo>
                      <a:pt x="1970" y="490"/>
                    </a:lnTo>
                    <a:lnTo>
                      <a:pt x="1815" y="419"/>
                    </a:lnTo>
                    <a:lnTo>
                      <a:pt x="1648" y="335"/>
                    </a:lnTo>
                    <a:lnTo>
                      <a:pt x="1481" y="275"/>
                    </a:lnTo>
                    <a:lnTo>
                      <a:pt x="1302" y="216"/>
                    </a:lnTo>
                    <a:lnTo>
                      <a:pt x="1122" y="156"/>
                    </a:lnTo>
                    <a:lnTo>
                      <a:pt x="943" y="108"/>
                    </a:lnTo>
                    <a:lnTo>
                      <a:pt x="764" y="72"/>
                    </a:lnTo>
                    <a:lnTo>
                      <a:pt x="573" y="49"/>
                    </a:lnTo>
                    <a:lnTo>
                      <a:pt x="394" y="25"/>
                    </a:lnTo>
                    <a:lnTo>
                      <a:pt x="203" y="13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5431181" y="-48197"/>
                <a:ext cx="118361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439" extrusionOk="0">
                    <a:moveTo>
                      <a:pt x="3248" y="0"/>
                    </a:moveTo>
                    <a:lnTo>
                      <a:pt x="2986" y="12"/>
                    </a:lnTo>
                    <a:lnTo>
                      <a:pt x="2735" y="36"/>
                    </a:lnTo>
                    <a:lnTo>
                      <a:pt x="2472" y="72"/>
                    </a:lnTo>
                    <a:lnTo>
                      <a:pt x="2234" y="131"/>
                    </a:lnTo>
                    <a:lnTo>
                      <a:pt x="1983" y="215"/>
                    </a:lnTo>
                    <a:lnTo>
                      <a:pt x="1744" y="310"/>
                    </a:lnTo>
                    <a:lnTo>
                      <a:pt x="1517" y="430"/>
                    </a:lnTo>
                    <a:lnTo>
                      <a:pt x="1302" y="561"/>
                    </a:lnTo>
                    <a:lnTo>
                      <a:pt x="1087" y="716"/>
                    </a:lnTo>
                    <a:lnTo>
                      <a:pt x="884" y="884"/>
                    </a:lnTo>
                    <a:lnTo>
                      <a:pt x="705" y="1063"/>
                    </a:lnTo>
                    <a:lnTo>
                      <a:pt x="538" y="1254"/>
                    </a:lnTo>
                    <a:lnTo>
                      <a:pt x="383" y="1457"/>
                    </a:lnTo>
                    <a:lnTo>
                      <a:pt x="240" y="1672"/>
                    </a:lnTo>
                    <a:lnTo>
                      <a:pt x="108" y="1898"/>
                    </a:lnTo>
                    <a:lnTo>
                      <a:pt x="1" y="2125"/>
                    </a:lnTo>
                    <a:lnTo>
                      <a:pt x="3189" y="3439"/>
                    </a:lnTo>
                    <a:lnTo>
                      <a:pt x="324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5852234" y="19635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5410744" y="51838"/>
                <a:ext cx="316249" cy="217924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5982" extrusionOk="0">
                    <a:moveTo>
                      <a:pt x="323" y="0"/>
                    </a:moveTo>
                    <a:lnTo>
                      <a:pt x="239" y="203"/>
                    </a:lnTo>
                    <a:lnTo>
                      <a:pt x="168" y="418"/>
                    </a:lnTo>
                    <a:lnTo>
                      <a:pt x="120" y="633"/>
                    </a:lnTo>
                    <a:lnTo>
                      <a:pt x="72" y="848"/>
                    </a:lnTo>
                    <a:lnTo>
                      <a:pt x="36" y="1051"/>
                    </a:lnTo>
                    <a:lnTo>
                      <a:pt x="13" y="1266"/>
                    </a:lnTo>
                    <a:lnTo>
                      <a:pt x="1" y="1481"/>
                    </a:lnTo>
                    <a:lnTo>
                      <a:pt x="1" y="1696"/>
                    </a:lnTo>
                    <a:lnTo>
                      <a:pt x="13" y="1910"/>
                    </a:lnTo>
                    <a:lnTo>
                      <a:pt x="36" y="2113"/>
                    </a:lnTo>
                    <a:lnTo>
                      <a:pt x="60" y="2328"/>
                    </a:lnTo>
                    <a:lnTo>
                      <a:pt x="96" y="2531"/>
                    </a:lnTo>
                    <a:lnTo>
                      <a:pt x="156" y="2734"/>
                    </a:lnTo>
                    <a:lnTo>
                      <a:pt x="204" y="2937"/>
                    </a:lnTo>
                    <a:lnTo>
                      <a:pt x="275" y="3140"/>
                    </a:lnTo>
                    <a:lnTo>
                      <a:pt x="359" y="3331"/>
                    </a:lnTo>
                    <a:lnTo>
                      <a:pt x="442" y="3522"/>
                    </a:lnTo>
                    <a:lnTo>
                      <a:pt x="538" y="3701"/>
                    </a:lnTo>
                    <a:lnTo>
                      <a:pt x="645" y="3892"/>
                    </a:lnTo>
                    <a:lnTo>
                      <a:pt x="753" y="4071"/>
                    </a:lnTo>
                    <a:lnTo>
                      <a:pt x="872" y="4239"/>
                    </a:lnTo>
                    <a:lnTo>
                      <a:pt x="1004" y="4406"/>
                    </a:lnTo>
                    <a:lnTo>
                      <a:pt x="1147" y="4561"/>
                    </a:lnTo>
                    <a:lnTo>
                      <a:pt x="1290" y="4716"/>
                    </a:lnTo>
                    <a:lnTo>
                      <a:pt x="1445" y="4859"/>
                    </a:lnTo>
                    <a:lnTo>
                      <a:pt x="1601" y="5003"/>
                    </a:lnTo>
                    <a:lnTo>
                      <a:pt x="1768" y="5134"/>
                    </a:lnTo>
                    <a:lnTo>
                      <a:pt x="1947" y="5265"/>
                    </a:lnTo>
                    <a:lnTo>
                      <a:pt x="2126" y="5373"/>
                    </a:lnTo>
                    <a:lnTo>
                      <a:pt x="2317" y="5480"/>
                    </a:lnTo>
                    <a:lnTo>
                      <a:pt x="2520" y="5576"/>
                    </a:lnTo>
                    <a:lnTo>
                      <a:pt x="2723" y="5671"/>
                    </a:lnTo>
                    <a:lnTo>
                      <a:pt x="2938" y="5743"/>
                    </a:lnTo>
                    <a:lnTo>
                      <a:pt x="3141" y="5815"/>
                    </a:lnTo>
                    <a:lnTo>
                      <a:pt x="3356" y="5874"/>
                    </a:lnTo>
                    <a:lnTo>
                      <a:pt x="3571" y="5910"/>
                    </a:lnTo>
                    <a:lnTo>
                      <a:pt x="3774" y="5946"/>
                    </a:lnTo>
                    <a:lnTo>
                      <a:pt x="3988" y="5970"/>
                    </a:lnTo>
                    <a:lnTo>
                      <a:pt x="4203" y="5982"/>
                    </a:lnTo>
                    <a:lnTo>
                      <a:pt x="4418" y="5982"/>
                    </a:lnTo>
                    <a:lnTo>
                      <a:pt x="4633" y="5970"/>
                    </a:lnTo>
                    <a:lnTo>
                      <a:pt x="4836" y="5958"/>
                    </a:lnTo>
                    <a:lnTo>
                      <a:pt x="5051" y="5922"/>
                    </a:lnTo>
                    <a:lnTo>
                      <a:pt x="5254" y="5886"/>
                    </a:lnTo>
                    <a:lnTo>
                      <a:pt x="5457" y="5839"/>
                    </a:lnTo>
                    <a:lnTo>
                      <a:pt x="5660" y="5779"/>
                    </a:lnTo>
                    <a:lnTo>
                      <a:pt x="5863" y="5707"/>
                    </a:lnTo>
                    <a:lnTo>
                      <a:pt x="6054" y="5636"/>
                    </a:lnTo>
                    <a:lnTo>
                      <a:pt x="6245" y="5552"/>
                    </a:lnTo>
                    <a:lnTo>
                      <a:pt x="6436" y="5456"/>
                    </a:lnTo>
                    <a:lnTo>
                      <a:pt x="6615" y="5349"/>
                    </a:lnTo>
                    <a:lnTo>
                      <a:pt x="6794" y="5230"/>
                    </a:lnTo>
                    <a:lnTo>
                      <a:pt x="6961" y="5110"/>
                    </a:lnTo>
                    <a:lnTo>
                      <a:pt x="7129" y="4979"/>
                    </a:lnTo>
                    <a:lnTo>
                      <a:pt x="7284" y="4848"/>
                    </a:lnTo>
                    <a:lnTo>
                      <a:pt x="7439" y="4704"/>
                    </a:lnTo>
                    <a:lnTo>
                      <a:pt x="7582" y="4549"/>
                    </a:lnTo>
                    <a:lnTo>
                      <a:pt x="7726" y="4382"/>
                    </a:lnTo>
                    <a:lnTo>
                      <a:pt x="7857" y="4215"/>
                    </a:lnTo>
                    <a:lnTo>
                      <a:pt x="7988" y="4036"/>
                    </a:lnTo>
                    <a:lnTo>
                      <a:pt x="8096" y="3857"/>
                    </a:lnTo>
                    <a:lnTo>
                      <a:pt x="8203" y="3666"/>
                    </a:lnTo>
                    <a:lnTo>
                      <a:pt x="8311" y="3475"/>
                    </a:lnTo>
                    <a:lnTo>
                      <a:pt x="8394" y="3260"/>
                    </a:lnTo>
                    <a:lnTo>
                      <a:pt x="8490" y="2997"/>
                    </a:lnTo>
                    <a:lnTo>
                      <a:pt x="8573" y="2722"/>
                    </a:lnTo>
                    <a:lnTo>
                      <a:pt x="8633" y="2448"/>
                    </a:lnTo>
                    <a:lnTo>
                      <a:pt x="8681" y="2173"/>
                    </a:lnTo>
                    <a:lnTo>
                      <a:pt x="4359" y="1636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5852234" y="56611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5424660" y="70527"/>
                <a:ext cx="50929" cy="101822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2795" extrusionOk="0">
                    <a:moveTo>
                      <a:pt x="1183" y="0"/>
                    </a:moveTo>
                    <a:lnTo>
                      <a:pt x="1171" y="12"/>
                    </a:lnTo>
                    <a:lnTo>
                      <a:pt x="1230" y="192"/>
                    </a:lnTo>
                    <a:lnTo>
                      <a:pt x="1278" y="383"/>
                    </a:lnTo>
                    <a:lnTo>
                      <a:pt x="1314" y="562"/>
                    </a:lnTo>
                    <a:lnTo>
                      <a:pt x="1338" y="741"/>
                    </a:lnTo>
                    <a:lnTo>
                      <a:pt x="1362" y="932"/>
                    </a:lnTo>
                    <a:lnTo>
                      <a:pt x="1350" y="1123"/>
                    </a:lnTo>
                    <a:lnTo>
                      <a:pt x="1338" y="1302"/>
                    </a:lnTo>
                    <a:lnTo>
                      <a:pt x="1314" y="1493"/>
                    </a:lnTo>
                    <a:lnTo>
                      <a:pt x="1266" y="1636"/>
                    </a:lnTo>
                    <a:lnTo>
                      <a:pt x="1219" y="1791"/>
                    </a:lnTo>
                    <a:lnTo>
                      <a:pt x="1147" y="1935"/>
                    </a:lnTo>
                    <a:lnTo>
                      <a:pt x="1075" y="2066"/>
                    </a:lnTo>
                    <a:lnTo>
                      <a:pt x="980" y="2197"/>
                    </a:lnTo>
                    <a:lnTo>
                      <a:pt x="884" y="2317"/>
                    </a:lnTo>
                    <a:lnTo>
                      <a:pt x="765" y="2424"/>
                    </a:lnTo>
                    <a:lnTo>
                      <a:pt x="645" y="2520"/>
                    </a:lnTo>
                    <a:lnTo>
                      <a:pt x="502" y="2603"/>
                    </a:lnTo>
                    <a:lnTo>
                      <a:pt x="347" y="2675"/>
                    </a:lnTo>
                    <a:lnTo>
                      <a:pt x="180" y="2723"/>
                    </a:lnTo>
                    <a:lnTo>
                      <a:pt x="13" y="2759"/>
                    </a:lnTo>
                    <a:lnTo>
                      <a:pt x="1" y="2759"/>
                    </a:lnTo>
                    <a:lnTo>
                      <a:pt x="1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168" y="2770"/>
                    </a:lnTo>
                    <a:lnTo>
                      <a:pt x="311" y="2723"/>
                    </a:lnTo>
                    <a:lnTo>
                      <a:pt x="454" y="2675"/>
                    </a:lnTo>
                    <a:lnTo>
                      <a:pt x="586" y="2603"/>
                    </a:lnTo>
                    <a:lnTo>
                      <a:pt x="705" y="2520"/>
                    </a:lnTo>
                    <a:lnTo>
                      <a:pt x="825" y="2424"/>
                    </a:lnTo>
                    <a:lnTo>
                      <a:pt x="932" y="2317"/>
                    </a:lnTo>
                    <a:lnTo>
                      <a:pt x="1028" y="2197"/>
                    </a:lnTo>
                    <a:lnTo>
                      <a:pt x="1123" y="2054"/>
                    </a:lnTo>
                    <a:lnTo>
                      <a:pt x="1207" y="1899"/>
                    </a:lnTo>
                    <a:lnTo>
                      <a:pt x="1278" y="1732"/>
                    </a:lnTo>
                    <a:lnTo>
                      <a:pt x="1326" y="1565"/>
                    </a:lnTo>
                    <a:lnTo>
                      <a:pt x="1362" y="1385"/>
                    </a:lnTo>
                    <a:lnTo>
                      <a:pt x="1386" y="1218"/>
                    </a:lnTo>
                    <a:lnTo>
                      <a:pt x="1398" y="1039"/>
                    </a:lnTo>
                    <a:lnTo>
                      <a:pt x="1386" y="860"/>
                    </a:lnTo>
                    <a:lnTo>
                      <a:pt x="1362" y="645"/>
                    </a:lnTo>
                    <a:lnTo>
                      <a:pt x="1326" y="430"/>
                    </a:lnTo>
                    <a:lnTo>
                      <a:pt x="1278" y="215"/>
                    </a:lnTo>
                    <a:lnTo>
                      <a:pt x="1207" y="12"/>
                    </a:lnTo>
                    <a:lnTo>
                      <a:pt x="120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5852234" y="9314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5459888" y="121856"/>
                <a:ext cx="153589" cy="102259"/>
              </a:xfrm>
              <a:custGeom>
                <a:avLst/>
                <a:gdLst/>
                <a:ahLst/>
                <a:cxnLst/>
                <a:rect l="l" t="t" r="r" b="b"/>
                <a:pathLst>
                  <a:path w="4216" h="2807" extrusionOk="0">
                    <a:moveTo>
                      <a:pt x="4072" y="0"/>
                    </a:moveTo>
                    <a:lnTo>
                      <a:pt x="3941" y="24"/>
                    </a:lnTo>
                    <a:lnTo>
                      <a:pt x="3833" y="60"/>
                    </a:lnTo>
                    <a:lnTo>
                      <a:pt x="3714" y="108"/>
                    </a:lnTo>
                    <a:lnTo>
                      <a:pt x="3607" y="168"/>
                    </a:lnTo>
                    <a:lnTo>
                      <a:pt x="3511" y="239"/>
                    </a:lnTo>
                    <a:lnTo>
                      <a:pt x="3416" y="311"/>
                    </a:lnTo>
                    <a:lnTo>
                      <a:pt x="3320" y="394"/>
                    </a:lnTo>
                    <a:lnTo>
                      <a:pt x="3236" y="490"/>
                    </a:lnTo>
                    <a:lnTo>
                      <a:pt x="3153" y="585"/>
                    </a:lnTo>
                    <a:lnTo>
                      <a:pt x="2998" y="788"/>
                    </a:lnTo>
                    <a:lnTo>
                      <a:pt x="2866" y="1003"/>
                    </a:lnTo>
                    <a:lnTo>
                      <a:pt x="2747" y="1218"/>
                    </a:lnTo>
                    <a:lnTo>
                      <a:pt x="2616" y="1457"/>
                    </a:lnTo>
                    <a:lnTo>
                      <a:pt x="2484" y="1684"/>
                    </a:lnTo>
                    <a:lnTo>
                      <a:pt x="2329" y="1911"/>
                    </a:lnTo>
                    <a:lnTo>
                      <a:pt x="2245" y="2018"/>
                    </a:lnTo>
                    <a:lnTo>
                      <a:pt x="2150" y="2126"/>
                    </a:lnTo>
                    <a:lnTo>
                      <a:pt x="2054" y="2221"/>
                    </a:lnTo>
                    <a:lnTo>
                      <a:pt x="1959" y="2305"/>
                    </a:lnTo>
                    <a:lnTo>
                      <a:pt x="1840" y="2376"/>
                    </a:lnTo>
                    <a:lnTo>
                      <a:pt x="1732" y="2448"/>
                    </a:lnTo>
                    <a:lnTo>
                      <a:pt x="1613" y="2508"/>
                    </a:lnTo>
                    <a:lnTo>
                      <a:pt x="1493" y="2567"/>
                    </a:lnTo>
                    <a:lnTo>
                      <a:pt x="1362" y="2603"/>
                    </a:lnTo>
                    <a:lnTo>
                      <a:pt x="1231" y="2651"/>
                    </a:lnTo>
                    <a:lnTo>
                      <a:pt x="1087" y="2675"/>
                    </a:lnTo>
                    <a:lnTo>
                      <a:pt x="932" y="2711"/>
                    </a:lnTo>
                    <a:lnTo>
                      <a:pt x="634" y="2746"/>
                    </a:lnTo>
                    <a:lnTo>
                      <a:pt x="323" y="2758"/>
                    </a:lnTo>
                    <a:lnTo>
                      <a:pt x="25" y="2770"/>
                    </a:lnTo>
                    <a:lnTo>
                      <a:pt x="13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25" y="2806"/>
                    </a:lnTo>
                    <a:lnTo>
                      <a:pt x="275" y="2794"/>
                    </a:lnTo>
                    <a:lnTo>
                      <a:pt x="538" y="2782"/>
                    </a:lnTo>
                    <a:lnTo>
                      <a:pt x="801" y="2758"/>
                    </a:lnTo>
                    <a:lnTo>
                      <a:pt x="1052" y="2723"/>
                    </a:lnTo>
                    <a:lnTo>
                      <a:pt x="1314" y="2663"/>
                    </a:lnTo>
                    <a:lnTo>
                      <a:pt x="1434" y="2627"/>
                    </a:lnTo>
                    <a:lnTo>
                      <a:pt x="1553" y="2579"/>
                    </a:lnTo>
                    <a:lnTo>
                      <a:pt x="1672" y="2520"/>
                    </a:lnTo>
                    <a:lnTo>
                      <a:pt x="1780" y="2460"/>
                    </a:lnTo>
                    <a:lnTo>
                      <a:pt x="1899" y="2388"/>
                    </a:lnTo>
                    <a:lnTo>
                      <a:pt x="1995" y="2317"/>
                    </a:lnTo>
                    <a:lnTo>
                      <a:pt x="2102" y="2233"/>
                    </a:lnTo>
                    <a:lnTo>
                      <a:pt x="2198" y="2138"/>
                    </a:lnTo>
                    <a:lnTo>
                      <a:pt x="2281" y="2030"/>
                    </a:lnTo>
                    <a:lnTo>
                      <a:pt x="2365" y="1923"/>
                    </a:lnTo>
                    <a:lnTo>
                      <a:pt x="2508" y="1708"/>
                    </a:lnTo>
                    <a:lnTo>
                      <a:pt x="2639" y="1481"/>
                    </a:lnTo>
                    <a:lnTo>
                      <a:pt x="2902" y="1015"/>
                    </a:lnTo>
                    <a:lnTo>
                      <a:pt x="3045" y="788"/>
                    </a:lnTo>
                    <a:lnTo>
                      <a:pt x="3117" y="681"/>
                    </a:lnTo>
                    <a:lnTo>
                      <a:pt x="3201" y="573"/>
                    </a:lnTo>
                    <a:lnTo>
                      <a:pt x="3308" y="466"/>
                    </a:lnTo>
                    <a:lnTo>
                      <a:pt x="3416" y="370"/>
                    </a:lnTo>
                    <a:lnTo>
                      <a:pt x="3523" y="275"/>
                    </a:lnTo>
                    <a:lnTo>
                      <a:pt x="3642" y="191"/>
                    </a:lnTo>
                    <a:lnTo>
                      <a:pt x="3774" y="132"/>
                    </a:lnTo>
                    <a:lnTo>
                      <a:pt x="3905" y="72"/>
                    </a:lnTo>
                    <a:lnTo>
                      <a:pt x="4048" y="48"/>
                    </a:lnTo>
                    <a:lnTo>
                      <a:pt x="4204" y="36"/>
                    </a:lnTo>
                    <a:lnTo>
                      <a:pt x="4215" y="24"/>
                    </a:lnTo>
                    <a:lnTo>
                      <a:pt x="4215" y="12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5581235" y="128814"/>
                <a:ext cx="136613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3750" h="2640" extrusionOk="0">
                    <a:moveTo>
                      <a:pt x="2592" y="0"/>
                    </a:moveTo>
                    <a:lnTo>
                      <a:pt x="2592" y="12"/>
                    </a:lnTo>
                    <a:lnTo>
                      <a:pt x="2508" y="215"/>
                    </a:lnTo>
                    <a:lnTo>
                      <a:pt x="2413" y="418"/>
                    </a:lnTo>
                    <a:lnTo>
                      <a:pt x="2293" y="597"/>
                    </a:lnTo>
                    <a:lnTo>
                      <a:pt x="2150" y="765"/>
                    </a:lnTo>
                    <a:lnTo>
                      <a:pt x="1983" y="908"/>
                    </a:lnTo>
                    <a:lnTo>
                      <a:pt x="1804" y="1039"/>
                    </a:lnTo>
                    <a:lnTo>
                      <a:pt x="1625" y="1135"/>
                    </a:lnTo>
                    <a:lnTo>
                      <a:pt x="1422" y="1230"/>
                    </a:lnTo>
                    <a:lnTo>
                      <a:pt x="1064" y="1350"/>
                    </a:lnTo>
                    <a:lnTo>
                      <a:pt x="873" y="1409"/>
                    </a:lnTo>
                    <a:lnTo>
                      <a:pt x="693" y="1481"/>
                    </a:lnTo>
                    <a:lnTo>
                      <a:pt x="514" y="1564"/>
                    </a:lnTo>
                    <a:lnTo>
                      <a:pt x="359" y="1660"/>
                    </a:lnTo>
                    <a:lnTo>
                      <a:pt x="288" y="1720"/>
                    </a:lnTo>
                    <a:lnTo>
                      <a:pt x="216" y="1791"/>
                    </a:lnTo>
                    <a:lnTo>
                      <a:pt x="156" y="1863"/>
                    </a:lnTo>
                    <a:lnTo>
                      <a:pt x="96" y="1935"/>
                    </a:lnTo>
                    <a:lnTo>
                      <a:pt x="49" y="2018"/>
                    </a:lnTo>
                    <a:lnTo>
                      <a:pt x="25" y="2102"/>
                    </a:lnTo>
                    <a:lnTo>
                      <a:pt x="1" y="2197"/>
                    </a:lnTo>
                    <a:lnTo>
                      <a:pt x="1" y="2281"/>
                    </a:lnTo>
                    <a:lnTo>
                      <a:pt x="13" y="2364"/>
                    </a:lnTo>
                    <a:lnTo>
                      <a:pt x="49" y="2448"/>
                    </a:lnTo>
                    <a:lnTo>
                      <a:pt x="96" y="2520"/>
                    </a:lnTo>
                    <a:lnTo>
                      <a:pt x="180" y="2567"/>
                    </a:lnTo>
                    <a:lnTo>
                      <a:pt x="264" y="2603"/>
                    </a:lnTo>
                    <a:lnTo>
                      <a:pt x="359" y="2627"/>
                    </a:lnTo>
                    <a:lnTo>
                      <a:pt x="455" y="2639"/>
                    </a:lnTo>
                    <a:lnTo>
                      <a:pt x="801" y="2639"/>
                    </a:lnTo>
                    <a:lnTo>
                      <a:pt x="1040" y="2627"/>
                    </a:lnTo>
                    <a:lnTo>
                      <a:pt x="1267" y="2591"/>
                    </a:lnTo>
                    <a:lnTo>
                      <a:pt x="1493" y="2532"/>
                    </a:lnTo>
                    <a:lnTo>
                      <a:pt x="1720" y="2472"/>
                    </a:lnTo>
                    <a:lnTo>
                      <a:pt x="1923" y="2388"/>
                    </a:lnTo>
                    <a:lnTo>
                      <a:pt x="2138" y="2281"/>
                    </a:lnTo>
                    <a:lnTo>
                      <a:pt x="2341" y="2173"/>
                    </a:lnTo>
                    <a:lnTo>
                      <a:pt x="2532" y="2042"/>
                    </a:lnTo>
                    <a:lnTo>
                      <a:pt x="2711" y="1899"/>
                    </a:lnTo>
                    <a:lnTo>
                      <a:pt x="2890" y="1732"/>
                    </a:lnTo>
                    <a:lnTo>
                      <a:pt x="3069" y="1553"/>
                    </a:lnTo>
                    <a:lnTo>
                      <a:pt x="3225" y="1362"/>
                    </a:lnTo>
                    <a:lnTo>
                      <a:pt x="3356" y="1159"/>
                    </a:lnTo>
                    <a:lnTo>
                      <a:pt x="3487" y="956"/>
                    </a:lnTo>
                    <a:lnTo>
                      <a:pt x="3595" y="729"/>
                    </a:lnTo>
                    <a:lnTo>
                      <a:pt x="3678" y="502"/>
                    </a:lnTo>
                    <a:lnTo>
                      <a:pt x="3750" y="263"/>
                    </a:lnTo>
                    <a:lnTo>
                      <a:pt x="3750" y="251"/>
                    </a:lnTo>
                    <a:lnTo>
                      <a:pt x="3738" y="239"/>
                    </a:lnTo>
                    <a:lnTo>
                      <a:pt x="3726" y="239"/>
                    </a:lnTo>
                    <a:lnTo>
                      <a:pt x="3714" y="251"/>
                    </a:lnTo>
                    <a:lnTo>
                      <a:pt x="3654" y="466"/>
                    </a:lnTo>
                    <a:lnTo>
                      <a:pt x="3583" y="657"/>
                    </a:lnTo>
                    <a:lnTo>
                      <a:pt x="3487" y="860"/>
                    </a:lnTo>
                    <a:lnTo>
                      <a:pt x="3392" y="1051"/>
                    </a:lnTo>
                    <a:lnTo>
                      <a:pt x="3272" y="1230"/>
                    </a:lnTo>
                    <a:lnTo>
                      <a:pt x="3141" y="1409"/>
                    </a:lnTo>
                    <a:lnTo>
                      <a:pt x="3010" y="1564"/>
                    </a:lnTo>
                    <a:lnTo>
                      <a:pt x="2855" y="1732"/>
                    </a:lnTo>
                    <a:lnTo>
                      <a:pt x="2687" y="1875"/>
                    </a:lnTo>
                    <a:lnTo>
                      <a:pt x="2508" y="2018"/>
                    </a:lnTo>
                    <a:lnTo>
                      <a:pt x="2317" y="2138"/>
                    </a:lnTo>
                    <a:lnTo>
                      <a:pt x="2126" y="2245"/>
                    </a:lnTo>
                    <a:lnTo>
                      <a:pt x="1923" y="2352"/>
                    </a:lnTo>
                    <a:lnTo>
                      <a:pt x="1708" y="2424"/>
                    </a:lnTo>
                    <a:lnTo>
                      <a:pt x="1493" y="2496"/>
                    </a:lnTo>
                    <a:lnTo>
                      <a:pt x="1279" y="2544"/>
                    </a:lnTo>
                    <a:lnTo>
                      <a:pt x="1040" y="2591"/>
                    </a:lnTo>
                    <a:lnTo>
                      <a:pt x="801" y="2603"/>
                    </a:lnTo>
                    <a:lnTo>
                      <a:pt x="574" y="2615"/>
                    </a:lnTo>
                    <a:lnTo>
                      <a:pt x="467" y="2603"/>
                    </a:lnTo>
                    <a:lnTo>
                      <a:pt x="359" y="2591"/>
                    </a:lnTo>
                    <a:lnTo>
                      <a:pt x="252" y="2567"/>
                    </a:lnTo>
                    <a:lnTo>
                      <a:pt x="156" y="2508"/>
                    </a:lnTo>
                    <a:lnTo>
                      <a:pt x="120" y="2484"/>
                    </a:lnTo>
                    <a:lnTo>
                      <a:pt x="85" y="2436"/>
                    </a:lnTo>
                    <a:lnTo>
                      <a:pt x="61" y="2388"/>
                    </a:lnTo>
                    <a:lnTo>
                      <a:pt x="37" y="2341"/>
                    </a:lnTo>
                    <a:lnTo>
                      <a:pt x="37" y="2293"/>
                    </a:lnTo>
                    <a:lnTo>
                      <a:pt x="37" y="2233"/>
                    </a:lnTo>
                    <a:lnTo>
                      <a:pt x="49" y="2138"/>
                    </a:lnTo>
                    <a:lnTo>
                      <a:pt x="85" y="2030"/>
                    </a:lnTo>
                    <a:lnTo>
                      <a:pt x="132" y="1947"/>
                    </a:lnTo>
                    <a:lnTo>
                      <a:pt x="192" y="1863"/>
                    </a:lnTo>
                    <a:lnTo>
                      <a:pt x="252" y="1791"/>
                    </a:lnTo>
                    <a:lnTo>
                      <a:pt x="323" y="1732"/>
                    </a:lnTo>
                    <a:lnTo>
                      <a:pt x="407" y="1672"/>
                    </a:lnTo>
                    <a:lnTo>
                      <a:pt x="562" y="1576"/>
                    </a:lnTo>
                    <a:lnTo>
                      <a:pt x="741" y="1493"/>
                    </a:lnTo>
                    <a:lnTo>
                      <a:pt x="920" y="1433"/>
                    </a:lnTo>
                    <a:lnTo>
                      <a:pt x="1099" y="1373"/>
                    </a:lnTo>
                    <a:lnTo>
                      <a:pt x="1290" y="1314"/>
                    </a:lnTo>
                    <a:lnTo>
                      <a:pt x="1458" y="1242"/>
                    </a:lnTo>
                    <a:lnTo>
                      <a:pt x="1661" y="1159"/>
                    </a:lnTo>
                    <a:lnTo>
                      <a:pt x="1840" y="1051"/>
                    </a:lnTo>
                    <a:lnTo>
                      <a:pt x="2019" y="932"/>
                    </a:lnTo>
                    <a:lnTo>
                      <a:pt x="2174" y="788"/>
                    </a:lnTo>
                    <a:lnTo>
                      <a:pt x="2317" y="621"/>
                    </a:lnTo>
                    <a:lnTo>
                      <a:pt x="2449" y="430"/>
                    </a:lnTo>
                    <a:lnTo>
                      <a:pt x="2544" y="227"/>
                    </a:lnTo>
                    <a:lnTo>
                      <a:pt x="2616" y="24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5852234" y="130125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36"/>
                    </a:lnTo>
                    <a:lnTo>
                      <a:pt x="1875" y="12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5492529" y="155772"/>
                <a:ext cx="26120" cy="26995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1" extrusionOk="0">
                    <a:moveTo>
                      <a:pt x="406" y="36"/>
                    </a:moveTo>
                    <a:lnTo>
                      <a:pt x="454" y="48"/>
                    </a:lnTo>
                    <a:lnTo>
                      <a:pt x="502" y="72"/>
                    </a:lnTo>
                    <a:lnTo>
                      <a:pt x="561" y="96"/>
                    </a:lnTo>
                    <a:lnTo>
                      <a:pt x="621" y="168"/>
                    </a:lnTo>
                    <a:lnTo>
                      <a:pt x="657" y="251"/>
                    </a:lnTo>
                    <a:lnTo>
                      <a:pt x="681" y="335"/>
                    </a:lnTo>
                    <a:lnTo>
                      <a:pt x="681" y="430"/>
                    </a:lnTo>
                    <a:lnTo>
                      <a:pt x="669" y="478"/>
                    </a:lnTo>
                    <a:lnTo>
                      <a:pt x="645" y="526"/>
                    </a:lnTo>
                    <a:lnTo>
                      <a:pt x="609" y="574"/>
                    </a:lnTo>
                    <a:lnTo>
                      <a:pt x="573" y="610"/>
                    </a:lnTo>
                    <a:lnTo>
                      <a:pt x="490" y="669"/>
                    </a:lnTo>
                    <a:lnTo>
                      <a:pt x="442" y="693"/>
                    </a:lnTo>
                    <a:lnTo>
                      <a:pt x="394" y="705"/>
                    </a:lnTo>
                    <a:lnTo>
                      <a:pt x="287" y="705"/>
                    </a:lnTo>
                    <a:lnTo>
                      <a:pt x="239" y="693"/>
                    </a:lnTo>
                    <a:lnTo>
                      <a:pt x="191" y="669"/>
                    </a:lnTo>
                    <a:lnTo>
                      <a:pt x="156" y="645"/>
                    </a:lnTo>
                    <a:lnTo>
                      <a:pt x="120" y="610"/>
                    </a:lnTo>
                    <a:lnTo>
                      <a:pt x="84" y="562"/>
                    </a:lnTo>
                    <a:lnTo>
                      <a:pt x="60" y="526"/>
                    </a:lnTo>
                    <a:lnTo>
                      <a:pt x="48" y="466"/>
                    </a:lnTo>
                    <a:lnTo>
                      <a:pt x="36" y="419"/>
                    </a:lnTo>
                    <a:lnTo>
                      <a:pt x="36" y="359"/>
                    </a:lnTo>
                    <a:lnTo>
                      <a:pt x="36" y="299"/>
                    </a:lnTo>
                    <a:lnTo>
                      <a:pt x="48" y="251"/>
                    </a:lnTo>
                    <a:lnTo>
                      <a:pt x="72" y="204"/>
                    </a:lnTo>
                    <a:lnTo>
                      <a:pt x="108" y="156"/>
                    </a:lnTo>
                    <a:lnTo>
                      <a:pt x="144" y="120"/>
                    </a:lnTo>
                    <a:lnTo>
                      <a:pt x="239" y="72"/>
                    </a:lnTo>
                    <a:lnTo>
                      <a:pt x="299" y="48"/>
                    </a:lnTo>
                    <a:lnTo>
                      <a:pt x="347" y="36"/>
                    </a:lnTo>
                    <a:close/>
                    <a:moveTo>
                      <a:pt x="335" y="1"/>
                    </a:moveTo>
                    <a:lnTo>
                      <a:pt x="263" y="25"/>
                    </a:lnTo>
                    <a:lnTo>
                      <a:pt x="191" y="48"/>
                    </a:lnTo>
                    <a:lnTo>
                      <a:pt x="134" y="87"/>
                    </a:lnTo>
                    <a:lnTo>
                      <a:pt x="132" y="84"/>
                    </a:lnTo>
                    <a:lnTo>
                      <a:pt x="120" y="96"/>
                    </a:lnTo>
                    <a:lnTo>
                      <a:pt x="84" y="132"/>
                    </a:lnTo>
                    <a:lnTo>
                      <a:pt x="48" y="180"/>
                    </a:lnTo>
                    <a:lnTo>
                      <a:pt x="24" y="227"/>
                    </a:lnTo>
                    <a:lnTo>
                      <a:pt x="12" y="275"/>
                    </a:lnTo>
                    <a:lnTo>
                      <a:pt x="0" y="335"/>
                    </a:lnTo>
                    <a:lnTo>
                      <a:pt x="0" y="383"/>
                    </a:lnTo>
                    <a:lnTo>
                      <a:pt x="12" y="490"/>
                    </a:lnTo>
                    <a:lnTo>
                      <a:pt x="36" y="550"/>
                    </a:lnTo>
                    <a:lnTo>
                      <a:pt x="60" y="598"/>
                    </a:lnTo>
                    <a:lnTo>
                      <a:pt x="96" y="633"/>
                    </a:lnTo>
                    <a:lnTo>
                      <a:pt x="132" y="669"/>
                    </a:lnTo>
                    <a:lnTo>
                      <a:pt x="179" y="705"/>
                    </a:lnTo>
                    <a:lnTo>
                      <a:pt x="227" y="729"/>
                    </a:lnTo>
                    <a:lnTo>
                      <a:pt x="275" y="741"/>
                    </a:lnTo>
                    <a:lnTo>
                      <a:pt x="394" y="741"/>
                    </a:lnTo>
                    <a:lnTo>
                      <a:pt x="454" y="717"/>
                    </a:lnTo>
                    <a:lnTo>
                      <a:pt x="502" y="705"/>
                    </a:lnTo>
                    <a:lnTo>
                      <a:pt x="550" y="669"/>
                    </a:lnTo>
                    <a:lnTo>
                      <a:pt x="597" y="633"/>
                    </a:lnTo>
                    <a:lnTo>
                      <a:pt x="633" y="598"/>
                    </a:lnTo>
                    <a:lnTo>
                      <a:pt x="669" y="550"/>
                    </a:lnTo>
                    <a:lnTo>
                      <a:pt x="693" y="490"/>
                    </a:lnTo>
                    <a:lnTo>
                      <a:pt x="717" y="442"/>
                    </a:lnTo>
                    <a:lnTo>
                      <a:pt x="717" y="395"/>
                    </a:lnTo>
                    <a:lnTo>
                      <a:pt x="717" y="347"/>
                    </a:lnTo>
                    <a:lnTo>
                      <a:pt x="705" y="287"/>
                    </a:lnTo>
                    <a:lnTo>
                      <a:pt x="669" y="192"/>
                    </a:lnTo>
                    <a:lnTo>
                      <a:pt x="609" y="108"/>
                    </a:lnTo>
                    <a:lnTo>
                      <a:pt x="573" y="72"/>
                    </a:lnTo>
                    <a:lnTo>
                      <a:pt x="526" y="36"/>
                    </a:lnTo>
                    <a:lnTo>
                      <a:pt x="466" y="13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5852234" y="26363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5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5852234" y="300178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5445097" y="329759"/>
                <a:ext cx="270602" cy="20750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5696" fill="none" extrusionOk="0">
                    <a:moveTo>
                      <a:pt x="7224" y="5696"/>
                    </a:moveTo>
                    <a:lnTo>
                      <a:pt x="204" y="5696"/>
                    </a:lnTo>
                    <a:lnTo>
                      <a:pt x="204" y="5696"/>
                    </a:lnTo>
                    <a:lnTo>
                      <a:pt x="156" y="5696"/>
                    </a:lnTo>
                    <a:lnTo>
                      <a:pt x="120" y="5684"/>
                    </a:lnTo>
                    <a:lnTo>
                      <a:pt x="84" y="5660"/>
                    </a:lnTo>
                    <a:lnTo>
                      <a:pt x="61" y="5636"/>
                    </a:lnTo>
                    <a:lnTo>
                      <a:pt x="37" y="5600"/>
                    </a:lnTo>
                    <a:lnTo>
                      <a:pt x="13" y="5564"/>
                    </a:lnTo>
                    <a:lnTo>
                      <a:pt x="1" y="5528"/>
                    </a:lnTo>
                    <a:lnTo>
                      <a:pt x="1" y="5493"/>
                    </a:lnTo>
                    <a:lnTo>
                      <a:pt x="1" y="203"/>
                    </a:lnTo>
                    <a:lnTo>
                      <a:pt x="1" y="203"/>
                    </a:lnTo>
                    <a:lnTo>
                      <a:pt x="1" y="168"/>
                    </a:lnTo>
                    <a:lnTo>
                      <a:pt x="13" y="132"/>
                    </a:lnTo>
                    <a:lnTo>
                      <a:pt x="37" y="96"/>
                    </a:lnTo>
                    <a:lnTo>
                      <a:pt x="61" y="60"/>
                    </a:lnTo>
                    <a:lnTo>
                      <a:pt x="84" y="36"/>
                    </a:lnTo>
                    <a:lnTo>
                      <a:pt x="120" y="24"/>
                    </a:lnTo>
                    <a:lnTo>
                      <a:pt x="156" y="12"/>
                    </a:lnTo>
                    <a:lnTo>
                      <a:pt x="204" y="0"/>
                    </a:lnTo>
                    <a:lnTo>
                      <a:pt x="7224" y="0"/>
                    </a:lnTo>
                    <a:lnTo>
                      <a:pt x="7224" y="0"/>
                    </a:lnTo>
                    <a:lnTo>
                      <a:pt x="7260" y="12"/>
                    </a:lnTo>
                    <a:lnTo>
                      <a:pt x="7296" y="24"/>
                    </a:lnTo>
                    <a:lnTo>
                      <a:pt x="7332" y="36"/>
                    </a:lnTo>
                    <a:lnTo>
                      <a:pt x="7368" y="60"/>
                    </a:lnTo>
                    <a:lnTo>
                      <a:pt x="7391" y="96"/>
                    </a:lnTo>
                    <a:lnTo>
                      <a:pt x="7403" y="132"/>
                    </a:lnTo>
                    <a:lnTo>
                      <a:pt x="7415" y="168"/>
                    </a:lnTo>
                    <a:lnTo>
                      <a:pt x="7427" y="203"/>
                    </a:lnTo>
                    <a:lnTo>
                      <a:pt x="7427" y="5493"/>
                    </a:lnTo>
                    <a:lnTo>
                      <a:pt x="7427" y="5493"/>
                    </a:lnTo>
                    <a:lnTo>
                      <a:pt x="7415" y="5528"/>
                    </a:lnTo>
                    <a:lnTo>
                      <a:pt x="7403" y="5564"/>
                    </a:lnTo>
                    <a:lnTo>
                      <a:pt x="7391" y="5600"/>
                    </a:lnTo>
                    <a:lnTo>
                      <a:pt x="7368" y="5636"/>
                    </a:lnTo>
                    <a:lnTo>
                      <a:pt x="7332" y="5660"/>
                    </a:lnTo>
                    <a:lnTo>
                      <a:pt x="7296" y="5684"/>
                    </a:lnTo>
                    <a:lnTo>
                      <a:pt x="7260" y="5696"/>
                    </a:lnTo>
                    <a:lnTo>
                      <a:pt x="7224" y="5696"/>
                    </a:lnTo>
                    <a:lnTo>
                      <a:pt x="7224" y="569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5852234" y="337154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5525133" y="364112"/>
                <a:ext cx="48743" cy="4830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326" fill="none" extrusionOk="0">
                    <a:moveTo>
                      <a:pt x="1326" y="753"/>
                    </a:moveTo>
                    <a:lnTo>
                      <a:pt x="1326" y="753"/>
                    </a:lnTo>
                    <a:lnTo>
                      <a:pt x="1302" y="884"/>
                    </a:lnTo>
                    <a:lnTo>
                      <a:pt x="1242" y="1004"/>
                    </a:lnTo>
                    <a:lnTo>
                      <a:pt x="1171" y="1099"/>
                    </a:lnTo>
                    <a:lnTo>
                      <a:pt x="1075" y="1195"/>
                    </a:lnTo>
                    <a:lnTo>
                      <a:pt x="968" y="1254"/>
                    </a:lnTo>
                    <a:lnTo>
                      <a:pt x="848" y="1302"/>
                    </a:lnTo>
                    <a:lnTo>
                      <a:pt x="717" y="1326"/>
                    </a:lnTo>
                    <a:lnTo>
                      <a:pt x="586" y="1326"/>
                    </a:lnTo>
                    <a:lnTo>
                      <a:pt x="586" y="1326"/>
                    </a:lnTo>
                    <a:lnTo>
                      <a:pt x="454" y="1302"/>
                    </a:lnTo>
                    <a:lnTo>
                      <a:pt x="335" y="1242"/>
                    </a:lnTo>
                    <a:lnTo>
                      <a:pt x="228" y="1171"/>
                    </a:lnTo>
                    <a:lnTo>
                      <a:pt x="144" y="1075"/>
                    </a:lnTo>
                    <a:lnTo>
                      <a:pt x="72" y="968"/>
                    </a:lnTo>
                    <a:lnTo>
                      <a:pt x="25" y="848"/>
                    </a:lnTo>
                    <a:lnTo>
                      <a:pt x="1" y="717"/>
                    </a:lnTo>
                    <a:lnTo>
                      <a:pt x="1" y="586"/>
                    </a:lnTo>
                    <a:lnTo>
                      <a:pt x="1" y="586"/>
                    </a:lnTo>
                    <a:lnTo>
                      <a:pt x="37" y="454"/>
                    </a:lnTo>
                    <a:lnTo>
                      <a:pt x="84" y="335"/>
                    </a:lnTo>
                    <a:lnTo>
                      <a:pt x="168" y="228"/>
                    </a:lnTo>
                    <a:lnTo>
                      <a:pt x="263" y="144"/>
                    </a:lnTo>
                    <a:lnTo>
                      <a:pt x="371" y="72"/>
                    </a:lnTo>
                    <a:lnTo>
                      <a:pt x="490" y="25"/>
                    </a:lnTo>
                    <a:lnTo>
                      <a:pt x="610" y="1"/>
                    </a:lnTo>
                    <a:lnTo>
                      <a:pt x="753" y="1"/>
                    </a:lnTo>
                    <a:lnTo>
                      <a:pt x="753" y="1"/>
                    </a:lnTo>
                    <a:lnTo>
                      <a:pt x="884" y="37"/>
                    </a:lnTo>
                    <a:lnTo>
                      <a:pt x="1004" y="84"/>
                    </a:lnTo>
                    <a:lnTo>
                      <a:pt x="1111" y="168"/>
                    </a:lnTo>
                    <a:lnTo>
                      <a:pt x="1195" y="251"/>
                    </a:lnTo>
                    <a:lnTo>
                      <a:pt x="1266" y="359"/>
                    </a:lnTo>
                    <a:lnTo>
                      <a:pt x="1314" y="478"/>
                    </a:lnTo>
                    <a:lnTo>
                      <a:pt x="1338" y="610"/>
                    </a:lnTo>
                    <a:lnTo>
                      <a:pt x="1326" y="753"/>
                    </a:lnTo>
                    <a:lnTo>
                      <a:pt x="1326" y="75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5852234" y="374130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12" y="0"/>
                    </a:move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24"/>
                    </a:lnTo>
                    <a:lnTo>
                      <a:pt x="187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5443822" y="414129"/>
                <a:ext cx="272751" cy="73552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2019" extrusionOk="0">
                    <a:moveTo>
                      <a:pt x="7450" y="1"/>
                    </a:moveTo>
                    <a:lnTo>
                      <a:pt x="7259" y="48"/>
                    </a:lnTo>
                    <a:lnTo>
                      <a:pt x="7080" y="132"/>
                    </a:lnTo>
                    <a:lnTo>
                      <a:pt x="6913" y="216"/>
                    </a:lnTo>
                    <a:lnTo>
                      <a:pt x="6746" y="335"/>
                    </a:lnTo>
                    <a:lnTo>
                      <a:pt x="6615" y="442"/>
                    </a:lnTo>
                    <a:lnTo>
                      <a:pt x="6495" y="550"/>
                    </a:lnTo>
                    <a:lnTo>
                      <a:pt x="6388" y="681"/>
                    </a:lnTo>
                    <a:lnTo>
                      <a:pt x="6280" y="801"/>
                    </a:lnTo>
                    <a:lnTo>
                      <a:pt x="6065" y="1063"/>
                    </a:lnTo>
                    <a:lnTo>
                      <a:pt x="5958" y="1183"/>
                    </a:lnTo>
                    <a:lnTo>
                      <a:pt x="5839" y="1302"/>
                    </a:lnTo>
                    <a:lnTo>
                      <a:pt x="5671" y="1445"/>
                    </a:lnTo>
                    <a:lnTo>
                      <a:pt x="5504" y="1565"/>
                    </a:lnTo>
                    <a:lnTo>
                      <a:pt x="5313" y="1672"/>
                    </a:lnTo>
                    <a:lnTo>
                      <a:pt x="5122" y="1768"/>
                    </a:lnTo>
                    <a:lnTo>
                      <a:pt x="4907" y="1851"/>
                    </a:lnTo>
                    <a:lnTo>
                      <a:pt x="4680" y="1923"/>
                    </a:lnTo>
                    <a:lnTo>
                      <a:pt x="4561" y="1947"/>
                    </a:lnTo>
                    <a:lnTo>
                      <a:pt x="4442" y="1959"/>
                    </a:lnTo>
                    <a:lnTo>
                      <a:pt x="4203" y="1959"/>
                    </a:lnTo>
                    <a:lnTo>
                      <a:pt x="4083" y="1947"/>
                    </a:lnTo>
                    <a:lnTo>
                      <a:pt x="3976" y="1923"/>
                    </a:lnTo>
                    <a:lnTo>
                      <a:pt x="3868" y="1899"/>
                    </a:lnTo>
                    <a:lnTo>
                      <a:pt x="3761" y="1851"/>
                    </a:lnTo>
                    <a:lnTo>
                      <a:pt x="3654" y="1804"/>
                    </a:lnTo>
                    <a:lnTo>
                      <a:pt x="3558" y="1744"/>
                    </a:lnTo>
                    <a:lnTo>
                      <a:pt x="3463" y="1684"/>
                    </a:lnTo>
                    <a:lnTo>
                      <a:pt x="3367" y="1601"/>
                    </a:lnTo>
                    <a:lnTo>
                      <a:pt x="3188" y="1445"/>
                    </a:lnTo>
                    <a:lnTo>
                      <a:pt x="3021" y="1278"/>
                    </a:lnTo>
                    <a:lnTo>
                      <a:pt x="2854" y="1099"/>
                    </a:lnTo>
                    <a:lnTo>
                      <a:pt x="2675" y="944"/>
                    </a:lnTo>
                    <a:lnTo>
                      <a:pt x="2507" y="789"/>
                    </a:lnTo>
                    <a:lnTo>
                      <a:pt x="2316" y="657"/>
                    </a:lnTo>
                    <a:lnTo>
                      <a:pt x="2125" y="550"/>
                    </a:lnTo>
                    <a:lnTo>
                      <a:pt x="1934" y="442"/>
                    </a:lnTo>
                    <a:lnTo>
                      <a:pt x="1707" y="347"/>
                    </a:lnTo>
                    <a:lnTo>
                      <a:pt x="1469" y="275"/>
                    </a:lnTo>
                    <a:lnTo>
                      <a:pt x="1230" y="216"/>
                    </a:lnTo>
                    <a:lnTo>
                      <a:pt x="991" y="192"/>
                    </a:lnTo>
                    <a:lnTo>
                      <a:pt x="752" y="180"/>
                    </a:lnTo>
                    <a:lnTo>
                      <a:pt x="502" y="180"/>
                    </a:lnTo>
                    <a:lnTo>
                      <a:pt x="263" y="216"/>
                    </a:lnTo>
                    <a:lnTo>
                      <a:pt x="24" y="275"/>
                    </a:lnTo>
                    <a:lnTo>
                      <a:pt x="0" y="287"/>
                    </a:lnTo>
                    <a:lnTo>
                      <a:pt x="0" y="311"/>
                    </a:lnTo>
                    <a:lnTo>
                      <a:pt x="12" y="323"/>
                    </a:lnTo>
                    <a:lnTo>
                      <a:pt x="36" y="335"/>
                    </a:lnTo>
                    <a:lnTo>
                      <a:pt x="263" y="275"/>
                    </a:lnTo>
                    <a:lnTo>
                      <a:pt x="478" y="251"/>
                    </a:lnTo>
                    <a:lnTo>
                      <a:pt x="704" y="240"/>
                    </a:lnTo>
                    <a:lnTo>
                      <a:pt x="919" y="240"/>
                    </a:lnTo>
                    <a:lnTo>
                      <a:pt x="1146" y="263"/>
                    </a:lnTo>
                    <a:lnTo>
                      <a:pt x="1361" y="311"/>
                    </a:lnTo>
                    <a:lnTo>
                      <a:pt x="1576" y="371"/>
                    </a:lnTo>
                    <a:lnTo>
                      <a:pt x="1779" y="442"/>
                    </a:lnTo>
                    <a:lnTo>
                      <a:pt x="1994" y="538"/>
                    </a:lnTo>
                    <a:lnTo>
                      <a:pt x="2209" y="657"/>
                    </a:lnTo>
                    <a:lnTo>
                      <a:pt x="2400" y="789"/>
                    </a:lnTo>
                    <a:lnTo>
                      <a:pt x="2591" y="944"/>
                    </a:lnTo>
                    <a:lnTo>
                      <a:pt x="2758" y="1099"/>
                    </a:lnTo>
                    <a:lnTo>
                      <a:pt x="2925" y="1266"/>
                    </a:lnTo>
                    <a:lnTo>
                      <a:pt x="3092" y="1433"/>
                    </a:lnTo>
                    <a:lnTo>
                      <a:pt x="3260" y="1601"/>
                    </a:lnTo>
                    <a:lnTo>
                      <a:pt x="3439" y="1744"/>
                    </a:lnTo>
                    <a:lnTo>
                      <a:pt x="3534" y="1804"/>
                    </a:lnTo>
                    <a:lnTo>
                      <a:pt x="3630" y="1851"/>
                    </a:lnTo>
                    <a:lnTo>
                      <a:pt x="3725" y="1911"/>
                    </a:lnTo>
                    <a:lnTo>
                      <a:pt x="3833" y="1947"/>
                    </a:lnTo>
                    <a:lnTo>
                      <a:pt x="3940" y="1983"/>
                    </a:lnTo>
                    <a:lnTo>
                      <a:pt x="4048" y="2007"/>
                    </a:lnTo>
                    <a:lnTo>
                      <a:pt x="4155" y="2019"/>
                    </a:lnTo>
                    <a:lnTo>
                      <a:pt x="4262" y="2019"/>
                    </a:lnTo>
                    <a:lnTo>
                      <a:pt x="4489" y="2007"/>
                    </a:lnTo>
                    <a:lnTo>
                      <a:pt x="4692" y="1971"/>
                    </a:lnTo>
                    <a:lnTo>
                      <a:pt x="4907" y="1911"/>
                    </a:lnTo>
                    <a:lnTo>
                      <a:pt x="5122" y="1827"/>
                    </a:lnTo>
                    <a:lnTo>
                      <a:pt x="5337" y="1732"/>
                    </a:lnTo>
                    <a:lnTo>
                      <a:pt x="5528" y="1613"/>
                    </a:lnTo>
                    <a:lnTo>
                      <a:pt x="5719" y="1481"/>
                    </a:lnTo>
                    <a:lnTo>
                      <a:pt x="5850" y="1374"/>
                    </a:lnTo>
                    <a:lnTo>
                      <a:pt x="5970" y="1266"/>
                    </a:lnTo>
                    <a:lnTo>
                      <a:pt x="6077" y="1147"/>
                    </a:lnTo>
                    <a:lnTo>
                      <a:pt x="6185" y="1016"/>
                    </a:lnTo>
                    <a:lnTo>
                      <a:pt x="6424" y="729"/>
                    </a:lnTo>
                    <a:lnTo>
                      <a:pt x="6543" y="598"/>
                    </a:lnTo>
                    <a:lnTo>
                      <a:pt x="6674" y="466"/>
                    </a:lnTo>
                    <a:lnTo>
                      <a:pt x="6770" y="395"/>
                    </a:lnTo>
                    <a:lnTo>
                      <a:pt x="6853" y="323"/>
                    </a:lnTo>
                    <a:lnTo>
                      <a:pt x="7044" y="216"/>
                    </a:lnTo>
                    <a:lnTo>
                      <a:pt x="7247" y="120"/>
                    </a:lnTo>
                    <a:lnTo>
                      <a:pt x="7474" y="48"/>
                    </a:lnTo>
                    <a:lnTo>
                      <a:pt x="7486" y="37"/>
                    </a:lnTo>
                    <a:lnTo>
                      <a:pt x="7486" y="13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1" name="Google Shape;111;p5"/>
            <p:cNvGrpSpPr/>
            <p:nvPr/>
          </p:nvGrpSpPr>
          <p:grpSpPr>
            <a:xfrm flipH="1">
              <a:off x="101100" y="3293930"/>
              <a:ext cx="618900" cy="1305496"/>
              <a:chOff x="-2244625" y="2465880"/>
              <a:chExt cx="618900" cy="1305496"/>
            </a:xfrm>
          </p:grpSpPr>
          <p:sp>
            <p:nvSpPr>
              <p:cNvPr id="112" name="Google Shape;112;p5"/>
              <p:cNvSpPr/>
              <p:nvPr/>
            </p:nvSpPr>
            <p:spPr>
              <a:xfrm>
                <a:off x="-1747414" y="2465880"/>
                <a:ext cx="116821" cy="714134"/>
              </a:xfrm>
              <a:custGeom>
                <a:avLst/>
                <a:gdLst/>
                <a:ahLst/>
                <a:cxnLst/>
                <a:rect l="l" t="t" r="r" b="b"/>
                <a:pathLst>
                  <a:path w="2592" h="15845" extrusionOk="0">
                    <a:moveTo>
                      <a:pt x="2102" y="0"/>
                    </a:moveTo>
                    <a:lnTo>
                      <a:pt x="2019" y="12"/>
                    </a:lnTo>
                    <a:lnTo>
                      <a:pt x="1935" y="48"/>
                    </a:lnTo>
                    <a:lnTo>
                      <a:pt x="1864" y="96"/>
                    </a:lnTo>
                    <a:lnTo>
                      <a:pt x="1792" y="156"/>
                    </a:lnTo>
                    <a:lnTo>
                      <a:pt x="1744" y="227"/>
                    </a:lnTo>
                    <a:lnTo>
                      <a:pt x="1708" y="311"/>
                    </a:lnTo>
                    <a:lnTo>
                      <a:pt x="1696" y="394"/>
                    </a:lnTo>
                    <a:lnTo>
                      <a:pt x="1" y="15343"/>
                    </a:lnTo>
                    <a:lnTo>
                      <a:pt x="1" y="15426"/>
                    </a:lnTo>
                    <a:lnTo>
                      <a:pt x="25" y="15522"/>
                    </a:lnTo>
                    <a:lnTo>
                      <a:pt x="49" y="15605"/>
                    </a:lnTo>
                    <a:lnTo>
                      <a:pt x="96" y="15677"/>
                    </a:lnTo>
                    <a:lnTo>
                      <a:pt x="156" y="15737"/>
                    </a:lnTo>
                    <a:lnTo>
                      <a:pt x="228" y="15784"/>
                    </a:lnTo>
                    <a:lnTo>
                      <a:pt x="311" y="15820"/>
                    </a:lnTo>
                    <a:lnTo>
                      <a:pt x="407" y="15844"/>
                    </a:lnTo>
                    <a:lnTo>
                      <a:pt x="502" y="15844"/>
                    </a:lnTo>
                    <a:lnTo>
                      <a:pt x="586" y="15820"/>
                    </a:lnTo>
                    <a:lnTo>
                      <a:pt x="670" y="15796"/>
                    </a:lnTo>
                    <a:lnTo>
                      <a:pt x="741" y="15749"/>
                    </a:lnTo>
                    <a:lnTo>
                      <a:pt x="801" y="15689"/>
                    </a:lnTo>
                    <a:lnTo>
                      <a:pt x="849" y="15617"/>
                    </a:lnTo>
                    <a:lnTo>
                      <a:pt x="884" y="15534"/>
                    </a:lnTo>
                    <a:lnTo>
                      <a:pt x="908" y="15438"/>
                    </a:lnTo>
                    <a:lnTo>
                      <a:pt x="2592" y="502"/>
                    </a:lnTo>
                    <a:lnTo>
                      <a:pt x="2592" y="406"/>
                    </a:lnTo>
                    <a:lnTo>
                      <a:pt x="2580" y="323"/>
                    </a:lnTo>
                    <a:lnTo>
                      <a:pt x="2544" y="239"/>
                    </a:lnTo>
                    <a:lnTo>
                      <a:pt x="2496" y="168"/>
                    </a:lnTo>
                    <a:lnTo>
                      <a:pt x="2437" y="108"/>
                    </a:lnTo>
                    <a:lnTo>
                      <a:pt x="2365" y="48"/>
                    </a:lnTo>
                    <a:lnTo>
                      <a:pt x="2281" y="12"/>
                    </a:lnTo>
                    <a:lnTo>
                      <a:pt x="219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>
                <a:off x="-2197797" y="3142830"/>
                <a:ext cx="483826" cy="39301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872" extrusionOk="0">
                    <a:moveTo>
                      <a:pt x="430" y="0"/>
                    </a:moveTo>
                    <a:lnTo>
                      <a:pt x="347" y="12"/>
                    </a:lnTo>
                    <a:lnTo>
                      <a:pt x="263" y="36"/>
                    </a:lnTo>
                    <a:lnTo>
                      <a:pt x="192" y="72"/>
                    </a:lnTo>
                    <a:lnTo>
                      <a:pt x="120" y="132"/>
                    </a:lnTo>
                    <a:lnTo>
                      <a:pt x="72" y="191"/>
                    </a:lnTo>
                    <a:lnTo>
                      <a:pt x="36" y="263"/>
                    </a:lnTo>
                    <a:lnTo>
                      <a:pt x="12" y="347"/>
                    </a:lnTo>
                    <a:lnTo>
                      <a:pt x="1" y="430"/>
                    </a:lnTo>
                    <a:lnTo>
                      <a:pt x="12" y="526"/>
                    </a:lnTo>
                    <a:lnTo>
                      <a:pt x="36" y="609"/>
                    </a:lnTo>
                    <a:lnTo>
                      <a:pt x="72" y="681"/>
                    </a:lnTo>
                    <a:lnTo>
                      <a:pt x="120" y="741"/>
                    </a:lnTo>
                    <a:lnTo>
                      <a:pt x="192" y="800"/>
                    </a:lnTo>
                    <a:lnTo>
                      <a:pt x="263" y="836"/>
                    </a:lnTo>
                    <a:lnTo>
                      <a:pt x="347" y="860"/>
                    </a:lnTo>
                    <a:lnTo>
                      <a:pt x="430" y="872"/>
                    </a:lnTo>
                    <a:lnTo>
                      <a:pt x="10304" y="872"/>
                    </a:lnTo>
                    <a:lnTo>
                      <a:pt x="10388" y="860"/>
                    </a:lnTo>
                    <a:lnTo>
                      <a:pt x="10472" y="836"/>
                    </a:lnTo>
                    <a:lnTo>
                      <a:pt x="10543" y="800"/>
                    </a:lnTo>
                    <a:lnTo>
                      <a:pt x="10615" y="741"/>
                    </a:lnTo>
                    <a:lnTo>
                      <a:pt x="10663" y="681"/>
                    </a:lnTo>
                    <a:lnTo>
                      <a:pt x="10710" y="609"/>
                    </a:lnTo>
                    <a:lnTo>
                      <a:pt x="10734" y="526"/>
                    </a:lnTo>
                    <a:lnTo>
                      <a:pt x="10734" y="430"/>
                    </a:lnTo>
                    <a:lnTo>
                      <a:pt x="10734" y="347"/>
                    </a:lnTo>
                    <a:lnTo>
                      <a:pt x="10710" y="263"/>
                    </a:lnTo>
                    <a:lnTo>
                      <a:pt x="10663" y="191"/>
                    </a:lnTo>
                    <a:lnTo>
                      <a:pt x="10615" y="132"/>
                    </a:lnTo>
                    <a:lnTo>
                      <a:pt x="10543" y="72"/>
                    </a:lnTo>
                    <a:lnTo>
                      <a:pt x="10472" y="36"/>
                    </a:lnTo>
                    <a:lnTo>
                      <a:pt x="10388" y="12"/>
                    </a:lnTo>
                    <a:lnTo>
                      <a:pt x="10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" name="Google Shape;114;p5"/>
              <p:cNvSpPr/>
              <p:nvPr/>
            </p:nvSpPr>
            <p:spPr>
              <a:xfrm>
                <a:off x="-1750614" y="3183708"/>
                <a:ext cx="124889" cy="586586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13015" extrusionOk="0">
                    <a:moveTo>
                      <a:pt x="12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72" y="371"/>
                    </a:lnTo>
                    <a:lnTo>
                      <a:pt x="275" y="1314"/>
                    </a:lnTo>
                    <a:lnTo>
                      <a:pt x="573" y="2711"/>
                    </a:lnTo>
                    <a:lnTo>
                      <a:pt x="932" y="4418"/>
                    </a:lnTo>
                    <a:lnTo>
                      <a:pt x="1326" y="6281"/>
                    </a:lnTo>
                    <a:lnTo>
                      <a:pt x="1720" y="8167"/>
                    </a:lnTo>
                    <a:lnTo>
                      <a:pt x="2090" y="9923"/>
                    </a:lnTo>
                    <a:lnTo>
                      <a:pt x="2400" y="11403"/>
                    </a:lnTo>
                    <a:lnTo>
                      <a:pt x="2627" y="12478"/>
                    </a:lnTo>
                    <a:lnTo>
                      <a:pt x="2723" y="12979"/>
                    </a:lnTo>
                    <a:lnTo>
                      <a:pt x="2734" y="13003"/>
                    </a:lnTo>
                    <a:lnTo>
                      <a:pt x="2734" y="13015"/>
                    </a:lnTo>
                    <a:lnTo>
                      <a:pt x="2758" y="13015"/>
                    </a:lnTo>
                    <a:lnTo>
                      <a:pt x="2758" y="13003"/>
                    </a:lnTo>
                    <a:lnTo>
                      <a:pt x="2770" y="12991"/>
                    </a:lnTo>
                    <a:lnTo>
                      <a:pt x="2699" y="12645"/>
                    </a:lnTo>
                    <a:lnTo>
                      <a:pt x="2496" y="11702"/>
                    </a:lnTo>
                    <a:lnTo>
                      <a:pt x="2197" y="10305"/>
                    </a:lnTo>
                    <a:lnTo>
                      <a:pt x="1839" y="8597"/>
                    </a:lnTo>
                    <a:lnTo>
                      <a:pt x="1445" y="6735"/>
                    </a:lnTo>
                    <a:lnTo>
                      <a:pt x="1051" y="4848"/>
                    </a:lnTo>
                    <a:lnTo>
                      <a:pt x="681" y="3093"/>
                    </a:lnTo>
                    <a:lnTo>
                      <a:pt x="370" y="1613"/>
                    </a:lnTo>
                    <a:lnTo>
                      <a:pt x="156" y="538"/>
                    </a:lnTo>
                    <a:lnTo>
                      <a:pt x="48" y="37"/>
                    </a:lnTo>
                    <a:lnTo>
                      <a:pt x="36" y="13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-2244625" y="3184249"/>
                <a:ext cx="109836" cy="587127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13027" extrusionOk="0">
                    <a:moveTo>
                      <a:pt x="2413" y="1"/>
                    </a:moveTo>
                    <a:lnTo>
                      <a:pt x="2401" y="13"/>
                    </a:lnTo>
                    <a:lnTo>
                      <a:pt x="2341" y="359"/>
                    </a:lnTo>
                    <a:lnTo>
                      <a:pt x="2162" y="1302"/>
                    </a:lnTo>
                    <a:lnTo>
                      <a:pt x="1899" y="2699"/>
                    </a:lnTo>
                    <a:lnTo>
                      <a:pt x="1589" y="4406"/>
                    </a:lnTo>
                    <a:lnTo>
                      <a:pt x="1242" y="6281"/>
                    </a:lnTo>
                    <a:lnTo>
                      <a:pt x="896" y="8167"/>
                    </a:lnTo>
                    <a:lnTo>
                      <a:pt x="574" y="9922"/>
                    </a:lnTo>
                    <a:lnTo>
                      <a:pt x="299" y="11415"/>
                    </a:lnTo>
                    <a:lnTo>
                      <a:pt x="96" y="12478"/>
                    </a:lnTo>
                    <a:lnTo>
                      <a:pt x="13" y="12991"/>
                    </a:lnTo>
                    <a:lnTo>
                      <a:pt x="1" y="13015"/>
                    </a:lnTo>
                    <a:lnTo>
                      <a:pt x="13" y="13027"/>
                    </a:lnTo>
                    <a:lnTo>
                      <a:pt x="37" y="13027"/>
                    </a:lnTo>
                    <a:lnTo>
                      <a:pt x="37" y="13015"/>
                    </a:lnTo>
                    <a:lnTo>
                      <a:pt x="108" y="12669"/>
                    </a:lnTo>
                    <a:lnTo>
                      <a:pt x="275" y="11725"/>
                    </a:lnTo>
                    <a:lnTo>
                      <a:pt x="538" y="10328"/>
                    </a:lnTo>
                    <a:lnTo>
                      <a:pt x="848" y="8621"/>
                    </a:lnTo>
                    <a:lnTo>
                      <a:pt x="1195" y="6747"/>
                    </a:lnTo>
                    <a:lnTo>
                      <a:pt x="1541" y="4860"/>
                    </a:lnTo>
                    <a:lnTo>
                      <a:pt x="1863" y="3105"/>
                    </a:lnTo>
                    <a:lnTo>
                      <a:pt x="2138" y="1613"/>
                    </a:lnTo>
                    <a:lnTo>
                      <a:pt x="2341" y="550"/>
                    </a:lnTo>
                    <a:lnTo>
                      <a:pt x="2424" y="37"/>
                    </a:lnTo>
                    <a:lnTo>
                      <a:pt x="2436" y="13"/>
                    </a:lnTo>
                    <a:lnTo>
                      <a:pt x="24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6" name="Google Shape;116;p5"/>
            <p:cNvGrpSpPr/>
            <p:nvPr/>
          </p:nvGrpSpPr>
          <p:grpSpPr>
            <a:xfrm>
              <a:off x="8466294" y="3771366"/>
              <a:ext cx="618903" cy="828066"/>
              <a:chOff x="150500" y="3822988"/>
              <a:chExt cx="569630" cy="762141"/>
            </a:xfrm>
          </p:grpSpPr>
          <p:sp>
            <p:nvSpPr>
              <p:cNvPr id="117" name="Google Shape;117;p5"/>
              <p:cNvSpPr/>
              <p:nvPr/>
            </p:nvSpPr>
            <p:spPr>
              <a:xfrm>
                <a:off x="461248" y="3822988"/>
                <a:ext cx="258881" cy="404536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6699" extrusionOk="0">
                    <a:moveTo>
                      <a:pt x="3332" y="0"/>
                    </a:moveTo>
                    <a:lnTo>
                      <a:pt x="3224" y="12"/>
                    </a:lnTo>
                    <a:lnTo>
                      <a:pt x="3105" y="24"/>
                    </a:lnTo>
                    <a:lnTo>
                      <a:pt x="2997" y="48"/>
                    </a:lnTo>
                    <a:lnTo>
                      <a:pt x="2890" y="84"/>
                    </a:lnTo>
                    <a:lnTo>
                      <a:pt x="2794" y="131"/>
                    </a:lnTo>
                    <a:lnTo>
                      <a:pt x="2687" y="179"/>
                    </a:lnTo>
                    <a:lnTo>
                      <a:pt x="2591" y="239"/>
                    </a:lnTo>
                    <a:lnTo>
                      <a:pt x="2388" y="382"/>
                    </a:lnTo>
                    <a:lnTo>
                      <a:pt x="2209" y="549"/>
                    </a:lnTo>
                    <a:lnTo>
                      <a:pt x="2030" y="716"/>
                    </a:lnTo>
                    <a:lnTo>
                      <a:pt x="1875" y="907"/>
                    </a:lnTo>
                    <a:lnTo>
                      <a:pt x="1720" y="1099"/>
                    </a:lnTo>
                    <a:lnTo>
                      <a:pt x="1553" y="1325"/>
                    </a:lnTo>
                    <a:lnTo>
                      <a:pt x="1398" y="1564"/>
                    </a:lnTo>
                    <a:lnTo>
                      <a:pt x="1242" y="1803"/>
                    </a:lnTo>
                    <a:lnTo>
                      <a:pt x="1099" y="2042"/>
                    </a:lnTo>
                    <a:lnTo>
                      <a:pt x="956" y="2292"/>
                    </a:lnTo>
                    <a:lnTo>
                      <a:pt x="824" y="2531"/>
                    </a:lnTo>
                    <a:lnTo>
                      <a:pt x="705" y="2782"/>
                    </a:lnTo>
                    <a:lnTo>
                      <a:pt x="598" y="3033"/>
                    </a:lnTo>
                    <a:lnTo>
                      <a:pt x="490" y="3283"/>
                    </a:lnTo>
                    <a:lnTo>
                      <a:pt x="407" y="3546"/>
                    </a:lnTo>
                    <a:lnTo>
                      <a:pt x="323" y="3797"/>
                    </a:lnTo>
                    <a:lnTo>
                      <a:pt x="239" y="4048"/>
                    </a:lnTo>
                    <a:lnTo>
                      <a:pt x="180" y="4310"/>
                    </a:lnTo>
                    <a:lnTo>
                      <a:pt x="120" y="4561"/>
                    </a:lnTo>
                    <a:lnTo>
                      <a:pt x="72" y="4824"/>
                    </a:lnTo>
                    <a:lnTo>
                      <a:pt x="36" y="5074"/>
                    </a:lnTo>
                    <a:lnTo>
                      <a:pt x="13" y="5349"/>
                    </a:lnTo>
                    <a:lnTo>
                      <a:pt x="1" y="5624"/>
                    </a:lnTo>
                    <a:lnTo>
                      <a:pt x="13" y="5767"/>
                    </a:lnTo>
                    <a:lnTo>
                      <a:pt x="24" y="5886"/>
                    </a:lnTo>
                    <a:lnTo>
                      <a:pt x="60" y="6018"/>
                    </a:lnTo>
                    <a:lnTo>
                      <a:pt x="96" y="6137"/>
                    </a:lnTo>
                    <a:lnTo>
                      <a:pt x="144" y="6256"/>
                    </a:lnTo>
                    <a:lnTo>
                      <a:pt x="215" y="6364"/>
                    </a:lnTo>
                    <a:lnTo>
                      <a:pt x="299" y="6459"/>
                    </a:lnTo>
                    <a:lnTo>
                      <a:pt x="395" y="6543"/>
                    </a:lnTo>
                    <a:lnTo>
                      <a:pt x="502" y="6603"/>
                    </a:lnTo>
                    <a:lnTo>
                      <a:pt x="621" y="6662"/>
                    </a:lnTo>
                    <a:lnTo>
                      <a:pt x="753" y="6686"/>
                    </a:lnTo>
                    <a:lnTo>
                      <a:pt x="884" y="6698"/>
                    </a:lnTo>
                    <a:lnTo>
                      <a:pt x="956" y="6686"/>
                    </a:lnTo>
                    <a:lnTo>
                      <a:pt x="1039" y="6662"/>
                    </a:lnTo>
                    <a:lnTo>
                      <a:pt x="1123" y="6615"/>
                    </a:lnTo>
                    <a:lnTo>
                      <a:pt x="1206" y="6567"/>
                    </a:lnTo>
                    <a:lnTo>
                      <a:pt x="1398" y="6424"/>
                    </a:lnTo>
                    <a:lnTo>
                      <a:pt x="1589" y="6244"/>
                    </a:lnTo>
                    <a:lnTo>
                      <a:pt x="1803" y="6030"/>
                    </a:lnTo>
                    <a:lnTo>
                      <a:pt x="2018" y="5779"/>
                    </a:lnTo>
                    <a:lnTo>
                      <a:pt x="2245" y="5504"/>
                    </a:lnTo>
                    <a:lnTo>
                      <a:pt x="2460" y="5206"/>
                    </a:lnTo>
                    <a:lnTo>
                      <a:pt x="2687" y="4895"/>
                    </a:lnTo>
                    <a:lnTo>
                      <a:pt x="2902" y="4573"/>
                    </a:lnTo>
                    <a:lnTo>
                      <a:pt x="3105" y="4239"/>
                    </a:lnTo>
                    <a:lnTo>
                      <a:pt x="3296" y="3904"/>
                    </a:lnTo>
                    <a:lnTo>
                      <a:pt x="3487" y="3570"/>
                    </a:lnTo>
                    <a:lnTo>
                      <a:pt x="3642" y="3248"/>
                    </a:lnTo>
                    <a:lnTo>
                      <a:pt x="3785" y="2937"/>
                    </a:lnTo>
                    <a:lnTo>
                      <a:pt x="3917" y="2651"/>
                    </a:lnTo>
                    <a:lnTo>
                      <a:pt x="4072" y="2221"/>
                    </a:lnTo>
                    <a:lnTo>
                      <a:pt x="4144" y="2006"/>
                    </a:lnTo>
                    <a:lnTo>
                      <a:pt x="4203" y="1791"/>
                    </a:lnTo>
                    <a:lnTo>
                      <a:pt x="4251" y="1576"/>
                    </a:lnTo>
                    <a:lnTo>
                      <a:pt x="4275" y="1373"/>
                    </a:lnTo>
                    <a:lnTo>
                      <a:pt x="4287" y="1158"/>
                    </a:lnTo>
                    <a:lnTo>
                      <a:pt x="4287" y="955"/>
                    </a:lnTo>
                    <a:lnTo>
                      <a:pt x="4263" y="860"/>
                    </a:lnTo>
                    <a:lnTo>
                      <a:pt x="4239" y="764"/>
                    </a:lnTo>
                    <a:lnTo>
                      <a:pt x="4215" y="669"/>
                    </a:lnTo>
                    <a:lnTo>
                      <a:pt x="4167" y="573"/>
                    </a:lnTo>
                    <a:lnTo>
                      <a:pt x="4132" y="490"/>
                    </a:lnTo>
                    <a:lnTo>
                      <a:pt x="4072" y="406"/>
                    </a:lnTo>
                    <a:lnTo>
                      <a:pt x="4012" y="322"/>
                    </a:lnTo>
                    <a:lnTo>
                      <a:pt x="3953" y="263"/>
                    </a:lnTo>
                    <a:lnTo>
                      <a:pt x="3881" y="191"/>
                    </a:lnTo>
                    <a:lnTo>
                      <a:pt x="3797" y="143"/>
                    </a:lnTo>
                    <a:lnTo>
                      <a:pt x="3714" y="96"/>
                    </a:lnTo>
                    <a:lnTo>
                      <a:pt x="3630" y="60"/>
                    </a:lnTo>
                    <a:lnTo>
                      <a:pt x="3535" y="24"/>
                    </a:lnTo>
                    <a:lnTo>
                      <a:pt x="3427" y="12"/>
                    </a:lnTo>
                    <a:lnTo>
                      <a:pt x="3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465596" y="3936877"/>
                <a:ext cx="165884" cy="523499"/>
              </a:xfrm>
              <a:custGeom>
                <a:avLst/>
                <a:gdLst/>
                <a:ahLst/>
                <a:cxnLst/>
                <a:rect l="l" t="t" r="r" b="b"/>
                <a:pathLst>
                  <a:path w="2747" h="8669" extrusionOk="0">
                    <a:moveTo>
                      <a:pt x="2734" y="1"/>
                    </a:moveTo>
                    <a:lnTo>
                      <a:pt x="2722" y="12"/>
                    </a:lnTo>
                    <a:lnTo>
                      <a:pt x="2448" y="454"/>
                    </a:lnTo>
                    <a:lnTo>
                      <a:pt x="2185" y="896"/>
                    </a:lnTo>
                    <a:lnTo>
                      <a:pt x="1934" y="1350"/>
                    </a:lnTo>
                    <a:lnTo>
                      <a:pt x="1696" y="1803"/>
                    </a:lnTo>
                    <a:lnTo>
                      <a:pt x="1469" y="2269"/>
                    </a:lnTo>
                    <a:lnTo>
                      <a:pt x="1254" y="2735"/>
                    </a:lnTo>
                    <a:lnTo>
                      <a:pt x="1051" y="3200"/>
                    </a:lnTo>
                    <a:lnTo>
                      <a:pt x="860" y="3678"/>
                    </a:lnTo>
                    <a:lnTo>
                      <a:pt x="717" y="4084"/>
                    </a:lnTo>
                    <a:lnTo>
                      <a:pt x="573" y="4490"/>
                    </a:lnTo>
                    <a:lnTo>
                      <a:pt x="454" y="4896"/>
                    </a:lnTo>
                    <a:lnTo>
                      <a:pt x="335" y="5314"/>
                    </a:lnTo>
                    <a:lnTo>
                      <a:pt x="239" y="5732"/>
                    </a:lnTo>
                    <a:lnTo>
                      <a:pt x="155" y="6149"/>
                    </a:lnTo>
                    <a:lnTo>
                      <a:pt x="96" y="6567"/>
                    </a:lnTo>
                    <a:lnTo>
                      <a:pt x="36" y="6997"/>
                    </a:lnTo>
                    <a:lnTo>
                      <a:pt x="12" y="7403"/>
                    </a:lnTo>
                    <a:lnTo>
                      <a:pt x="0" y="7821"/>
                    </a:lnTo>
                    <a:lnTo>
                      <a:pt x="12" y="8239"/>
                    </a:lnTo>
                    <a:lnTo>
                      <a:pt x="36" y="8645"/>
                    </a:lnTo>
                    <a:lnTo>
                      <a:pt x="48" y="8657"/>
                    </a:lnTo>
                    <a:lnTo>
                      <a:pt x="60" y="8669"/>
                    </a:lnTo>
                    <a:lnTo>
                      <a:pt x="72" y="8657"/>
                    </a:lnTo>
                    <a:lnTo>
                      <a:pt x="72" y="8645"/>
                    </a:lnTo>
                    <a:lnTo>
                      <a:pt x="48" y="8263"/>
                    </a:lnTo>
                    <a:lnTo>
                      <a:pt x="36" y="7881"/>
                    </a:lnTo>
                    <a:lnTo>
                      <a:pt x="36" y="7499"/>
                    </a:lnTo>
                    <a:lnTo>
                      <a:pt x="72" y="7105"/>
                    </a:lnTo>
                    <a:lnTo>
                      <a:pt x="108" y="6722"/>
                    </a:lnTo>
                    <a:lnTo>
                      <a:pt x="155" y="6340"/>
                    </a:lnTo>
                    <a:lnTo>
                      <a:pt x="227" y="5970"/>
                    </a:lnTo>
                    <a:lnTo>
                      <a:pt x="311" y="5588"/>
                    </a:lnTo>
                    <a:lnTo>
                      <a:pt x="418" y="5146"/>
                    </a:lnTo>
                    <a:lnTo>
                      <a:pt x="549" y="4693"/>
                    </a:lnTo>
                    <a:lnTo>
                      <a:pt x="693" y="4251"/>
                    </a:lnTo>
                    <a:lnTo>
                      <a:pt x="848" y="3821"/>
                    </a:lnTo>
                    <a:lnTo>
                      <a:pt x="1015" y="3379"/>
                    </a:lnTo>
                    <a:lnTo>
                      <a:pt x="1194" y="2962"/>
                    </a:lnTo>
                    <a:lnTo>
                      <a:pt x="1385" y="2532"/>
                    </a:lnTo>
                    <a:lnTo>
                      <a:pt x="1588" y="2114"/>
                    </a:lnTo>
                    <a:lnTo>
                      <a:pt x="1851" y="1577"/>
                    </a:lnTo>
                    <a:lnTo>
                      <a:pt x="2137" y="1051"/>
                    </a:lnTo>
                    <a:lnTo>
                      <a:pt x="2436" y="538"/>
                    </a:lnTo>
                    <a:lnTo>
                      <a:pt x="2746" y="24"/>
                    </a:lnTo>
                    <a:lnTo>
                      <a:pt x="2746" y="12"/>
                    </a:lnTo>
                    <a:lnTo>
                      <a:pt x="274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>
                <a:off x="156297" y="4084703"/>
                <a:ext cx="269691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3177" extrusionOk="0">
                    <a:moveTo>
                      <a:pt x="2281" y="0"/>
                    </a:moveTo>
                    <a:lnTo>
                      <a:pt x="2149" y="24"/>
                    </a:lnTo>
                    <a:lnTo>
                      <a:pt x="2018" y="48"/>
                    </a:lnTo>
                    <a:lnTo>
                      <a:pt x="1899" y="72"/>
                    </a:lnTo>
                    <a:lnTo>
                      <a:pt x="1767" y="108"/>
                    </a:lnTo>
                    <a:lnTo>
                      <a:pt x="1648" y="155"/>
                    </a:lnTo>
                    <a:lnTo>
                      <a:pt x="1528" y="215"/>
                    </a:lnTo>
                    <a:lnTo>
                      <a:pt x="1409" y="263"/>
                    </a:lnTo>
                    <a:lnTo>
                      <a:pt x="1290" y="334"/>
                    </a:lnTo>
                    <a:lnTo>
                      <a:pt x="1075" y="478"/>
                    </a:lnTo>
                    <a:lnTo>
                      <a:pt x="872" y="621"/>
                    </a:lnTo>
                    <a:lnTo>
                      <a:pt x="681" y="788"/>
                    </a:lnTo>
                    <a:lnTo>
                      <a:pt x="502" y="967"/>
                    </a:lnTo>
                    <a:lnTo>
                      <a:pt x="346" y="1158"/>
                    </a:lnTo>
                    <a:lnTo>
                      <a:pt x="275" y="1266"/>
                    </a:lnTo>
                    <a:lnTo>
                      <a:pt x="203" y="1385"/>
                    </a:lnTo>
                    <a:lnTo>
                      <a:pt x="143" y="1493"/>
                    </a:lnTo>
                    <a:lnTo>
                      <a:pt x="96" y="1624"/>
                    </a:lnTo>
                    <a:lnTo>
                      <a:pt x="36" y="1755"/>
                    </a:lnTo>
                    <a:lnTo>
                      <a:pt x="0" y="1899"/>
                    </a:lnTo>
                    <a:lnTo>
                      <a:pt x="36" y="1827"/>
                    </a:lnTo>
                    <a:lnTo>
                      <a:pt x="72" y="1755"/>
                    </a:lnTo>
                    <a:lnTo>
                      <a:pt x="179" y="1636"/>
                    </a:lnTo>
                    <a:lnTo>
                      <a:pt x="299" y="1540"/>
                    </a:lnTo>
                    <a:lnTo>
                      <a:pt x="430" y="1457"/>
                    </a:lnTo>
                    <a:lnTo>
                      <a:pt x="573" y="1385"/>
                    </a:lnTo>
                    <a:lnTo>
                      <a:pt x="728" y="1337"/>
                    </a:lnTo>
                    <a:lnTo>
                      <a:pt x="884" y="1302"/>
                    </a:lnTo>
                    <a:lnTo>
                      <a:pt x="1039" y="1290"/>
                    </a:lnTo>
                    <a:lnTo>
                      <a:pt x="1194" y="1290"/>
                    </a:lnTo>
                    <a:lnTo>
                      <a:pt x="1349" y="1313"/>
                    </a:lnTo>
                    <a:lnTo>
                      <a:pt x="1493" y="1349"/>
                    </a:lnTo>
                    <a:lnTo>
                      <a:pt x="1636" y="1397"/>
                    </a:lnTo>
                    <a:lnTo>
                      <a:pt x="1779" y="1469"/>
                    </a:lnTo>
                    <a:lnTo>
                      <a:pt x="1910" y="1540"/>
                    </a:lnTo>
                    <a:lnTo>
                      <a:pt x="2030" y="1624"/>
                    </a:lnTo>
                    <a:lnTo>
                      <a:pt x="2149" y="1719"/>
                    </a:lnTo>
                    <a:lnTo>
                      <a:pt x="2269" y="1827"/>
                    </a:lnTo>
                    <a:lnTo>
                      <a:pt x="2376" y="1934"/>
                    </a:lnTo>
                    <a:lnTo>
                      <a:pt x="2567" y="2173"/>
                    </a:lnTo>
                    <a:lnTo>
                      <a:pt x="2758" y="2412"/>
                    </a:lnTo>
                    <a:lnTo>
                      <a:pt x="2937" y="2663"/>
                    </a:lnTo>
                    <a:lnTo>
                      <a:pt x="3033" y="2806"/>
                    </a:lnTo>
                    <a:lnTo>
                      <a:pt x="3152" y="2949"/>
                    </a:lnTo>
                    <a:lnTo>
                      <a:pt x="3212" y="3009"/>
                    </a:lnTo>
                    <a:lnTo>
                      <a:pt x="3284" y="3069"/>
                    </a:lnTo>
                    <a:lnTo>
                      <a:pt x="3355" y="3104"/>
                    </a:lnTo>
                    <a:lnTo>
                      <a:pt x="3439" y="3140"/>
                    </a:lnTo>
                    <a:lnTo>
                      <a:pt x="3510" y="3164"/>
                    </a:lnTo>
                    <a:lnTo>
                      <a:pt x="3594" y="3176"/>
                    </a:lnTo>
                    <a:lnTo>
                      <a:pt x="3749" y="3176"/>
                    </a:lnTo>
                    <a:lnTo>
                      <a:pt x="3821" y="3164"/>
                    </a:lnTo>
                    <a:lnTo>
                      <a:pt x="3892" y="3140"/>
                    </a:lnTo>
                    <a:lnTo>
                      <a:pt x="3964" y="3104"/>
                    </a:lnTo>
                    <a:lnTo>
                      <a:pt x="4036" y="3069"/>
                    </a:lnTo>
                    <a:lnTo>
                      <a:pt x="4131" y="2985"/>
                    </a:lnTo>
                    <a:lnTo>
                      <a:pt x="4215" y="2901"/>
                    </a:lnTo>
                    <a:lnTo>
                      <a:pt x="4286" y="2806"/>
                    </a:lnTo>
                    <a:lnTo>
                      <a:pt x="4346" y="2698"/>
                    </a:lnTo>
                    <a:lnTo>
                      <a:pt x="4394" y="2579"/>
                    </a:lnTo>
                    <a:lnTo>
                      <a:pt x="4430" y="2460"/>
                    </a:lnTo>
                    <a:lnTo>
                      <a:pt x="4454" y="2340"/>
                    </a:lnTo>
                    <a:lnTo>
                      <a:pt x="4466" y="2221"/>
                    </a:lnTo>
                    <a:lnTo>
                      <a:pt x="4466" y="2102"/>
                    </a:lnTo>
                    <a:lnTo>
                      <a:pt x="4454" y="1982"/>
                    </a:lnTo>
                    <a:lnTo>
                      <a:pt x="4430" y="1851"/>
                    </a:lnTo>
                    <a:lnTo>
                      <a:pt x="4394" y="1743"/>
                    </a:lnTo>
                    <a:lnTo>
                      <a:pt x="4322" y="1505"/>
                    </a:lnTo>
                    <a:lnTo>
                      <a:pt x="4227" y="1278"/>
                    </a:lnTo>
                    <a:lnTo>
                      <a:pt x="4143" y="1111"/>
                    </a:lnTo>
                    <a:lnTo>
                      <a:pt x="4048" y="955"/>
                    </a:lnTo>
                    <a:lnTo>
                      <a:pt x="3940" y="800"/>
                    </a:lnTo>
                    <a:lnTo>
                      <a:pt x="3833" y="657"/>
                    </a:lnTo>
                    <a:lnTo>
                      <a:pt x="3713" y="525"/>
                    </a:lnTo>
                    <a:lnTo>
                      <a:pt x="3582" y="394"/>
                    </a:lnTo>
                    <a:lnTo>
                      <a:pt x="3439" y="287"/>
                    </a:lnTo>
                    <a:lnTo>
                      <a:pt x="3284" y="191"/>
                    </a:lnTo>
                    <a:lnTo>
                      <a:pt x="3164" y="131"/>
                    </a:lnTo>
                    <a:lnTo>
                      <a:pt x="3045" y="84"/>
                    </a:lnTo>
                    <a:lnTo>
                      <a:pt x="2913" y="48"/>
                    </a:lnTo>
                    <a:lnTo>
                      <a:pt x="2794" y="24"/>
                    </a:lnTo>
                    <a:lnTo>
                      <a:pt x="2663" y="12"/>
                    </a:lnTo>
                    <a:lnTo>
                      <a:pt x="25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" name="Google Shape;120;p5"/>
              <p:cNvSpPr/>
              <p:nvPr/>
            </p:nvSpPr>
            <p:spPr>
              <a:xfrm>
                <a:off x="283894" y="4115681"/>
                <a:ext cx="184605" cy="227178"/>
              </a:xfrm>
              <a:custGeom>
                <a:avLst/>
                <a:gdLst/>
                <a:ahLst/>
                <a:cxnLst/>
                <a:rect l="l" t="t" r="r" b="b"/>
                <a:pathLst>
                  <a:path w="3057" h="3762" extrusionOk="0">
                    <a:moveTo>
                      <a:pt x="0" y="1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239" y="144"/>
                    </a:lnTo>
                    <a:lnTo>
                      <a:pt x="466" y="263"/>
                    </a:lnTo>
                    <a:lnTo>
                      <a:pt x="681" y="395"/>
                    </a:lnTo>
                    <a:lnTo>
                      <a:pt x="884" y="550"/>
                    </a:lnTo>
                    <a:lnTo>
                      <a:pt x="1087" y="717"/>
                    </a:lnTo>
                    <a:lnTo>
                      <a:pt x="1266" y="884"/>
                    </a:lnTo>
                    <a:lnTo>
                      <a:pt x="1445" y="1075"/>
                    </a:lnTo>
                    <a:lnTo>
                      <a:pt x="1612" y="1266"/>
                    </a:lnTo>
                    <a:lnTo>
                      <a:pt x="1756" y="1457"/>
                    </a:lnTo>
                    <a:lnTo>
                      <a:pt x="1899" y="1660"/>
                    </a:lnTo>
                    <a:lnTo>
                      <a:pt x="2030" y="1863"/>
                    </a:lnTo>
                    <a:lnTo>
                      <a:pt x="2150" y="2066"/>
                    </a:lnTo>
                    <a:lnTo>
                      <a:pt x="2388" y="2484"/>
                    </a:lnTo>
                    <a:lnTo>
                      <a:pt x="2603" y="2914"/>
                    </a:lnTo>
                    <a:lnTo>
                      <a:pt x="2818" y="3332"/>
                    </a:lnTo>
                    <a:lnTo>
                      <a:pt x="3033" y="3750"/>
                    </a:lnTo>
                    <a:lnTo>
                      <a:pt x="3045" y="3761"/>
                    </a:lnTo>
                    <a:lnTo>
                      <a:pt x="3057" y="3761"/>
                    </a:lnTo>
                    <a:lnTo>
                      <a:pt x="3057" y="3750"/>
                    </a:lnTo>
                    <a:lnTo>
                      <a:pt x="3057" y="3738"/>
                    </a:lnTo>
                    <a:lnTo>
                      <a:pt x="2854" y="3332"/>
                    </a:lnTo>
                    <a:lnTo>
                      <a:pt x="2651" y="2938"/>
                    </a:lnTo>
                    <a:lnTo>
                      <a:pt x="2448" y="2532"/>
                    </a:lnTo>
                    <a:lnTo>
                      <a:pt x="2233" y="2138"/>
                    </a:lnTo>
                    <a:lnTo>
                      <a:pt x="2114" y="1923"/>
                    </a:lnTo>
                    <a:lnTo>
                      <a:pt x="1982" y="1720"/>
                    </a:lnTo>
                    <a:lnTo>
                      <a:pt x="1839" y="1517"/>
                    </a:lnTo>
                    <a:lnTo>
                      <a:pt x="1684" y="1314"/>
                    </a:lnTo>
                    <a:lnTo>
                      <a:pt x="1529" y="1123"/>
                    </a:lnTo>
                    <a:lnTo>
                      <a:pt x="1362" y="932"/>
                    </a:lnTo>
                    <a:lnTo>
                      <a:pt x="1194" y="753"/>
                    </a:lnTo>
                    <a:lnTo>
                      <a:pt x="1003" y="598"/>
                    </a:lnTo>
                    <a:lnTo>
                      <a:pt x="777" y="418"/>
                    </a:lnTo>
                    <a:lnTo>
                      <a:pt x="538" y="251"/>
                    </a:lnTo>
                    <a:lnTo>
                      <a:pt x="275" y="12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extrusionOk="0">
                    <a:moveTo>
                      <a:pt x="1827" y="0"/>
                    </a:move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  <a:lnTo>
                      <a:pt x="1995" y="0"/>
                    </a:lnTo>
                    <a:close/>
                  </a:path>
                </a:pathLst>
              </a:custGeom>
              <a:solidFill>
                <a:srgbClr val="B4DDDD">
                  <a:alpha val="6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fill="none" extrusionOk="0">
                    <a:moveTo>
                      <a:pt x="1995" y="0"/>
                    </a:moveTo>
                    <a:lnTo>
                      <a:pt x="1995" y="0"/>
                    </a:lnTo>
                    <a:lnTo>
                      <a:pt x="1827" y="0"/>
                    </a:ln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284618" y="4370210"/>
                <a:ext cx="359849" cy="51209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848" extrusionOk="0">
                    <a:moveTo>
                      <a:pt x="0" y="0"/>
                    </a:moveTo>
                    <a:lnTo>
                      <a:pt x="0" y="848"/>
                    </a:lnTo>
                    <a:lnTo>
                      <a:pt x="5958" y="848"/>
                    </a:lnTo>
                    <a:lnTo>
                      <a:pt x="59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300500" y="4370210"/>
                <a:ext cx="330259" cy="214919"/>
              </a:xfrm>
              <a:custGeom>
                <a:avLst/>
                <a:gdLst/>
                <a:ahLst/>
                <a:cxnLst/>
                <a:rect l="l" t="t" r="r" b="b"/>
                <a:pathLst>
                  <a:path w="5469" h="3559" extrusionOk="0">
                    <a:moveTo>
                      <a:pt x="0" y="0"/>
                    </a:moveTo>
                    <a:lnTo>
                      <a:pt x="1098" y="3558"/>
                    </a:lnTo>
                    <a:lnTo>
                      <a:pt x="4442" y="3558"/>
                    </a:lnTo>
                    <a:lnTo>
                      <a:pt x="54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288241" y="4418519"/>
                <a:ext cx="359064" cy="2174"/>
              </a:xfrm>
              <a:custGeom>
                <a:avLst/>
                <a:gdLst/>
                <a:ahLst/>
                <a:cxnLst/>
                <a:rect l="l" t="t" r="r" b="b"/>
                <a:pathLst>
                  <a:path w="5946" h="36" extrusionOk="0">
                    <a:moveTo>
                      <a:pt x="12" y="0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0" y="36"/>
                    </a:lnTo>
                    <a:lnTo>
                      <a:pt x="5946" y="36"/>
                    </a:lnTo>
                    <a:lnTo>
                      <a:pt x="5946" y="24"/>
                    </a:lnTo>
                    <a:lnTo>
                      <a:pt x="5946" y="12"/>
                    </a:lnTo>
                    <a:lnTo>
                      <a:pt x="5934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26" name="Google Shape;126;p5"/>
          <p:cNvGrpSpPr/>
          <p:nvPr/>
        </p:nvGrpSpPr>
        <p:grpSpPr>
          <a:xfrm>
            <a:off x="50" y="4594900"/>
            <a:ext cx="9144000" cy="548700"/>
            <a:chOff x="50" y="4594900"/>
            <a:chExt cx="9144000" cy="548700"/>
          </a:xfrm>
        </p:grpSpPr>
        <p:sp>
          <p:nvSpPr>
            <p:cNvPr id="127" name="Google Shape;127;p5"/>
            <p:cNvSpPr/>
            <p:nvPr/>
          </p:nvSpPr>
          <p:spPr>
            <a:xfrm>
              <a:off x="50" y="4594900"/>
              <a:ext cx="9144000" cy="548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8" name="Google Shape;128;p5"/>
            <p:cNvCxnSpPr/>
            <p:nvPr/>
          </p:nvCxnSpPr>
          <p:spPr>
            <a:xfrm rot="10800000">
              <a:off x="2469300" y="4599425"/>
              <a:ext cx="4205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>
            <a:spLocks noGrp="1"/>
          </p:cNvSpPr>
          <p:nvPr>
            <p:ph type="body" idx="1"/>
          </p:nvPr>
        </p:nvSpPr>
        <p:spPr>
          <a:xfrm flipH="1">
            <a:off x="3910813" y="1677875"/>
            <a:ext cx="4437000" cy="21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AutoNum type="alphaLcPeriod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AutoNum type="romanLcPeriod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AutoNum type="arabicPeriod"/>
              <a:defRPr/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AutoNum type="alphaLcPeriod"/>
              <a:defRPr/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AutoNum type="romanLcPeriod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AutoNum type="arabicPeriod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AutoNum type="alphaLcPeriod"/>
              <a:defRPr/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175" name="Google Shape;175;p7"/>
          <p:cNvSpPr txBox="1">
            <a:spLocks noGrp="1"/>
          </p:cNvSpPr>
          <p:nvPr>
            <p:ph type="title"/>
          </p:nvPr>
        </p:nvSpPr>
        <p:spPr>
          <a:xfrm flipH="1">
            <a:off x="3834163" y="365750"/>
            <a:ext cx="45903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" name="Google Shape;176;p7"/>
          <p:cNvSpPr>
            <a:spLocks noGrp="1"/>
          </p:cNvSpPr>
          <p:nvPr>
            <p:ph type="pic" idx="2"/>
          </p:nvPr>
        </p:nvSpPr>
        <p:spPr>
          <a:xfrm>
            <a:off x="713225" y="541775"/>
            <a:ext cx="2843700" cy="37857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7"/>
          <p:cNvSpPr/>
          <p:nvPr/>
        </p:nvSpPr>
        <p:spPr>
          <a:xfrm>
            <a:off x="50" y="4594900"/>
            <a:ext cx="9144000" cy="54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78" name="Google Shape;178;p7"/>
          <p:cNvCxnSpPr/>
          <p:nvPr/>
        </p:nvCxnSpPr>
        <p:spPr>
          <a:xfrm rot="10800000">
            <a:off x="4938650" y="4599425"/>
            <a:ext cx="420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9" name="Google Shape;179;p7"/>
          <p:cNvGrpSpPr/>
          <p:nvPr/>
        </p:nvGrpSpPr>
        <p:grpSpPr>
          <a:xfrm>
            <a:off x="8466294" y="3771366"/>
            <a:ext cx="618903" cy="828066"/>
            <a:chOff x="150500" y="3822988"/>
            <a:chExt cx="569630" cy="762141"/>
          </a:xfrm>
        </p:grpSpPr>
        <p:sp>
          <p:nvSpPr>
            <p:cNvPr id="180" name="Google Shape;180;p7"/>
            <p:cNvSpPr/>
            <p:nvPr/>
          </p:nvSpPr>
          <p:spPr>
            <a:xfrm>
              <a:off x="461248" y="3822988"/>
              <a:ext cx="258881" cy="404536"/>
            </a:xfrm>
            <a:custGeom>
              <a:avLst/>
              <a:gdLst/>
              <a:ahLst/>
              <a:cxnLst/>
              <a:rect l="l" t="t" r="r" b="b"/>
              <a:pathLst>
                <a:path w="4287" h="6699" extrusionOk="0">
                  <a:moveTo>
                    <a:pt x="3332" y="0"/>
                  </a:moveTo>
                  <a:lnTo>
                    <a:pt x="3224" y="12"/>
                  </a:lnTo>
                  <a:lnTo>
                    <a:pt x="3105" y="24"/>
                  </a:lnTo>
                  <a:lnTo>
                    <a:pt x="2997" y="48"/>
                  </a:lnTo>
                  <a:lnTo>
                    <a:pt x="2890" y="84"/>
                  </a:lnTo>
                  <a:lnTo>
                    <a:pt x="2794" y="131"/>
                  </a:lnTo>
                  <a:lnTo>
                    <a:pt x="2687" y="179"/>
                  </a:lnTo>
                  <a:lnTo>
                    <a:pt x="2591" y="239"/>
                  </a:lnTo>
                  <a:lnTo>
                    <a:pt x="2388" y="382"/>
                  </a:lnTo>
                  <a:lnTo>
                    <a:pt x="2209" y="549"/>
                  </a:lnTo>
                  <a:lnTo>
                    <a:pt x="2030" y="716"/>
                  </a:lnTo>
                  <a:lnTo>
                    <a:pt x="1875" y="907"/>
                  </a:lnTo>
                  <a:lnTo>
                    <a:pt x="1720" y="1099"/>
                  </a:lnTo>
                  <a:lnTo>
                    <a:pt x="1553" y="1325"/>
                  </a:lnTo>
                  <a:lnTo>
                    <a:pt x="1398" y="1564"/>
                  </a:lnTo>
                  <a:lnTo>
                    <a:pt x="1242" y="1803"/>
                  </a:lnTo>
                  <a:lnTo>
                    <a:pt x="1099" y="2042"/>
                  </a:lnTo>
                  <a:lnTo>
                    <a:pt x="956" y="2292"/>
                  </a:lnTo>
                  <a:lnTo>
                    <a:pt x="824" y="2531"/>
                  </a:lnTo>
                  <a:lnTo>
                    <a:pt x="705" y="2782"/>
                  </a:lnTo>
                  <a:lnTo>
                    <a:pt x="598" y="3033"/>
                  </a:lnTo>
                  <a:lnTo>
                    <a:pt x="490" y="3283"/>
                  </a:lnTo>
                  <a:lnTo>
                    <a:pt x="407" y="3546"/>
                  </a:lnTo>
                  <a:lnTo>
                    <a:pt x="323" y="3797"/>
                  </a:lnTo>
                  <a:lnTo>
                    <a:pt x="239" y="4048"/>
                  </a:lnTo>
                  <a:lnTo>
                    <a:pt x="180" y="4310"/>
                  </a:lnTo>
                  <a:lnTo>
                    <a:pt x="120" y="4561"/>
                  </a:lnTo>
                  <a:lnTo>
                    <a:pt x="72" y="4824"/>
                  </a:lnTo>
                  <a:lnTo>
                    <a:pt x="36" y="5074"/>
                  </a:lnTo>
                  <a:lnTo>
                    <a:pt x="13" y="5349"/>
                  </a:lnTo>
                  <a:lnTo>
                    <a:pt x="1" y="5624"/>
                  </a:lnTo>
                  <a:lnTo>
                    <a:pt x="13" y="5767"/>
                  </a:lnTo>
                  <a:lnTo>
                    <a:pt x="24" y="5886"/>
                  </a:lnTo>
                  <a:lnTo>
                    <a:pt x="60" y="6018"/>
                  </a:lnTo>
                  <a:lnTo>
                    <a:pt x="96" y="6137"/>
                  </a:lnTo>
                  <a:lnTo>
                    <a:pt x="144" y="6256"/>
                  </a:lnTo>
                  <a:lnTo>
                    <a:pt x="215" y="6364"/>
                  </a:lnTo>
                  <a:lnTo>
                    <a:pt x="299" y="6459"/>
                  </a:lnTo>
                  <a:lnTo>
                    <a:pt x="395" y="6543"/>
                  </a:lnTo>
                  <a:lnTo>
                    <a:pt x="502" y="6603"/>
                  </a:lnTo>
                  <a:lnTo>
                    <a:pt x="621" y="6662"/>
                  </a:lnTo>
                  <a:lnTo>
                    <a:pt x="753" y="6686"/>
                  </a:lnTo>
                  <a:lnTo>
                    <a:pt x="884" y="6698"/>
                  </a:lnTo>
                  <a:lnTo>
                    <a:pt x="956" y="6686"/>
                  </a:lnTo>
                  <a:lnTo>
                    <a:pt x="1039" y="6662"/>
                  </a:lnTo>
                  <a:lnTo>
                    <a:pt x="1123" y="6615"/>
                  </a:lnTo>
                  <a:lnTo>
                    <a:pt x="1206" y="6567"/>
                  </a:lnTo>
                  <a:lnTo>
                    <a:pt x="1398" y="6424"/>
                  </a:lnTo>
                  <a:lnTo>
                    <a:pt x="1589" y="6244"/>
                  </a:lnTo>
                  <a:lnTo>
                    <a:pt x="1803" y="6030"/>
                  </a:lnTo>
                  <a:lnTo>
                    <a:pt x="2018" y="5779"/>
                  </a:lnTo>
                  <a:lnTo>
                    <a:pt x="2245" y="5504"/>
                  </a:lnTo>
                  <a:lnTo>
                    <a:pt x="2460" y="5206"/>
                  </a:lnTo>
                  <a:lnTo>
                    <a:pt x="2687" y="4895"/>
                  </a:lnTo>
                  <a:lnTo>
                    <a:pt x="2902" y="4573"/>
                  </a:lnTo>
                  <a:lnTo>
                    <a:pt x="3105" y="4239"/>
                  </a:lnTo>
                  <a:lnTo>
                    <a:pt x="3296" y="3904"/>
                  </a:lnTo>
                  <a:lnTo>
                    <a:pt x="3487" y="3570"/>
                  </a:lnTo>
                  <a:lnTo>
                    <a:pt x="3642" y="3248"/>
                  </a:lnTo>
                  <a:lnTo>
                    <a:pt x="3785" y="2937"/>
                  </a:lnTo>
                  <a:lnTo>
                    <a:pt x="3917" y="2651"/>
                  </a:lnTo>
                  <a:lnTo>
                    <a:pt x="4072" y="2221"/>
                  </a:lnTo>
                  <a:lnTo>
                    <a:pt x="4144" y="2006"/>
                  </a:lnTo>
                  <a:lnTo>
                    <a:pt x="4203" y="1791"/>
                  </a:lnTo>
                  <a:lnTo>
                    <a:pt x="4251" y="1576"/>
                  </a:lnTo>
                  <a:lnTo>
                    <a:pt x="4275" y="1373"/>
                  </a:lnTo>
                  <a:lnTo>
                    <a:pt x="4287" y="1158"/>
                  </a:lnTo>
                  <a:lnTo>
                    <a:pt x="4287" y="955"/>
                  </a:lnTo>
                  <a:lnTo>
                    <a:pt x="4263" y="860"/>
                  </a:lnTo>
                  <a:lnTo>
                    <a:pt x="4239" y="764"/>
                  </a:lnTo>
                  <a:lnTo>
                    <a:pt x="4215" y="669"/>
                  </a:lnTo>
                  <a:lnTo>
                    <a:pt x="4167" y="573"/>
                  </a:lnTo>
                  <a:lnTo>
                    <a:pt x="4132" y="490"/>
                  </a:lnTo>
                  <a:lnTo>
                    <a:pt x="4072" y="406"/>
                  </a:lnTo>
                  <a:lnTo>
                    <a:pt x="4012" y="322"/>
                  </a:lnTo>
                  <a:lnTo>
                    <a:pt x="3953" y="263"/>
                  </a:lnTo>
                  <a:lnTo>
                    <a:pt x="3881" y="191"/>
                  </a:lnTo>
                  <a:lnTo>
                    <a:pt x="3797" y="143"/>
                  </a:lnTo>
                  <a:lnTo>
                    <a:pt x="3714" y="96"/>
                  </a:lnTo>
                  <a:lnTo>
                    <a:pt x="3630" y="60"/>
                  </a:lnTo>
                  <a:lnTo>
                    <a:pt x="3535" y="24"/>
                  </a:lnTo>
                  <a:lnTo>
                    <a:pt x="3427" y="12"/>
                  </a:lnTo>
                  <a:lnTo>
                    <a:pt x="33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65596" y="3936877"/>
              <a:ext cx="165884" cy="523499"/>
            </a:xfrm>
            <a:custGeom>
              <a:avLst/>
              <a:gdLst/>
              <a:ahLst/>
              <a:cxnLst/>
              <a:rect l="l" t="t" r="r" b="b"/>
              <a:pathLst>
                <a:path w="2747" h="8669" extrusionOk="0">
                  <a:moveTo>
                    <a:pt x="2734" y="1"/>
                  </a:moveTo>
                  <a:lnTo>
                    <a:pt x="2722" y="12"/>
                  </a:lnTo>
                  <a:lnTo>
                    <a:pt x="2448" y="454"/>
                  </a:lnTo>
                  <a:lnTo>
                    <a:pt x="2185" y="896"/>
                  </a:lnTo>
                  <a:lnTo>
                    <a:pt x="1934" y="1350"/>
                  </a:lnTo>
                  <a:lnTo>
                    <a:pt x="1696" y="1803"/>
                  </a:lnTo>
                  <a:lnTo>
                    <a:pt x="1469" y="2269"/>
                  </a:lnTo>
                  <a:lnTo>
                    <a:pt x="1254" y="2735"/>
                  </a:lnTo>
                  <a:lnTo>
                    <a:pt x="1051" y="3200"/>
                  </a:lnTo>
                  <a:lnTo>
                    <a:pt x="860" y="3678"/>
                  </a:lnTo>
                  <a:lnTo>
                    <a:pt x="717" y="4084"/>
                  </a:lnTo>
                  <a:lnTo>
                    <a:pt x="573" y="4490"/>
                  </a:lnTo>
                  <a:lnTo>
                    <a:pt x="454" y="4896"/>
                  </a:lnTo>
                  <a:lnTo>
                    <a:pt x="335" y="5314"/>
                  </a:lnTo>
                  <a:lnTo>
                    <a:pt x="239" y="5732"/>
                  </a:lnTo>
                  <a:lnTo>
                    <a:pt x="155" y="6149"/>
                  </a:lnTo>
                  <a:lnTo>
                    <a:pt x="96" y="6567"/>
                  </a:lnTo>
                  <a:lnTo>
                    <a:pt x="36" y="6997"/>
                  </a:lnTo>
                  <a:lnTo>
                    <a:pt x="12" y="7403"/>
                  </a:lnTo>
                  <a:lnTo>
                    <a:pt x="0" y="7821"/>
                  </a:lnTo>
                  <a:lnTo>
                    <a:pt x="12" y="8239"/>
                  </a:lnTo>
                  <a:lnTo>
                    <a:pt x="36" y="8645"/>
                  </a:lnTo>
                  <a:lnTo>
                    <a:pt x="48" y="8657"/>
                  </a:lnTo>
                  <a:lnTo>
                    <a:pt x="60" y="8669"/>
                  </a:lnTo>
                  <a:lnTo>
                    <a:pt x="72" y="8657"/>
                  </a:lnTo>
                  <a:lnTo>
                    <a:pt x="72" y="8645"/>
                  </a:lnTo>
                  <a:lnTo>
                    <a:pt x="48" y="8263"/>
                  </a:lnTo>
                  <a:lnTo>
                    <a:pt x="36" y="7881"/>
                  </a:lnTo>
                  <a:lnTo>
                    <a:pt x="36" y="7499"/>
                  </a:lnTo>
                  <a:lnTo>
                    <a:pt x="72" y="7105"/>
                  </a:lnTo>
                  <a:lnTo>
                    <a:pt x="108" y="6722"/>
                  </a:lnTo>
                  <a:lnTo>
                    <a:pt x="155" y="6340"/>
                  </a:lnTo>
                  <a:lnTo>
                    <a:pt x="227" y="5970"/>
                  </a:lnTo>
                  <a:lnTo>
                    <a:pt x="311" y="5588"/>
                  </a:lnTo>
                  <a:lnTo>
                    <a:pt x="418" y="5146"/>
                  </a:lnTo>
                  <a:lnTo>
                    <a:pt x="549" y="4693"/>
                  </a:lnTo>
                  <a:lnTo>
                    <a:pt x="693" y="4251"/>
                  </a:lnTo>
                  <a:lnTo>
                    <a:pt x="848" y="3821"/>
                  </a:lnTo>
                  <a:lnTo>
                    <a:pt x="1015" y="3379"/>
                  </a:lnTo>
                  <a:lnTo>
                    <a:pt x="1194" y="2962"/>
                  </a:lnTo>
                  <a:lnTo>
                    <a:pt x="1385" y="2532"/>
                  </a:lnTo>
                  <a:lnTo>
                    <a:pt x="1588" y="2114"/>
                  </a:lnTo>
                  <a:lnTo>
                    <a:pt x="1851" y="1577"/>
                  </a:lnTo>
                  <a:lnTo>
                    <a:pt x="2137" y="1051"/>
                  </a:lnTo>
                  <a:lnTo>
                    <a:pt x="2436" y="538"/>
                  </a:lnTo>
                  <a:lnTo>
                    <a:pt x="2746" y="24"/>
                  </a:lnTo>
                  <a:lnTo>
                    <a:pt x="2746" y="12"/>
                  </a:lnTo>
                  <a:lnTo>
                    <a:pt x="274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150500" y="4117130"/>
              <a:ext cx="129108" cy="191851"/>
            </a:xfrm>
            <a:custGeom>
              <a:avLst/>
              <a:gdLst/>
              <a:ahLst/>
              <a:cxnLst/>
              <a:rect l="l" t="t" r="r" b="b"/>
              <a:pathLst>
                <a:path w="2138" h="3177" extrusionOk="0">
                  <a:moveTo>
                    <a:pt x="1827" y="0"/>
                  </a:moveTo>
                  <a:lnTo>
                    <a:pt x="1660" y="24"/>
                  </a:lnTo>
                  <a:lnTo>
                    <a:pt x="1493" y="48"/>
                  </a:lnTo>
                  <a:lnTo>
                    <a:pt x="1326" y="96"/>
                  </a:lnTo>
                  <a:lnTo>
                    <a:pt x="1159" y="156"/>
                  </a:lnTo>
                  <a:lnTo>
                    <a:pt x="1004" y="239"/>
                  </a:lnTo>
                  <a:lnTo>
                    <a:pt x="860" y="323"/>
                  </a:lnTo>
                  <a:lnTo>
                    <a:pt x="717" y="418"/>
                  </a:lnTo>
                  <a:lnTo>
                    <a:pt x="598" y="538"/>
                  </a:lnTo>
                  <a:lnTo>
                    <a:pt x="478" y="657"/>
                  </a:lnTo>
                  <a:lnTo>
                    <a:pt x="371" y="788"/>
                  </a:lnTo>
                  <a:lnTo>
                    <a:pt x="275" y="932"/>
                  </a:lnTo>
                  <a:lnTo>
                    <a:pt x="192" y="1087"/>
                  </a:lnTo>
                  <a:lnTo>
                    <a:pt x="120" y="1242"/>
                  </a:lnTo>
                  <a:lnTo>
                    <a:pt x="72" y="1409"/>
                  </a:lnTo>
                  <a:lnTo>
                    <a:pt x="24" y="1576"/>
                  </a:lnTo>
                  <a:lnTo>
                    <a:pt x="13" y="1720"/>
                  </a:lnTo>
                  <a:lnTo>
                    <a:pt x="1" y="1875"/>
                  </a:lnTo>
                  <a:lnTo>
                    <a:pt x="1" y="2018"/>
                  </a:lnTo>
                  <a:lnTo>
                    <a:pt x="24" y="2173"/>
                  </a:lnTo>
                  <a:lnTo>
                    <a:pt x="60" y="2317"/>
                  </a:lnTo>
                  <a:lnTo>
                    <a:pt x="108" y="2460"/>
                  </a:lnTo>
                  <a:lnTo>
                    <a:pt x="168" y="2591"/>
                  </a:lnTo>
                  <a:lnTo>
                    <a:pt x="251" y="2711"/>
                  </a:lnTo>
                  <a:lnTo>
                    <a:pt x="347" y="2830"/>
                  </a:lnTo>
                  <a:lnTo>
                    <a:pt x="454" y="2938"/>
                  </a:lnTo>
                  <a:lnTo>
                    <a:pt x="574" y="3021"/>
                  </a:lnTo>
                  <a:lnTo>
                    <a:pt x="705" y="3093"/>
                  </a:lnTo>
                  <a:lnTo>
                    <a:pt x="848" y="3141"/>
                  </a:lnTo>
                  <a:lnTo>
                    <a:pt x="992" y="3164"/>
                  </a:lnTo>
                  <a:lnTo>
                    <a:pt x="1135" y="3176"/>
                  </a:lnTo>
                  <a:lnTo>
                    <a:pt x="1278" y="3152"/>
                  </a:lnTo>
                  <a:lnTo>
                    <a:pt x="1433" y="3117"/>
                  </a:lnTo>
                  <a:lnTo>
                    <a:pt x="1565" y="3045"/>
                  </a:lnTo>
                  <a:lnTo>
                    <a:pt x="1684" y="2961"/>
                  </a:lnTo>
                  <a:lnTo>
                    <a:pt x="1803" y="2854"/>
                  </a:lnTo>
                  <a:lnTo>
                    <a:pt x="1899" y="2735"/>
                  </a:lnTo>
                  <a:lnTo>
                    <a:pt x="1983" y="2603"/>
                  </a:lnTo>
                  <a:lnTo>
                    <a:pt x="2042" y="2460"/>
                  </a:lnTo>
                  <a:lnTo>
                    <a:pt x="2090" y="2317"/>
                  </a:lnTo>
                  <a:lnTo>
                    <a:pt x="2126" y="2161"/>
                  </a:lnTo>
                  <a:lnTo>
                    <a:pt x="2138" y="2006"/>
                  </a:lnTo>
                  <a:lnTo>
                    <a:pt x="2138" y="1851"/>
                  </a:lnTo>
                  <a:lnTo>
                    <a:pt x="2126" y="1708"/>
                  </a:lnTo>
                  <a:lnTo>
                    <a:pt x="2114" y="1553"/>
                  </a:lnTo>
                  <a:lnTo>
                    <a:pt x="2078" y="1397"/>
                  </a:lnTo>
                  <a:lnTo>
                    <a:pt x="2042" y="1242"/>
                  </a:lnTo>
                  <a:lnTo>
                    <a:pt x="1995" y="1099"/>
                  </a:lnTo>
                  <a:lnTo>
                    <a:pt x="1911" y="824"/>
                  </a:lnTo>
                  <a:lnTo>
                    <a:pt x="1875" y="681"/>
                  </a:lnTo>
                  <a:lnTo>
                    <a:pt x="1851" y="538"/>
                  </a:lnTo>
                  <a:lnTo>
                    <a:pt x="1851" y="394"/>
                  </a:lnTo>
                  <a:lnTo>
                    <a:pt x="1863" y="323"/>
                  </a:lnTo>
                  <a:lnTo>
                    <a:pt x="1875" y="251"/>
                  </a:lnTo>
                  <a:lnTo>
                    <a:pt x="1899" y="191"/>
                  </a:lnTo>
                  <a:lnTo>
                    <a:pt x="1935" y="120"/>
                  </a:lnTo>
                  <a:lnTo>
                    <a:pt x="1971" y="72"/>
                  </a:lnTo>
                  <a:lnTo>
                    <a:pt x="2018" y="12"/>
                  </a:lnTo>
                  <a:lnTo>
                    <a:pt x="1995" y="0"/>
                  </a:lnTo>
                  <a:close/>
                </a:path>
              </a:pathLst>
            </a:custGeom>
            <a:solidFill>
              <a:srgbClr val="B4DDDD">
                <a:alpha val="6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150500" y="4117130"/>
              <a:ext cx="129108" cy="191851"/>
            </a:xfrm>
            <a:custGeom>
              <a:avLst/>
              <a:gdLst/>
              <a:ahLst/>
              <a:cxnLst/>
              <a:rect l="l" t="t" r="r" b="b"/>
              <a:pathLst>
                <a:path w="2138" h="3177" fill="none" extrusionOk="0">
                  <a:moveTo>
                    <a:pt x="1995" y="0"/>
                  </a:moveTo>
                  <a:lnTo>
                    <a:pt x="1995" y="0"/>
                  </a:lnTo>
                  <a:lnTo>
                    <a:pt x="1827" y="0"/>
                  </a:lnTo>
                  <a:lnTo>
                    <a:pt x="1660" y="24"/>
                  </a:lnTo>
                  <a:lnTo>
                    <a:pt x="1493" y="48"/>
                  </a:lnTo>
                  <a:lnTo>
                    <a:pt x="1326" y="96"/>
                  </a:lnTo>
                  <a:lnTo>
                    <a:pt x="1159" y="156"/>
                  </a:lnTo>
                  <a:lnTo>
                    <a:pt x="1004" y="239"/>
                  </a:lnTo>
                  <a:lnTo>
                    <a:pt x="860" y="323"/>
                  </a:lnTo>
                  <a:lnTo>
                    <a:pt x="717" y="418"/>
                  </a:lnTo>
                  <a:lnTo>
                    <a:pt x="717" y="418"/>
                  </a:lnTo>
                  <a:lnTo>
                    <a:pt x="598" y="538"/>
                  </a:lnTo>
                  <a:lnTo>
                    <a:pt x="478" y="657"/>
                  </a:lnTo>
                  <a:lnTo>
                    <a:pt x="371" y="788"/>
                  </a:lnTo>
                  <a:lnTo>
                    <a:pt x="275" y="932"/>
                  </a:lnTo>
                  <a:lnTo>
                    <a:pt x="192" y="1087"/>
                  </a:lnTo>
                  <a:lnTo>
                    <a:pt x="120" y="1242"/>
                  </a:lnTo>
                  <a:lnTo>
                    <a:pt x="72" y="1409"/>
                  </a:lnTo>
                  <a:lnTo>
                    <a:pt x="24" y="1576"/>
                  </a:lnTo>
                  <a:lnTo>
                    <a:pt x="24" y="1576"/>
                  </a:lnTo>
                  <a:lnTo>
                    <a:pt x="13" y="1720"/>
                  </a:lnTo>
                  <a:lnTo>
                    <a:pt x="1" y="1875"/>
                  </a:lnTo>
                  <a:lnTo>
                    <a:pt x="1" y="2018"/>
                  </a:lnTo>
                  <a:lnTo>
                    <a:pt x="24" y="2173"/>
                  </a:lnTo>
                  <a:lnTo>
                    <a:pt x="60" y="2317"/>
                  </a:lnTo>
                  <a:lnTo>
                    <a:pt x="108" y="2460"/>
                  </a:lnTo>
                  <a:lnTo>
                    <a:pt x="168" y="2591"/>
                  </a:lnTo>
                  <a:lnTo>
                    <a:pt x="251" y="2711"/>
                  </a:lnTo>
                  <a:lnTo>
                    <a:pt x="251" y="2711"/>
                  </a:lnTo>
                  <a:lnTo>
                    <a:pt x="347" y="2830"/>
                  </a:lnTo>
                  <a:lnTo>
                    <a:pt x="454" y="2938"/>
                  </a:lnTo>
                  <a:lnTo>
                    <a:pt x="574" y="3021"/>
                  </a:lnTo>
                  <a:lnTo>
                    <a:pt x="705" y="3093"/>
                  </a:lnTo>
                  <a:lnTo>
                    <a:pt x="848" y="3141"/>
                  </a:lnTo>
                  <a:lnTo>
                    <a:pt x="992" y="3164"/>
                  </a:lnTo>
                  <a:lnTo>
                    <a:pt x="1135" y="3176"/>
                  </a:lnTo>
                  <a:lnTo>
                    <a:pt x="1278" y="3152"/>
                  </a:lnTo>
                  <a:lnTo>
                    <a:pt x="1278" y="3152"/>
                  </a:lnTo>
                  <a:lnTo>
                    <a:pt x="1433" y="3117"/>
                  </a:lnTo>
                  <a:lnTo>
                    <a:pt x="1565" y="3045"/>
                  </a:lnTo>
                  <a:lnTo>
                    <a:pt x="1684" y="2961"/>
                  </a:lnTo>
                  <a:lnTo>
                    <a:pt x="1803" y="2854"/>
                  </a:lnTo>
                  <a:lnTo>
                    <a:pt x="1899" y="2735"/>
                  </a:lnTo>
                  <a:lnTo>
                    <a:pt x="1983" y="2603"/>
                  </a:lnTo>
                  <a:lnTo>
                    <a:pt x="2042" y="2460"/>
                  </a:lnTo>
                  <a:lnTo>
                    <a:pt x="2090" y="2317"/>
                  </a:lnTo>
                  <a:lnTo>
                    <a:pt x="2090" y="2317"/>
                  </a:lnTo>
                  <a:lnTo>
                    <a:pt x="2126" y="2161"/>
                  </a:lnTo>
                  <a:lnTo>
                    <a:pt x="2138" y="2006"/>
                  </a:lnTo>
                  <a:lnTo>
                    <a:pt x="2138" y="1851"/>
                  </a:lnTo>
                  <a:lnTo>
                    <a:pt x="2126" y="1708"/>
                  </a:lnTo>
                  <a:lnTo>
                    <a:pt x="2114" y="1553"/>
                  </a:lnTo>
                  <a:lnTo>
                    <a:pt x="2078" y="1397"/>
                  </a:lnTo>
                  <a:lnTo>
                    <a:pt x="2042" y="1242"/>
                  </a:lnTo>
                  <a:lnTo>
                    <a:pt x="1995" y="1099"/>
                  </a:lnTo>
                  <a:lnTo>
                    <a:pt x="1995" y="1099"/>
                  </a:lnTo>
                  <a:lnTo>
                    <a:pt x="1911" y="824"/>
                  </a:lnTo>
                  <a:lnTo>
                    <a:pt x="1875" y="681"/>
                  </a:lnTo>
                  <a:lnTo>
                    <a:pt x="1851" y="538"/>
                  </a:lnTo>
                  <a:lnTo>
                    <a:pt x="1851" y="538"/>
                  </a:lnTo>
                  <a:lnTo>
                    <a:pt x="1851" y="394"/>
                  </a:lnTo>
                  <a:lnTo>
                    <a:pt x="1863" y="323"/>
                  </a:lnTo>
                  <a:lnTo>
                    <a:pt x="1875" y="251"/>
                  </a:lnTo>
                  <a:lnTo>
                    <a:pt x="1899" y="191"/>
                  </a:lnTo>
                  <a:lnTo>
                    <a:pt x="1935" y="120"/>
                  </a:lnTo>
                  <a:lnTo>
                    <a:pt x="1971" y="72"/>
                  </a:lnTo>
                  <a:lnTo>
                    <a:pt x="2018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156297" y="4084703"/>
              <a:ext cx="269691" cy="191851"/>
            </a:xfrm>
            <a:custGeom>
              <a:avLst/>
              <a:gdLst/>
              <a:ahLst/>
              <a:cxnLst/>
              <a:rect l="l" t="t" r="r" b="b"/>
              <a:pathLst>
                <a:path w="4466" h="3177" extrusionOk="0">
                  <a:moveTo>
                    <a:pt x="2281" y="0"/>
                  </a:moveTo>
                  <a:lnTo>
                    <a:pt x="2149" y="24"/>
                  </a:lnTo>
                  <a:lnTo>
                    <a:pt x="2018" y="48"/>
                  </a:lnTo>
                  <a:lnTo>
                    <a:pt x="1899" y="72"/>
                  </a:lnTo>
                  <a:lnTo>
                    <a:pt x="1767" y="108"/>
                  </a:lnTo>
                  <a:lnTo>
                    <a:pt x="1648" y="155"/>
                  </a:lnTo>
                  <a:lnTo>
                    <a:pt x="1528" y="215"/>
                  </a:lnTo>
                  <a:lnTo>
                    <a:pt x="1409" y="263"/>
                  </a:lnTo>
                  <a:lnTo>
                    <a:pt x="1290" y="334"/>
                  </a:lnTo>
                  <a:lnTo>
                    <a:pt x="1075" y="478"/>
                  </a:lnTo>
                  <a:lnTo>
                    <a:pt x="872" y="621"/>
                  </a:lnTo>
                  <a:lnTo>
                    <a:pt x="681" y="788"/>
                  </a:lnTo>
                  <a:lnTo>
                    <a:pt x="502" y="967"/>
                  </a:lnTo>
                  <a:lnTo>
                    <a:pt x="346" y="1158"/>
                  </a:lnTo>
                  <a:lnTo>
                    <a:pt x="275" y="1266"/>
                  </a:lnTo>
                  <a:lnTo>
                    <a:pt x="203" y="1385"/>
                  </a:lnTo>
                  <a:lnTo>
                    <a:pt x="143" y="1493"/>
                  </a:lnTo>
                  <a:lnTo>
                    <a:pt x="96" y="1624"/>
                  </a:lnTo>
                  <a:lnTo>
                    <a:pt x="36" y="1755"/>
                  </a:lnTo>
                  <a:lnTo>
                    <a:pt x="0" y="1899"/>
                  </a:lnTo>
                  <a:lnTo>
                    <a:pt x="36" y="1827"/>
                  </a:lnTo>
                  <a:lnTo>
                    <a:pt x="72" y="1755"/>
                  </a:lnTo>
                  <a:lnTo>
                    <a:pt x="179" y="1636"/>
                  </a:lnTo>
                  <a:lnTo>
                    <a:pt x="299" y="1540"/>
                  </a:lnTo>
                  <a:lnTo>
                    <a:pt x="430" y="1457"/>
                  </a:lnTo>
                  <a:lnTo>
                    <a:pt x="573" y="1385"/>
                  </a:lnTo>
                  <a:lnTo>
                    <a:pt x="728" y="1337"/>
                  </a:lnTo>
                  <a:lnTo>
                    <a:pt x="884" y="1302"/>
                  </a:lnTo>
                  <a:lnTo>
                    <a:pt x="1039" y="1290"/>
                  </a:lnTo>
                  <a:lnTo>
                    <a:pt x="1194" y="1290"/>
                  </a:lnTo>
                  <a:lnTo>
                    <a:pt x="1349" y="1313"/>
                  </a:lnTo>
                  <a:lnTo>
                    <a:pt x="1493" y="1349"/>
                  </a:lnTo>
                  <a:lnTo>
                    <a:pt x="1636" y="1397"/>
                  </a:lnTo>
                  <a:lnTo>
                    <a:pt x="1779" y="1469"/>
                  </a:lnTo>
                  <a:lnTo>
                    <a:pt x="1910" y="1540"/>
                  </a:lnTo>
                  <a:lnTo>
                    <a:pt x="2030" y="1624"/>
                  </a:lnTo>
                  <a:lnTo>
                    <a:pt x="2149" y="1719"/>
                  </a:lnTo>
                  <a:lnTo>
                    <a:pt x="2269" y="1827"/>
                  </a:lnTo>
                  <a:lnTo>
                    <a:pt x="2376" y="1934"/>
                  </a:lnTo>
                  <a:lnTo>
                    <a:pt x="2567" y="2173"/>
                  </a:lnTo>
                  <a:lnTo>
                    <a:pt x="2758" y="2412"/>
                  </a:lnTo>
                  <a:lnTo>
                    <a:pt x="2937" y="2663"/>
                  </a:lnTo>
                  <a:lnTo>
                    <a:pt x="3033" y="2806"/>
                  </a:lnTo>
                  <a:lnTo>
                    <a:pt x="3152" y="2949"/>
                  </a:lnTo>
                  <a:lnTo>
                    <a:pt x="3212" y="3009"/>
                  </a:lnTo>
                  <a:lnTo>
                    <a:pt x="3284" y="3069"/>
                  </a:lnTo>
                  <a:lnTo>
                    <a:pt x="3355" y="3104"/>
                  </a:lnTo>
                  <a:lnTo>
                    <a:pt x="3439" y="3140"/>
                  </a:lnTo>
                  <a:lnTo>
                    <a:pt x="3510" y="3164"/>
                  </a:lnTo>
                  <a:lnTo>
                    <a:pt x="3594" y="3176"/>
                  </a:lnTo>
                  <a:lnTo>
                    <a:pt x="3749" y="3176"/>
                  </a:lnTo>
                  <a:lnTo>
                    <a:pt x="3821" y="3164"/>
                  </a:lnTo>
                  <a:lnTo>
                    <a:pt x="3892" y="3140"/>
                  </a:lnTo>
                  <a:lnTo>
                    <a:pt x="3964" y="3104"/>
                  </a:lnTo>
                  <a:lnTo>
                    <a:pt x="4036" y="3069"/>
                  </a:lnTo>
                  <a:lnTo>
                    <a:pt x="4131" y="2985"/>
                  </a:lnTo>
                  <a:lnTo>
                    <a:pt x="4215" y="2901"/>
                  </a:lnTo>
                  <a:lnTo>
                    <a:pt x="4286" y="2806"/>
                  </a:lnTo>
                  <a:lnTo>
                    <a:pt x="4346" y="2698"/>
                  </a:lnTo>
                  <a:lnTo>
                    <a:pt x="4394" y="2579"/>
                  </a:lnTo>
                  <a:lnTo>
                    <a:pt x="4430" y="2460"/>
                  </a:lnTo>
                  <a:lnTo>
                    <a:pt x="4454" y="2340"/>
                  </a:lnTo>
                  <a:lnTo>
                    <a:pt x="4466" y="2221"/>
                  </a:lnTo>
                  <a:lnTo>
                    <a:pt x="4466" y="2102"/>
                  </a:lnTo>
                  <a:lnTo>
                    <a:pt x="4454" y="1982"/>
                  </a:lnTo>
                  <a:lnTo>
                    <a:pt x="4430" y="1851"/>
                  </a:lnTo>
                  <a:lnTo>
                    <a:pt x="4394" y="1743"/>
                  </a:lnTo>
                  <a:lnTo>
                    <a:pt x="4322" y="1505"/>
                  </a:lnTo>
                  <a:lnTo>
                    <a:pt x="4227" y="1278"/>
                  </a:lnTo>
                  <a:lnTo>
                    <a:pt x="4143" y="1111"/>
                  </a:lnTo>
                  <a:lnTo>
                    <a:pt x="4048" y="955"/>
                  </a:lnTo>
                  <a:lnTo>
                    <a:pt x="3940" y="800"/>
                  </a:lnTo>
                  <a:lnTo>
                    <a:pt x="3833" y="657"/>
                  </a:lnTo>
                  <a:lnTo>
                    <a:pt x="3713" y="525"/>
                  </a:lnTo>
                  <a:lnTo>
                    <a:pt x="3582" y="394"/>
                  </a:lnTo>
                  <a:lnTo>
                    <a:pt x="3439" y="287"/>
                  </a:lnTo>
                  <a:lnTo>
                    <a:pt x="3284" y="191"/>
                  </a:lnTo>
                  <a:lnTo>
                    <a:pt x="3164" y="131"/>
                  </a:lnTo>
                  <a:lnTo>
                    <a:pt x="3045" y="84"/>
                  </a:lnTo>
                  <a:lnTo>
                    <a:pt x="2913" y="48"/>
                  </a:lnTo>
                  <a:lnTo>
                    <a:pt x="2794" y="24"/>
                  </a:lnTo>
                  <a:lnTo>
                    <a:pt x="2663" y="1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283894" y="4115681"/>
              <a:ext cx="184605" cy="227178"/>
            </a:xfrm>
            <a:custGeom>
              <a:avLst/>
              <a:gdLst/>
              <a:ahLst/>
              <a:cxnLst/>
              <a:rect l="l" t="t" r="r" b="b"/>
              <a:pathLst>
                <a:path w="3057" h="3762" extrusionOk="0">
                  <a:moveTo>
                    <a:pt x="0" y="1"/>
                  </a:moveTo>
                  <a:lnTo>
                    <a:pt x="0" y="12"/>
                  </a:lnTo>
                  <a:lnTo>
                    <a:pt x="0" y="24"/>
                  </a:lnTo>
                  <a:lnTo>
                    <a:pt x="12" y="36"/>
                  </a:lnTo>
                  <a:lnTo>
                    <a:pt x="239" y="144"/>
                  </a:lnTo>
                  <a:lnTo>
                    <a:pt x="466" y="263"/>
                  </a:lnTo>
                  <a:lnTo>
                    <a:pt x="681" y="395"/>
                  </a:lnTo>
                  <a:lnTo>
                    <a:pt x="884" y="550"/>
                  </a:lnTo>
                  <a:lnTo>
                    <a:pt x="1087" y="717"/>
                  </a:lnTo>
                  <a:lnTo>
                    <a:pt x="1266" y="884"/>
                  </a:lnTo>
                  <a:lnTo>
                    <a:pt x="1445" y="1075"/>
                  </a:lnTo>
                  <a:lnTo>
                    <a:pt x="1612" y="1266"/>
                  </a:lnTo>
                  <a:lnTo>
                    <a:pt x="1756" y="1457"/>
                  </a:lnTo>
                  <a:lnTo>
                    <a:pt x="1899" y="1660"/>
                  </a:lnTo>
                  <a:lnTo>
                    <a:pt x="2030" y="1863"/>
                  </a:lnTo>
                  <a:lnTo>
                    <a:pt x="2150" y="2066"/>
                  </a:lnTo>
                  <a:lnTo>
                    <a:pt x="2388" y="2484"/>
                  </a:lnTo>
                  <a:lnTo>
                    <a:pt x="2603" y="2914"/>
                  </a:lnTo>
                  <a:lnTo>
                    <a:pt x="2818" y="3332"/>
                  </a:lnTo>
                  <a:lnTo>
                    <a:pt x="3033" y="3750"/>
                  </a:lnTo>
                  <a:lnTo>
                    <a:pt x="3045" y="3761"/>
                  </a:lnTo>
                  <a:lnTo>
                    <a:pt x="3057" y="3761"/>
                  </a:lnTo>
                  <a:lnTo>
                    <a:pt x="3057" y="3750"/>
                  </a:lnTo>
                  <a:lnTo>
                    <a:pt x="3057" y="3738"/>
                  </a:lnTo>
                  <a:lnTo>
                    <a:pt x="2854" y="3332"/>
                  </a:lnTo>
                  <a:lnTo>
                    <a:pt x="2651" y="2938"/>
                  </a:lnTo>
                  <a:lnTo>
                    <a:pt x="2448" y="2532"/>
                  </a:lnTo>
                  <a:lnTo>
                    <a:pt x="2233" y="2138"/>
                  </a:lnTo>
                  <a:lnTo>
                    <a:pt x="2114" y="1923"/>
                  </a:lnTo>
                  <a:lnTo>
                    <a:pt x="1982" y="1720"/>
                  </a:lnTo>
                  <a:lnTo>
                    <a:pt x="1839" y="1517"/>
                  </a:lnTo>
                  <a:lnTo>
                    <a:pt x="1684" y="1314"/>
                  </a:lnTo>
                  <a:lnTo>
                    <a:pt x="1529" y="1123"/>
                  </a:lnTo>
                  <a:lnTo>
                    <a:pt x="1362" y="932"/>
                  </a:lnTo>
                  <a:lnTo>
                    <a:pt x="1194" y="753"/>
                  </a:lnTo>
                  <a:lnTo>
                    <a:pt x="1003" y="598"/>
                  </a:lnTo>
                  <a:lnTo>
                    <a:pt x="777" y="418"/>
                  </a:lnTo>
                  <a:lnTo>
                    <a:pt x="538" y="251"/>
                  </a:lnTo>
                  <a:lnTo>
                    <a:pt x="275" y="120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300500" y="4370210"/>
              <a:ext cx="330259" cy="214919"/>
            </a:xfrm>
            <a:custGeom>
              <a:avLst/>
              <a:gdLst/>
              <a:ahLst/>
              <a:cxnLst/>
              <a:rect l="l" t="t" r="r" b="b"/>
              <a:pathLst>
                <a:path w="5469" h="3559" extrusionOk="0">
                  <a:moveTo>
                    <a:pt x="0" y="0"/>
                  </a:moveTo>
                  <a:lnTo>
                    <a:pt x="1098" y="3558"/>
                  </a:lnTo>
                  <a:lnTo>
                    <a:pt x="4442" y="3558"/>
                  </a:lnTo>
                  <a:lnTo>
                    <a:pt x="54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284618" y="4370210"/>
              <a:ext cx="359849" cy="51209"/>
            </a:xfrm>
            <a:custGeom>
              <a:avLst/>
              <a:gdLst/>
              <a:ahLst/>
              <a:cxnLst/>
              <a:rect l="l" t="t" r="r" b="b"/>
              <a:pathLst>
                <a:path w="5959" h="848" extrusionOk="0">
                  <a:moveTo>
                    <a:pt x="0" y="0"/>
                  </a:moveTo>
                  <a:lnTo>
                    <a:pt x="0" y="848"/>
                  </a:lnTo>
                  <a:lnTo>
                    <a:pt x="5958" y="848"/>
                  </a:lnTo>
                  <a:lnTo>
                    <a:pt x="59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288241" y="4418519"/>
              <a:ext cx="359064" cy="2174"/>
            </a:xfrm>
            <a:custGeom>
              <a:avLst/>
              <a:gdLst/>
              <a:ahLst/>
              <a:cxnLst/>
              <a:rect l="l" t="t" r="r" b="b"/>
              <a:pathLst>
                <a:path w="5946" h="36" extrusionOk="0">
                  <a:moveTo>
                    <a:pt x="12" y="0"/>
                  </a:moveTo>
                  <a:lnTo>
                    <a:pt x="0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5946" y="36"/>
                  </a:lnTo>
                  <a:lnTo>
                    <a:pt x="5946" y="24"/>
                  </a:lnTo>
                  <a:lnTo>
                    <a:pt x="5946" y="12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8"/>
          <p:cNvGrpSpPr/>
          <p:nvPr/>
        </p:nvGrpSpPr>
        <p:grpSpPr>
          <a:xfrm>
            <a:off x="50" y="3736600"/>
            <a:ext cx="9144000" cy="1407000"/>
            <a:chOff x="50" y="3736600"/>
            <a:chExt cx="9144000" cy="1407000"/>
          </a:xfrm>
        </p:grpSpPr>
        <p:sp>
          <p:nvSpPr>
            <p:cNvPr id="191" name="Google Shape;191;p8"/>
            <p:cNvSpPr/>
            <p:nvPr/>
          </p:nvSpPr>
          <p:spPr>
            <a:xfrm>
              <a:off x="50" y="3736600"/>
              <a:ext cx="9144000" cy="1407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92" name="Google Shape;192;p8"/>
            <p:cNvCxnSpPr/>
            <p:nvPr/>
          </p:nvCxnSpPr>
          <p:spPr>
            <a:xfrm rot="10800000">
              <a:off x="4729275" y="3736600"/>
              <a:ext cx="4205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3" name="Google Shape;193;p8"/>
          <p:cNvGrpSpPr/>
          <p:nvPr/>
        </p:nvGrpSpPr>
        <p:grpSpPr>
          <a:xfrm flipH="1">
            <a:off x="33744" y="2908541"/>
            <a:ext cx="618903" cy="828066"/>
            <a:chOff x="150500" y="3822988"/>
            <a:chExt cx="569630" cy="762141"/>
          </a:xfrm>
        </p:grpSpPr>
        <p:sp>
          <p:nvSpPr>
            <p:cNvPr id="194" name="Google Shape;194;p8"/>
            <p:cNvSpPr/>
            <p:nvPr/>
          </p:nvSpPr>
          <p:spPr>
            <a:xfrm>
              <a:off x="461248" y="3822988"/>
              <a:ext cx="258881" cy="404536"/>
            </a:xfrm>
            <a:custGeom>
              <a:avLst/>
              <a:gdLst/>
              <a:ahLst/>
              <a:cxnLst/>
              <a:rect l="l" t="t" r="r" b="b"/>
              <a:pathLst>
                <a:path w="4287" h="6699" extrusionOk="0">
                  <a:moveTo>
                    <a:pt x="3332" y="0"/>
                  </a:moveTo>
                  <a:lnTo>
                    <a:pt x="3224" y="12"/>
                  </a:lnTo>
                  <a:lnTo>
                    <a:pt x="3105" y="24"/>
                  </a:lnTo>
                  <a:lnTo>
                    <a:pt x="2997" y="48"/>
                  </a:lnTo>
                  <a:lnTo>
                    <a:pt x="2890" y="84"/>
                  </a:lnTo>
                  <a:lnTo>
                    <a:pt x="2794" y="131"/>
                  </a:lnTo>
                  <a:lnTo>
                    <a:pt x="2687" y="179"/>
                  </a:lnTo>
                  <a:lnTo>
                    <a:pt x="2591" y="239"/>
                  </a:lnTo>
                  <a:lnTo>
                    <a:pt x="2388" y="382"/>
                  </a:lnTo>
                  <a:lnTo>
                    <a:pt x="2209" y="549"/>
                  </a:lnTo>
                  <a:lnTo>
                    <a:pt x="2030" y="716"/>
                  </a:lnTo>
                  <a:lnTo>
                    <a:pt x="1875" y="907"/>
                  </a:lnTo>
                  <a:lnTo>
                    <a:pt x="1720" y="1099"/>
                  </a:lnTo>
                  <a:lnTo>
                    <a:pt x="1553" y="1325"/>
                  </a:lnTo>
                  <a:lnTo>
                    <a:pt x="1398" y="1564"/>
                  </a:lnTo>
                  <a:lnTo>
                    <a:pt x="1242" y="1803"/>
                  </a:lnTo>
                  <a:lnTo>
                    <a:pt x="1099" y="2042"/>
                  </a:lnTo>
                  <a:lnTo>
                    <a:pt x="956" y="2292"/>
                  </a:lnTo>
                  <a:lnTo>
                    <a:pt x="824" y="2531"/>
                  </a:lnTo>
                  <a:lnTo>
                    <a:pt x="705" y="2782"/>
                  </a:lnTo>
                  <a:lnTo>
                    <a:pt x="598" y="3033"/>
                  </a:lnTo>
                  <a:lnTo>
                    <a:pt x="490" y="3283"/>
                  </a:lnTo>
                  <a:lnTo>
                    <a:pt x="407" y="3546"/>
                  </a:lnTo>
                  <a:lnTo>
                    <a:pt x="323" y="3797"/>
                  </a:lnTo>
                  <a:lnTo>
                    <a:pt x="239" y="4048"/>
                  </a:lnTo>
                  <a:lnTo>
                    <a:pt x="180" y="4310"/>
                  </a:lnTo>
                  <a:lnTo>
                    <a:pt x="120" y="4561"/>
                  </a:lnTo>
                  <a:lnTo>
                    <a:pt x="72" y="4824"/>
                  </a:lnTo>
                  <a:lnTo>
                    <a:pt x="36" y="5074"/>
                  </a:lnTo>
                  <a:lnTo>
                    <a:pt x="13" y="5349"/>
                  </a:lnTo>
                  <a:lnTo>
                    <a:pt x="1" y="5624"/>
                  </a:lnTo>
                  <a:lnTo>
                    <a:pt x="13" y="5767"/>
                  </a:lnTo>
                  <a:lnTo>
                    <a:pt x="24" y="5886"/>
                  </a:lnTo>
                  <a:lnTo>
                    <a:pt x="60" y="6018"/>
                  </a:lnTo>
                  <a:lnTo>
                    <a:pt x="96" y="6137"/>
                  </a:lnTo>
                  <a:lnTo>
                    <a:pt x="144" y="6256"/>
                  </a:lnTo>
                  <a:lnTo>
                    <a:pt x="215" y="6364"/>
                  </a:lnTo>
                  <a:lnTo>
                    <a:pt x="299" y="6459"/>
                  </a:lnTo>
                  <a:lnTo>
                    <a:pt x="395" y="6543"/>
                  </a:lnTo>
                  <a:lnTo>
                    <a:pt x="502" y="6603"/>
                  </a:lnTo>
                  <a:lnTo>
                    <a:pt x="621" y="6662"/>
                  </a:lnTo>
                  <a:lnTo>
                    <a:pt x="753" y="6686"/>
                  </a:lnTo>
                  <a:lnTo>
                    <a:pt x="884" y="6698"/>
                  </a:lnTo>
                  <a:lnTo>
                    <a:pt x="956" y="6686"/>
                  </a:lnTo>
                  <a:lnTo>
                    <a:pt x="1039" y="6662"/>
                  </a:lnTo>
                  <a:lnTo>
                    <a:pt x="1123" y="6615"/>
                  </a:lnTo>
                  <a:lnTo>
                    <a:pt x="1206" y="6567"/>
                  </a:lnTo>
                  <a:lnTo>
                    <a:pt x="1398" y="6424"/>
                  </a:lnTo>
                  <a:lnTo>
                    <a:pt x="1589" y="6244"/>
                  </a:lnTo>
                  <a:lnTo>
                    <a:pt x="1803" y="6030"/>
                  </a:lnTo>
                  <a:lnTo>
                    <a:pt x="2018" y="5779"/>
                  </a:lnTo>
                  <a:lnTo>
                    <a:pt x="2245" y="5504"/>
                  </a:lnTo>
                  <a:lnTo>
                    <a:pt x="2460" y="5206"/>
                  </a:lnTo>
                  <a:lnTo>
                    <a:pt x="2687" y="4895"/>
                  </a:lnTo>
                  <a:lnTo>
                    <a:pt x="2902" y="4573"/>
                  </a:lnTo>
                  <a:lnTo>
                    <a:pt x="3105" y="4239"/>
                  </a:lnTo>
                  <a:lnTo>
                    <a:pt x="3296" y="3904"/>
                  </a:lnTo>
                  <a:lnTo>
                    <a:pt x="3487" y="3570"/>
                  </a:lnTo>
                  <a:lnTo>
                    <a:pt x="3642" y="3248"/>
                  </a:lnTo>
                  <a:lnTo>
                    <a:pt x="3785" y="2937"/>
                  </a:lnTo>
                  <a:lnTo>
                    <a:pt x="3917" y="2651"/>
                  </a:lnTo>
                  <a:lnTo>
                    <a:pt x="4072" y="2221"/>
                  </a:lnTo>
                  <a:lnTo>
                    <a:pt x="4144" y="2006"/>
                  </a:lnTo>
                  <a:lnTo>
                    <a:pt x="4203" y="1791"/>
                  </a:lnTo>
                  <a:lnTo>
                    <a:pt x="4251" y="1576"/>
                  </a:lnTo>
                  <a:lnTo>
                    <a:pt x="4275" y="1373"/>
                  </a:lnTo>
                  <a:lnTo>
                    <a:pt x="4287" y="1158"/>
                  </a:lnTo>
                  <a:lnTo>
                    <a:pt x="4287" y="955"/>
                  </a:lnTo>
                  <a:lnTo>
                    <a:pt x="4263" y="860"/>
                  </a:lnTo>
                  <a:lnTo>
                    <a:pt x="4239" y="764"/>
                  </a:lnTo>
                  <a:lnTo>
                    <a:pt x="4215" y="669"/>
                  </a:lnTo>
                  <a:lnTo>
                    <a:pt x="4167" y="573"/>
                  </a:lnTo>
                  <a:lnTo>
                    <a:pt x="4132" y="490"/>
                  </a:lnTo>
                  <a:lnTo>
                    <a:pt x="4072" y="406"/>
                  </a:lnTo>
                  <a:lnTo>
                    <a:pt x="4012" y="322"/>
                  </a:lnTo>
                  <a:lnTo>
                    <a:pt x="3953" y="263"/>
                  </a:lnTo>
                  <a:lnTo>
                    <a:pt x="3881" y="191"/>
                  </a:lnTo>
                  <a:lnTo>
                    <a:pt x="3797" y="143"/>
                  </a:lnTo>
                  <a:lnTo>
                    <a:pt x="3714" y="96"/>
                  </a:lnTo>
                  <a:lnTo>
                    <a:pt x="3630" y="60"/>
                  </a:lnTo>
                  <a:lnTo>
                    <a:pt x="3535" y="24"/>
                  </a:lnTo>
                  <a:lnTo>
                    <a:pt x="3427" y="12"/>
                  </a:lnTo>
                  <a:lnTo>
                    <a:pt x="33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465596" y="3936877"/>
              <a:ext cx="165884" cy="523499"/>
            </a:xfrm>
            <a:custGeom>
              <a:avLst/>
              <a:gdLst/>
              <a:ahLst/>
              <a:cxnLst/>
              <a:rect l="l" t="t" r="r" b="b"/>
              <a:pathLst>
                <a:path w="2747" h="8669" extrusionOk="0">
                  <a:moveTo>
                    <a:pt x="2734" y="1"/>
                  </a:moveTo>
                  <a:lnTo>
                    <a:pt x="2722" y="12"/>
                  </a:lnTo>
                  <a:lnTo>
                    <a:pt x="2448" y="454"/>
                  </a:lnTo>
                  <a:lnTo>
                    <a:pt x="2185" y="896"/>
                  </a:lnTo>
                  <a:lnTo>
                    <a:pt x="1934" y="1350"/>
                  </a:lnTo>
                  <a:lnTo>
                    <a:pt x="1696" y="1803"/>
                  </a:lnTo>
                  <a:lnTo>
                    <a:pt x="1469" y="2269"/>
                  </a:lnTo>
                  <a:lnTo>
                    <a:pt x="1254" y="2735"/>
                  </a:lnTo>
                  <a:lnTo>
                    <a:pt x="1051" y="3200"/>
                  </a:lnTo>
                  <a:lnTo>
                    <a:pt x="860" y="3678"/>
                  </a:lnTo>
                  <a:lnTo>
                    <a:pt x="717" y="4084"/>
                  </a:lnTo>
                  <a:lnTo>
                    <a:pt x="573" y="4490"/>
                  </a:lnTo>
                  <a:lnTo>
                    <a:pt x="454" y="4896"/>
                  </a:lnTo>
                  <a:lnTo>
                    <a:pt x="335" y="5314"/>
                  </a:lnTo>
                  <a:lnTo>
                    <a:pt x="239" y="5732"/>
                  </a:lnTo>
                  <a:lnTo>
                    <a:pt x="155" y="6149"/>
                  </a:lnTo>
                  <a:lnTo>
                    <a:pt x="96" y="6567"/>
                  </a:lnTo>
                  <a:lnTo>
                    <a:pt x="36" y="6997"/>
                  </a:lnTo>
                  <a:lnTo>
                    <a:pt x="12" y="7403"/>
                  </a:lnTo>
                  <a:lnTo>
                    <a:pt x="0" y="7821"/>
                  </a:lnTo>
                  <a:lnTo>
                    <a:pt x="12" y="8239"/>
                  </a:lnTo>
                  <a:lnTo>
                    <a:pt x="36" y="8645"/>
                  </a:lnTo>
                  <a:lnTo>
                    <a:pt x="48" y="8657"/>
                  </a:lnTo>
                  <a:lnTo>
                    <a:pt x="60" y="8669"/>
                  </a:lnTo>
                  <a:lnTo>
                    <a:pt x="72" y="8657"/>
                  </a:lnTo>
                  <a:lnTo>
                    <a:pt x="72" y="8645"/>
                  </a:lnTo>
                  <a:lnTo>
                    <a:pt x="48" y="8263"/>
                  </a:lnTo>
                  <a:lnTo>
                    <a:pt x="36" y="7881"/>
                  </a:lnTo>
                  <a:lnTo>
                    <a:pt x="36" y="7499"/>
                  </a:lnTo>
                  <a:lnTo>
                    <a:pt x="72" y="7105"/>
                  </a:lnTo>
                  <a:lnTo>
                    <a:pt x="108" y="6722"/>
                  </a:lnTo>
                  <a:lnTo>
                    <a:pt x="155" y="6340"/>
                  </a:lnTo>
                  <a:lnTo>
                    <a:pt x="227" y="5970"/>
                  </a:lnTo>
                  <a:lnTo>
                    <a:pt x="311" y="5588"/>
                  </a:lnTo>
                  <a:lnTo>
                    <a:pt x="418" y="5146"/>
                  </a:lnTo>
                  <a:lnTo>
                    <a:pt x="549" y="4693"/>
                  </a:lnTo>
                  <a:lnTo>
                    <a:pt x="693" y="4251"/>
                  </a:lnTo>
                  <a:lnTo>
                    <a:pt x="848" y="3821"/>
                  </a:lnTo>
                  <a:lnTo>
                    <a:pt x="1015" y="3379"/>
                  </a:lnTo>
                  <a:lnTo>
                    <a:pt x="1194" y="2962"/>
                  </a:lnTo>
                  <a:lnTo>
                    <a:pt x="1385" y="2532"/>
                  </a:lnTo>
                  <a:lnTo>
                    <a:pt x="1588" y="2114"/>
                  </a:lnTo>
                  <a:lnTo>
                    <a:pt x="1851" y="1577"/>
                  </a:lnTo>
                  <a:lnTo>
                    <a:pt x="2137" y="1051"/>
                  </a:lnTo>
                  <a:lnTo>
                    <a:pt x="2436" y="538"/>
                  </a:lnTo>
                  <a:lnTo>
                    <a:pt x="2746" y="24"/>
                  </a:lnTo>
                  <a:lnTo>
                    <a:pt x="2746" y="12"/>
                  </a:lnTo>
                  <a:lnTo>
                    <a:pt x="274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150500" y="4117130"/>
              <a:ext cx="129108" cy="191851"/>
            </a:xfrm>
            <a:custGeom>
              <a:avLst/>
              <a:gdLst/>
              <a:ahLst/>
              <a:cxnLst/>
              <a:rect l="l" t="t" r="r" b="b"/>
              <a:pathLst>
                <a:path w="2138" h="3177" extrusionOk="0">
                  <a:moveTo>
                    <a:pt x="1827" y="0"/>
                  </a:moveTo>
                  <a:lnTo>
                    <a:pt x="1660" y="24"/>
                  </a:lnTo>
                  <a:lnTo>
                    <a:pt x="1493" y="48"/>
                  </a:lnTo>
                  <a:lnTo>
                    <a:pt x="1326" y="96"/>
                  </a:lnTo>
                  <a:lnTo>
                    <a:pt x="1159" y="156"/>
                  </a:lnTo>
                  <a:lnTo>
                    <a:pt x="1004" y="239"/>
                  </a:lnTo>
                  <a:lnTo>
                    <a:pt x="860" y="323"/>
                  </a:lnTo>
                  <a:lnTo>
                    <a:pt x="717" y="418"/>
                  </a:lnTo>
                  <a:lnTo>
                    <a:pt x="598" y="538"/>
                  </a:lnTo>
                  <a:lnTo>
                    <a:pt x="478" y="657"/>
                  </a:lnTo>
                  <a:lnTo>
                    <a:pt x="371" y="788"/>
                  </a:lnTo>
                  <a:lnTo>
                    <a:pt x="275" y="932"/>
                  </a:lnTo>
                  <a:lnTo>
                    <a:pt x="192" y="1087"/>
                  </a:lnTo>
                  <a:lnTo>
                    <a:pt x="120" y="1242"/>
                  </a:lnTo>
                  <a:lnTo>
                    <a:pt x="72" y="1409"/>
                  </a:lnTo>
                  <a:lnTo>
                    <a:pt x="24" y="1576"/>
                  </a:lnTo>
                  <a:lnTo>
                    <a:pt x="13" y="1720"/>
                  </a:lnTo>
                  <a:lnTo>
                    <a:pt x="1" y="1875"/>
                  </a:lnTo>
                  <a:lnTo>
                    <a:pt x="1" y="2018"/>
                  </a:lnTo>
                  <a:lnTo>
                    <a:pt x="24" y="2173"/>
                  </a:lnTo>
                  <a:lnTo>
                    <a:pt x="60" y="2317"/>
                  </a:lnTo>
                  <a:lnTo>
                    <a:pt x="108" y="2460"/>
                  </a:lnTo>
                  <a:lnTo>
                    <a:pt x="168" y="2591"/>
                  </a:lnTo>
                  <a:lnTo>
                    <a:pt x="251" y="2711"/>
                  </a:lnTo>
                  <a:lnTo>
                    <a:pt x="347" y="2830"/>
                  </a:lnTo>
                  <a:lnTo>
                    <a:pt x="454" y="2938"/>
                  </a:lnTo>
                  <a:lnTo>
                    <a:pt x="574" y="3021"/>
                  </a:lnTo>
                  <a:lnTo>
                    <a:pt x="705" y="3093"/>
                  </a:lnTo>
                  <a:lnTo>
                    <a:pt x="848" y="3141"/>
                  </a:lnTo>
                  <a:lnTo>
                    <a:pt x="992" y="3164"/>
                  </a:lnTo>
                  <a:lnTo>
                    <a:pt x="1135" y="3176"/>
                  </a:lnTo>
                  <a:lnTo>
                    <a:pt x="1278" y="3152"/>
                  </a:lnTo>
                  <a:lnTo>
                    <a:pt x="1433" y="3117"/>
                  </a:lnTo>
                  <a:lnTo>
                    <a:pt x="1565" y="3045"/>
                  </a:lnTo>
                  <a:lnTo>
                    <a:pt x="1684" y="2961"/>
                  </a:lnTo>
                  <a:lnTo>
                    <a:pt x="1803" y="2854"/>
                  </a:lnTo>
                  <a:lnTo>
                    <a:pt x="1899" y="2735"/>
                  </a:lnTo>
                  <a:lnTo>
                    <a:pt x="1983" y="2603"/>
                  </a:lnTo>
                  <a:lnTo>
                    <a:pt x="2042" y="2460"/>
                  </a:lnTo>
                  <a:lnTo>
                    <a:pt x="2090" y="2317"/>
                  </a:lnTo>
                  <a:lnTo>
                    <a:pt x="2126" y="2161"/>
                  </a:lnTo>
                  <a:lnTo>
                    <a:pt x="2138" y="2006"/>
                  </a:lnTo>
                  <a:lnTo>
                    <a:pt x="2138" y="1851"/>
                  </a:lnTo>
                  <a:lnTo>
                    <a:pt x="2126" y="1708"/>
                  </a:lnTo>
                  <a:lnTo>
                    <a:pt x="2114" y="1553"/>
                  </a:lnTo>
                  <a:lnTo>
                    <a:pt x="2078" y="1397"/>
                  </a:lnTo>
                  <a:lnTo>
                    <a:pt x="2042" y="1242"/>
                  </a:lnTo>
                  <a:lnTo>
                    <a:pt x="1995" y="1099"/>
                  </a:lnTo>
                  <a:lnTo>
                    <a:pt x="1911" y="824"/>
                  </a:lnTo>
                  <a:lnTo>
                    <a:pt x="1875" y="681"/>
                  </a:lnTo>
                  <a:lnTo>
                    <a:pt x="1851" y="538"/>
                  </a:lnTo>
                  <a:lnTo>
                    <a:pt x="1851" y="394"/>
                  </a:lnTo>
                  <a:lnTo>
                    <a:pt x="1863" y="323"/>
                  </a:lnTo>
                  <a:lnTo>
                    <a:pt x="1875" y="251"/>
                  </a:lnTo>
                  <a:lnTo>
                    <a:pt x="1899" y="191"/>
                  </a:lnTo>
                  <a:lnTo>
                    <a:pt x="1935" y="120"/>
                  </a:lnTo>
                  <a:lnTo>
                    <a:pt x="1971" y="72"/>
                  </a:lnTo>
                  <a:lnTo>
                    <a:pt x="2018" y="12"/>
                  </a:lnTo>
                  <a:lnTo>
                    <a:pt x="1995" y="0"/>
                  </a:lnTo>
                  <a:close/>
                </a:path>
              </a:pathLst>
            </a:custGeom>
            <a:solidFill>
              <a:srgbClr val="B4DDDD">
                <a:alpha val="6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50500" y="4117130"/>
              <a:ext cx="129108" cy="191851"/>
            </a:xfrm>
            <a:custGeom>
              <a:avLst/>
              <a:gdLst/>
              <a:ahLst/>
              <a:cxnLst/>
              <a:rect l="l" t="t" r="r" b="b"/>
              <a:pathLst>
                <a:path w="2138" h="3177" fill="none" extrusionOk="0">
                  <a:moveTo>
                    <a:pt x="1995" y="0"/>
                  </a:moveTo>
                  <a:lnTo>
                    <a:pt x="1995" y="0"/>
                  </a:lnTo>
                  <a:lnTo>
                    <a:pt x="1827" y="0"/>
                  </a:lnTo>
                  <a:lnTo>
                    <a:pt x="1660" y="24"/>
                  </a:lnTo>
                  <a:lnTo>
                    <a:pt x="1493" y="48"/>
                  </a:lnTo>
                  <a:lnTo>
                    <a:pt x="1326" y="96"/>
                  </a:lnTo>
                  <a:lnTo>
                    <a:pt x="1159" y="156"/>
                  </a:lnTo>
                  <a:lnTo>
                    <a:pt x="1004" y="239"/>
                  </a:lnTo>
                  <a:lnTo>
                    <a:pt x="860" y="323"/>
                  </a:lnTo>
                  <a:lnTo>
                    <a:pt x="717" y="418"/>
                  </a:lnTo>
                  <a:lnTo>
                    <a:pt x="717" y="418"/>
                  </a:lnTo>
                  <a:lnTo>
                    <a:pt x="598" y="538"/>
                  </a:lnTo>
                  <a:lnTo>
                    <a:pt x="478" y="657"/>
                  </a:lnTo>
                  <a:lnTo>
                    <a:pt x="371" y="788"/>
                  </a:lnTo>
                  <a:lnTo>
                    <a:pt x="275" y="932"/>
                  </a:lnTo>
                  <a:lnTo>
                    <a:pt x="192" y="1087"/>
                  </a:lnTo>
                  <a:lnTo>
                    <a:pt x="120" y="1242"/>
                  </a:lnTo>
                  <a:lnTo>
                    <a:pt x="72" y="1409"/>
                  </a:lnTo>
                  <a:lnTo>
                    <a:pt x="24" y="1576"/>
                  </a:lnTo>
                  <a:lnTo>
                    <a:pt x="24" y="1576"/>
                  </a:lnTo>
                  <a:lnTo>
                    <a:pt x="13" y="1720"/>
                  </a:lnTo>
                  <a:lnTo>
                    <a:pt x="1" y="1875"/>
                  </a:lnTo>
                  <a:lnTo>
                    <a:pt x="1" y="2018"/>
                  </a:lnTo>
                  <a:lnTo>
                    <a:pt x="24" y="2173"/>
                  </a:lnTo>
                  <a:lnTo>
                    <a:pt x="60" y="2317"/>
                  </a:lnTo>
                  <a:lnTo>
                    <a:pt x="108" y="2460"/>
                  </a:lnTo>
                  <a:lnTo>
                    <a:pt x="168" y="2591"/>
                  </a:lnTo>
                  <a:lnTo>
                    <a:pt x="251" y="2711"/>
                  </a:lnTo>
                  <a:lnTo>
                    <a:pt x="251" y="2711"/>
                  </a:lnTo>
                  <a:lnTo>
                    <a:pt x="347" y="2830"/>
                  </a:lnTo>
                  <a:lnTo>
                    <a:pt x="454" y="2938"/>
                  </a:lnTo>
                  <a:lnTo>
                    <a:pt x="574" y="3021"/>
                  </a:lnTo>
                  <a:lnTo>
                    <a:pt x="705" y="3093"/>
                  </a:lnTo>
                  <a:lnTo>
                    <a:pt x="848" y="3141"/>
                  </a:lnTo>
                  <a:lnTo>
                    <a:pt x="992" y="3164"/>
                  </a:lnTo>
                  <a:lnTo>
                    <a:pt x="1135" y="3176"/>
                  </a:lnTo>
                  <a:lnTo>
                    <a:pt x="1278" y="3152"/>
                  </a:lnTo>
                  <a:lnTo>
                    <a:pt x="1278" y="3152"/>
                  </a:lnTo>
                  <a:lnTo>
                    <a:pt x="1433" y="3117"/>
                  </a:lnTo>
                  <a:lnTo>
                    <a:pt x="1565" y="3045"/>
                  </a:lnTo>
                  <a:lnTo>
                    <a:pt x="1684" y="2961"/>
                  </a:lnTo>
                  <a:lnTo>
                    <a:pt x="1803" y="2854"/>
                  </a:lnTo>
                  <a:lnTo>
                    <a:pt x="1899" y="2735"/>
                  </a:lnTo>
                  <a:lnTo>
                    <a:pt x="1983" y="2603"/>
                  </a:lnTo>
                  <a:lnTo>
                    <a:pt x="2042" y="2460"/>
                  </a:lnTo>
                  <a:lnTo>
                    <a:pt x="2090" y="2317"/>
                  </a:lnTo>
                  <a:lnTo>
                    <a:pt x="2090" y="2317"/>
                  </a:lnTo>
                  <a:lnTo>
                    <a:pt x="2126" y="2161"/>
                  </a:lnTo>
                  <a:lnTo>
                    <a:pt x="2138" y="2006"/>
                  </a:lnTo>
                  <a:lnTo>
                    <a:pt x="2138" y="1851"/>
                  </a:lnTo>
                  <a:lnTo>
                    <a:pt x="2126" y="1708"/>
                  </a:lnTo>
                  <a:lnTo>
                    <a:pt x="2114" y="1553"/>
                  </a:lnTo>
                  <a:lnTo>
                    <a:pt x="2078" y="1397"/>
                  </a:lnTo>
                  <a:lnTo>
                    <a:pt x="2042" y="1242"/>
                  </a:lnTo>
                  <a:lnTo>
                    <a:pt x="1995" y="1099"/>
                  </a:lnTo>
                  <a:lnTo>
                    <a:pt x="1995" y="1099"/>
                  </a:lnTo>
                  <a:lnTo>
                    <a:pt x="1911" y="824"/>
                  </a:lnTo>
                  <a:lnTo>
                    <a:pt x="1875" y="681"/>
                  </a:lnTo>
                  <a:lnTo>
                    <a:pt x="1851" y="538"/>
                  </a:lnTo>
                  <a:lnTo>
                    <a:pt x="1851" y="538"/>
                  </a:lnTo>
                  <a:lnTo>
                    <a:pt x="1851" y="394"/>
                  </a:lnTo>
                  <a:lnTo>
                    <a:pt x="1863" y="323"/>
                  </a:lnTo>
                  <a:lnTo>
                    <a:pt x="1875" y="251"/>
                  </a:lnTo>
                  <a:lnTo>
                    <a:pt x="1899" y="191"/>
                  </a:lnTo>
                  <a:lnTo>
                    <a:pt x="1935" y="120"/>
                  </a:lnTo>
                  <a:lnTo>
                    <a:pt x="1971" y="72"/>
                  </a:lnTo>
                  <a:lnTo>
                    <a:pt x="2018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56297" y="4084703"/>
              <a:ext cx="269691" cy="191851"/>
            </a:xfrm>
            <a:custGeom>
              <a:avLst/>
              <a:gdLst/>
              <a:ahLst/>
              <a:cxnLst/>
              <a:rect l="l" t="t" r="r" b="b"/>
              <a:pathLst>
                <a:path w="4466" h="3177" extrusionOk="0">
                  <a:moveTo>
                    <a:pt x="2281" y="0"/>
                  </a:moveTo>
                  <a:lnTo>
                    <a:pt x="2149" y="24"/>
                  </a:lnTo>
                  <a:lnTo>
                    <a:pt x="2018" y="48"/>
                  </a:lnTo>
                  <a:lnTo>
                    <a:pt x="1899" y="72"/>
                  </a:lnTo>
                  <a:lnTo>
                    <a:pt x="1767" y="108"/>
                  </a:lnTo>
                  <a:lnTo>
                    <a:pt x="1648" y="155"/>
                  </a:lnTo>
                  <a:lnTo>
                    <a:pt x="1528" y="215"/>
                  </a:lnTo>
                  <a:lnTo>
                    <a:pt x="1409" y="263"/>
                  </a:lnTo>
                  <a:lnTo>
                    <a:pt x="1290" y="334"/>
                  </a:lnTo>
                  <a:lnTo>
                    <a:pt x="1075" y="478"/>
                  </a:lnTo>
                  <a:lnTo>
                    <a:pt x="872" y="621"/>
                  </a:lnTo>
                  <a:lnTo>
                    <a:pt x="681" y="788"/>
                  </a:lnTo>
                  <a:lnTo>
                    <a:pt x="502" y="967"/>
                  </a:lnTo>
                  <a:lnTo>
                    <a:pt x="346" y="1158"/>
                  </a:lnTo>
                  <a:lnTo>
                    <a:pt x="275" y="1266"/>
                  </a:lnTo>
                  <a:lnTo>
                    <a:pt x="203" y="1385"/>
                  </a:lnTo>
                  <a:lnTo>
                    <a:pt x="143" y="1493"/>
                  </a:lnTo>
                  <a:lnTo>
                    <a:pt x="96" y="1624"/>
                  </a:lnTo>
                  <a:lnTo>
                    <a:pt x="36" y="1755"/>
                  </a:lnTo>
                  <a:lnTo>
                    <a:pt x="0" y="1899"/>
                  </a:lnTo>
                  <a:lnTo>
                    <a:pt x="36" y="1827"/>
                  </a:lnTo>
                  <a:lnTo>
                    <a:pt x="72" y="1755"/>
                  </a:lnTo>
                  <a:lnTo>
                    <a:pt x="179" y="1636"/>
                  </a:lnTo>
                  <a:lnTo>
                    <a:pt x="299" y="1540"/>
                  </a:lnTo>
                  <a:lnTo>
                    <a:pt x="430" y="1457"/>
                  </a:lnTo>
                  <a:lnTo>
                    <a:pt x="573" y="1385"/>
                  </a:lnTo>
                  <a:lnTo>
                    <a:pt x="728" y="1337"/>
                  </a:lnTo>
                  <a:lnTo>
                    <a:pt x="884" y="1302"/>
                  </a:lnTo>
                  <a:lnTo>
                    <a:pt x="1039" y="1290"/>
                  </a:lnTo>
                  <a:lnTo>
                    <a:pt x="1194" y="1290"/>
                  </a:lnTo>
                  <a:lnTo>
                    <a:pt x="1349" y="1313"/>
                  </a:lnTo>
                  <a:lnTo>
                    <a:pt x="1493" y="1349"/>
                  </a:lnTo>
                  <a:lnTo>
                    <a:pt x="1636" y="1397"/>
                  </a:lnTo>
                  <a:lnTo>
                    <a:pt x="1779" y="1469"/>
                  </a:lnTo>
                  <a:lnTo>
                    <a:pt x="1910" y="1540"/>
                  </a:lnTo>
                  <a:lnTo>
                    <a:pt x="2030" y="1624"/>
                  </a:lnTo>
                  <a:lnTo>
                    <a:pt x="2149" y="1719"/>
                  </a:lnTo>
                  <a:lnTo>
                    <a:pt x="2269" y="1827"/>
                  </a:lnTo>
                  <a:lnTo>
                    <a:pt x="2376" y="1934"/>
                  </a:lnTo>
                  <a:lnTo>
                    <a:pt x="2567" y="2173"/>
                  </a:lnTo>
                  <a:lnTo>
                    <a:pt x="2758" y="2412"/>
                  </a:lnTo>
                  <a:lnTo>
                    <a:pt x="2937" y="2663"/>
                  </a:lnTo>
                  <a:lnTo>
                    <a:pt x="3033" y="2806"/>
                  </a:lnTo>
                  <a:lnTo>
                    <a:pt x="3152" y="2949"/>
                  </a:lnTo>
                  <a:lnTo>
                    <a:pt x="3212" y="3009"/>
                  </a:lnTo>
                  <a:lnTo>
                    <a:pt x="3284" y="3069"/>
                  </a:lnTo>
                  <a:lnTo>
                    <a:pt x="3355" y="3104"/>
                  </a:lnTo>
                  <a:lnTo>
                    <a:pt x="3439" y="3140"/>
                  </a:lnTo>
                  <a:lnTo>
                    <a:pt x="3510" y="3164"/>
                  </a:lnTo>
                  <a:lnTo>
                    <a:pt x="3594" y="3176"/>
                  </a:lnTo>
                  <a:lnTo>
                    <a:pt x="3749" y="3176"/>
                  </a:lnTo>
                  <a:lnTo>
                    <a:pt x="3821" y="3164"/>
                  </a:lnTo>
                  <a:lnTo>
                    <a:pt x="3892" y="3140"/>
                  </a:lnTo>
                  <a:lnTo>
                    <a:pt x="3964" y="3104"/>
                  </a:lnTo>
                  <a:lnTo>
                    <a:pt x="4036" y="3069"/>
                  </a:lnTo>
                  <a:lnTo>
                    <a:pt x="4131" y="2985"/>
                  </a:lnTo>
                  <a:lnTo>
                    <a:pt x="4215" y="2901"/>
                  </a:lnTo>
                  <a:lnTo>
                    <a:pt x="4286" y="2806"/>
                  </a:lnTo>
                  <a:lnTo>
                    <a:pt x="4346" y="2698"/>
                  </a:lnTo>
                  <a:lnTo>
                    <a:pt x="4394" y="2579"/>
                  </a:lnTo>
                  <a:lnTo>
                    <a:pt x="4430" y="2460"/>
                  </a:lnTo>
                  <a:lnTo>
                    <a:pt x="4454" y="2340"/>
                  </a:lnTo>
                  <a:lnTo>
                    <a:pt x="4466" y="2221"/>
                  </a:lnTo>
                  <a:lnTo>
                    <a:pt x="4466" y="2102"/>
                  </a:lnTo>
                  <a:lnTo>
                    <a:pt x="4454" y="1982"/>
                  </a:lnTo>
                  <a:lnTo>
                    <a:pt x="4430" y="1851"/>
                  </a:lnTo>
                  <a:lnTo>
                    <a:pt x="4394" y="1743"/>
                  </a:lnTo>
                  <a:lnTo>
                    <a:pt x="4322" y="1505"/>
                  </a:lnTo>
                  <a:lnTo>
                    <a:pt x="4227" y="1278"/>
                  </a:lnTo>
                  <a:lnTo>
                    <a:pt x="4143" y="1111"/>
                  </a:lnTo>
                  <a:lnTo>
                    <a:pt x="4048" y="955"/>
                  </a:lnTo>
                  <a:lnTo>
                    <a:pt x="3940" y="800"/>
                  </a:lnTo>
                  <a:lnTo>
                    <a:pt x="3833" y="657"/>
                  </a:lnTo>
                  <a:lnTo>
                    <a:pt x="3713" y="525"/>
                  </a:lnTo>
                  <a:lnTo>
                    <a:pt x="3582" y="394"/>
                  </a:lnTo>
                  <a:lnTo>
                    <a:pt x="3439" y="287"/>
                  </a:lnTo>
                  <a:lnTo>
                    <a:pt x="3284" y="191"/>
                  </a:lnTo>
                  <a:lnTo>
                    <a:pt x="3164" y="131"/>
                  </a:lnTo>
                  <a:lnTo>
                    <a:pt x="3045" y="84"/>
                  </a:lnTo>
                  <a:lnTo>
                    <a:pt x="2913" y="48"/>
                  </a:lnTo>
                  <a:lnTo>
                    <a:pt x="2794" y="24"/>
                  </a:lnTo>
                  <a:lnTo>
                    <a:pt x="2663" y="1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283894" y="4115681"/>
              <a:ext cx="184605" cy="227178"/>
            </a:xfrm>
            <a:custGeom>
              <a:avLst/>
              <a:gdLst/>
              <a:ahLst/>
              <a:cxnLst/>
              <a:rect l="l" t="t" r="r" b="b"/>
              <a:pathLst>
                <a:path w="3057" h="3762" extrusionOk="0">
                  <a:moveTo>
                    <a:pt x="0" y="1"/>
                  </a:moveTo>
                  <a:lnTo>
                    <a:pt x="0" y="12"/>
                  </a:lnTo>
                  <a:lnTo>
                    <a:pt x="0" y="24"/>
                  </a:lnTo>
                  <a:lnTo>
                    <a:pt x="12" y="36"/>
                  </a:lnTo>
                  <a:lnTo>
                    <a:pt x="239" y="144"/>
                  </a:lnTo>
                  <a:lnTo>
                    <a:pt x="466" y="263"/>
                  </a:lnTo>
                  <a:lnTo>
                    <a:pt x="681" y="395"/>
                  </a:lnTo>
                  <a:lnTo>
                    <a:pt x="884" y="550"/>
                  </a:lnTo>
                  <a:lnTo>
                    <a:pt x="1087" y="717"/>
                  </a:lnTo>
                  <a:lnTo>
                    <a:pt x="1266" y="884"/>
                  </a:lnTo>
                  <a:lnTo>
                    <a:pt x="1445" y="1075"/>
                  </a:lnTo>
                  <a:lnTo>
                    <a:pt x="1612" y="1266"/>
                  </a:lnTo>
                  <a:lnTo>
                    <a:pt x="1756" y="1457"/>
                  </a:lnTo>
                  <a:lnTo>
                    <a:pt x="1899" y="1660"/>
                  </a:lnTo>
                  <a:lnTo>
                    <a:pt x="2030" y="1863"/>
                  </a:lnTo>
                  <a:lnTo>
                    <a:pt x="2150" y="2066"/>
                  </a:lnTo>
                  <a:lnTo>
                    <a:pt x="2388" y="2484"/>
                  </a:lnTo>
                  <a:lnTo>
                    <a:pt x="2603" y="2914"/>
                  </a:lnTo>
                  <a:lnTo>
                    <a:pt x="2818" y="3332"/>
                  </a:lnTo>
                  <a:lnTo>
                    <a:pt x="3033" y="3750"/>
                  </a:lnTo>
                  <a:lnTo>
                    <a:pt x="3045" y="3761"/>
                  </a:lnTo>
                  <a:lnTo>
                    <a:pt x="3057" y="3761"/>
                  </a:lnTo>
                  <a:lnTo>
                    <a:pt x="3057" y="3750"/>
                  </a:lnTo>
                  <a:lnTo>
                    <a:pt x="3057" y="3738"/>
                  </a:lnTo>
                  <a:lnTo>
                    <a:pt x="2854" y="3332"/>
                  </a:lnTo>
                  <a:lnTo>
                    <a:pt x="2651" y="2938"/>
                  </a:lnTo>
                  <a:lnTo>
                    <a:pt x="2448" y="2532"/>
                  </a:lnTo>
                  <a:lnTo>
                    <a:pt x="2233" y="2138"/>
                  </a:lnTo>
                  <a:lnTo>
                    <a:pt x="2114" y="1923"/>
                  </a:lnTo>
                  <a:lnTo>
                    <a:pt x="1982" y="1720"/>
                  </a:lnTo>
                  <a:lnTo>
                    <a:pt x="1839" y="1517"/>
                  </a:lnTo>
                  <a:lnTo>
                    <a:pt x="1684" y="1314"/>
                  </a:lnTo>
                  <a:lnTo>
                    <a:pt x="1529" y="1123"/>
                  </a:lnTo>
                  <a:lnTo>
                    <a:pt x="1362" y="932"/>
                  </a:lnTo>
                  <a:lnTo>
                    <a:pt x="1194" y="753"/>
                  </a:lnTo>
                  <a:lnTo>
                    <a:pt x="1003" y="598"/>
                  </a:lnTo>
                  <a:lnTo>
                    <a:pt x="777" y="418"/>
                  </a:lnTo>
                  <a:lnTo>
                    <a:pt x="538" y="251"/>
                  </a:lnTo>
                  <a:lnTo>
                    <a:pt x="275" y="120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300500" y="4370210"/>
              <a:ext cx="330259" cy="214919"/>
            </a:xfrm>
            <a:custGeom>
              <a:avLst/>
              <a:gdLst/>
              <a:ahLst/>
              <a:cxnLst/>
              <a:rect l="l" t="t" r="r" b="b"/>
              <a:pathLst>
                <a:path w="5469" h="3559" extrusionOk="0">
                  <a:moveTo>
                    <a:pt x="0" y="0"/>
                  </a:moveTo>
                  <a:lnTo>
                    <a:pt x="1098" y="3558"/>
                  </a:lnTo>
                  <a:lnTo>
                    <a:pt x="4442" y="3558"/>
                  </a:lnTo>
                  <a:lnTo>
                    <a:pt x="54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284618" y="4370210"/>
              <a:ext cx="359849" cy="51209"/>
            </a:xfrm>
            <a:custGeom>
              <a:avLst/>
              <a:gdLst/>
              <a:ahLst/>
              <a:cxnLst/>
              <a:rect l="l" t="t" r="r" b="b"/>
              <a:pathLst>
                <a:path w="5959" h="848" extrusionOk="0">
                  <a:moveTo>
                    <a:pt x="0" y="0"/>
                  </a:moveTo>
                  <a:lnTo>
                    <a:pt x="0" y="848"/>
                  </a:lnTo>
                  <a:lnTo>
                    <a:pt x="5958" y="848"/>
                  </a:lnTo>
                  <a:lnTo>
                    <a:pt x="59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288241" y="4418519"/>
              <a:ext cx="359064" cy="2174"/>
            </a:xfrm>
            <a:custGeom>
              <a:avLst/>
              <a:gdLst/>
              <a:ahLst/>
              <a:cxnLst/>
              <a:rect l="l" t="t" r="r" b="b"/>
              <a:pathLst>
                <a:path w="5946" h="36" extrusionOk="0">
                  <a:moveTo>
                    <a:pt x="12" y="0"/>
                  </a:moveTo>
                  <a:lnTo>
                    <a:pt x="0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5946" y="36"/>
                  </a:lnTo>
                  <a:lnTo>
                    <a:pt x="5946" y="24"/>
                  </a:lnTo>
                  <a:lnTo>
                    <a:pt x="5946" y="12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03" name="Google Shape;203;p8"/>
          <p:cNvSpPr txBox="1">
            <a:spLocks noGrp="1"/>
          </p:cNvSpPr>
          <p:nvPr>
            <p:ph type="title"/>
          </p:nvPr>
        </p:nvSpPr>
        <p:spPr>
          <a:xfrm>
            <a:off x="1280250" y="1482300"/>
            <a:ext cx="6583500" cy="21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50" y="4594900"/>
            <a:ext cx="9144000" cy="54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06" name="Google Shape;206;p9"/>
          <p:cNvCxnSpPr/>
          <p:nvPr/>
        </p:nvCxnSpPr>
        <p:spPr>
          <a:xfrm rot="10800000">
            <a:off x="2469300" y="4599425"/>
            <a:ext cx="420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7" name="Google Shape;207;p9"/>
          <p:cNvGrpSpPr/>
          <p:nvPr/>
        </p:nvGrpSpPr>
        <p:grpSpPr>
          <a:xfrm>
            <a:off x="-557225" y="1128050"/>
            <a:ext cx="9642422" cy="3471382"/>
            <a:chOff x="-557225" y="1128050"/>
            <a:chExt cx="9642422" cy="3471382"/>
          </a:xfrm>
        </p:grpSpPr>
        <p:grpSp>
          <p:nvGrpSpPr>
            <p:cNvPr id="208" name="Google Shape;208;p9"/>
            <p:cNvGrpSpPr/>
            <p:nvPr/>
          </p:nvGrpSpPr>
          <p:grpSpPr>
            <a:xfrm>
              <a:off x="-557225" y="1128050"/>
              <a:ext cx="1124813" cy="885613"/>
              <a:chOff x="5284625" y="-234825"/>
              <a:chExt cx="1124813" cy="885613"/>
            </a:xfrm>
          </p:grpSpPr>
          <p:sp>
            <p:nvSpPr>
              <p:cNvPr id="209" name="Google Shape;209;p9"/>
              <p:cNvSpPr/>
              <p:nvPr/>
            </p:nvSpPr>
            <p:spPr>
              <a:xfrm>
                <a:off x="5852234" y="19635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5852234" y="56611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5852234" y="9314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5852234" y="130125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36"/>
                    </a:lnTo>
                    <a:lnTo>
                      <a:pt x="1875" y="12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5852234" y="26363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5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5852234" y="300178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5852234" y="337154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5852234" y="374130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12" y="0"/>
                    </a:move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24"/>
                    </a:lnTo>
                    <a:lnTo>
                      <a:pt x="187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5445097" y="329759"/>
                <a:ext cx="270602" cy="20750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5696" fill="none" extrusionOk="0">
                    <a:moveTo>
                      <a:pt x="7224" y="5696"/>
                    </a:moveTo>
                    <a:lnTo>
                      <a:pt x="204" y="5696"/>
                    </a:lnTo>
                    <a:lnTo>
                      <a:pt x="204" y="5696"/>
                    </a:lnTo>
                    <a:lnTo>
                      <a:pt x="156" y="5696"/>
                    </a:lnTo>
                    <a:lnTo>
                      <a:pt x="120" y="5684"/>
                    </a:lnTo>
                    <a:lnTo>
                      <a:pt x="84" y="5660"/>
                    </a:lnTo>
                    <a:lnTo>
                      <a:pt x="61" y="5636"/>
                    </a:lnTo>
                    <a:lnTo>
                      <a:pt x="37" y="5600"/>
                    </a:lnTo>
                    <a:lnTo>
                      <a:pt x="13" y="5564"/>
                    </a:lnTo>
                    <a:lnTo>
                      <a:pt x="1" y="5528"/>
                    </a:lnTo>
                    <a:lnTo>
                      <a:pt x="1" y="5493"/>
                    </a:lnTo>
                    <a:lnTo>
                      <a:pt x="1" y="203"/>
                    </a:lnTo>
                    <a:lnTo>
                      <a:pt x="1" y="203"/>
                    </a:lnTo>
                    <a:lnTo>
                      <a:pt x="1" y="168"/>
                    </a:lnTo>
                    <a:lnTo>
                      <a:pt x="13" y="132"/>
                    </a:lnTo>
                    <a:lnTo>
                      <a:pt x="37" y="96"/>
                    </a:lnTo>
                    <a:lnTo>
                      <a:pt x="61" y="60"/>
                    </a:lnTo>
                    <a:lnTo>
                      <a:pt x="84" y="36"/>
                    </a:lnTo>
                    <a:lnTo>
                      <a:pt x="120" y="24"/>
                    </a:lnTo>
                    <a:lnTo>
                      <a:pt x="156" y="12"/>
                    </a:lnTo>
                    <a:lnTo>
                      <a:pt x="204" y="0"/>
                    </a:lnTo>
                    <a:lnTo>
                      <a:pt x="7224" y="0"/>
                    </a:lnTo>
                    <a:lnTo>
                      <a:pt x="7224" y="0"/>
                    </a:lnTo>
                    <a:lnTo>
                      <a:pt x="7260" y="12"/>
                    </a:lnTo>
                    <a:lnTo>
                      <a:pt x="7296" y="24"/>
                    </a:lnTo>
                    <a:lnTo>
                      <a:pt x="7332" y="36"/>
                    </a:lnTo>
                    <a:lnTo>
                      <a:pt x="7368" y="60"/>
                    </a:lnTo>
                    <a:lnTo>
                      <a:pt x="7391" y="96"/>
                    </a:lnTo>
                    <a:lnTo>
                      <a:pt x="7403" y="132"/>
                    </a:lnTo>
                    <a:lnTo>
                      <a:pt x="7415" y="168"/>
                    </a:lnTo>
                    <a:lnTo>
                      <a:pt x="7427" y="203"/>
                    </a:lnTo>
                    <a:lnTo>
                      <a:pt x="7427" y="5493"/>
                    </a:lnTo>
                    <a:lnTo>
                      <a:pt x="7427" y="5493"/>
                    </a:lnTo>
                    <a:lnTo>
                      <a:pt x="7415" y="5528"/>
                    </a:lnTo>
                    <a:lnTo>
                      <a:pt x="7403" y="5564"/>
                    </a:lnTo>
                    <a:lnTo>
                      <a:pt x="7391" y="5600"/>
                    </a:lnTo>
                    <a:lnTo>
                      <a:pt x="7368" y="5636"/>
                    </a:lnTo>
                    <a:lnTo>
                      <a:pt x="7332" y="5660"/>
                    </a:lnTo>
                    <a:lnTo>
                      <a:pt x="7296" y="5684"/>
                    </a:lnTo>
                    <a:lnTo>
                      <a:pt x="7260" y="5696"/>
                    </a:lnTo>
                    <a:lnTo>
                      <a:pt x="7224" y="5696"/>
                    </a:lnTo>
                    <a:lnTo>
                      <a:pt x="7224" y="569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5443822" y="414129"/>
                <a:ext cx="272751" cy="73552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2019" extrusionOk="0">
                    <a:moveTo>
                      <a:pt x="7450" y="1"/>
                    </a:moveTo>
                    <a:lnTo>
                      <a:pt x="7259" y="48"/>
                    </a:lnTo>
                    <a:lnTo>
                      <a:pt x="7080" y="132"/>
                    </a:lnTo>
                    <a:lnTo>
                      <a:pt x="6913" y="216"/>
                    </a:lnTo>
                    <a:lnTo>
                      <a:pt x="6746" y="335"/>
                    </a:lnTo>
                    <a:lnTo>
                      <a:pt x="6615" y="442"/>
                    </a:lnTo>
                    <a:lnTo>
                      <a:pt x="6495" y="550"/>
                    </a:lnTo>
                    <a:lnTo>
                      <a:pt x="6388" y="681"/>
                    </a:lnTo>
                    <a:lnTo>
                      <a:pt x="6280" y="801"/>
                    </a:lnTo>
                    <a:lnTo>
                      <a:pt x="6065" y="1063"/>
                    </a:lnTo>
                    <a:lnTo>
                      <a:pt x="5958" y="1183"/>
                    </a:lnTo>
                    <a:lnTo>
                      <a:pt x="5839" y="1302"/>
                    </a:lnTo>
                    <a:lnTo>
                      <a:pt x="5671" y="1445"/>
                    </a:lnTo>
                    <a:lnTo>
                      <a:pt x="5504" y="1565"/>
                    </a:lnTo>
                    <a:lnTo>
                      <a:pt x="5313" y="1672"/>
                    </a:lnTo>
                    <a:lnTo>
                      <a:pt x="5122" y="1768"/>
                    </a:lnTo>
                    <a:lnTo>
                      <a:pt x="4907" y="1851"/>
                    </a:lnTo>
                    <a:lnTo>
                      <a:pt x="4680" y="1923"/>
                    </a:lnTo>
                    <a:lnTo>
                      <a:pt x="4561" y="1947"/>
                    </a:lnTo>
                    <a:lnTo>
                      <a:pt x="4442" y="1959"/>
                    </a:lnTo>
                    <a:lnTo>
                      <a:pt x="4203" y="1959"/>
                    </a:lnTo>
                    <a:lnTo>
                      <a:pt x="4083" y="1947"/>
                    </a:lnTo>
                    <a:lnTo>
                      <a:pt x="3976" y="1923"/>
                    </a:lnTo>
                    <a:lnTo>
                      <a:pt x="3868" y="1899"/>
                    </a:lnTo>
                    <a:lnTo>
                      <a:pt x="3761" y="1851"/>
                    </a:lnTo>
                    <a:lnTo>
                      <a:pt x="3654" y="1804"/>
                    </a:lnTo>
                    <a:lnTo>
                      <a:pt x="3558" y="1744"/>
                    </a:lnTo>
                    <a:lnTo>
                      <a:pt x="3463" y="1684"/>
                    </a:lnTo>
                    <a:lnTo>
                      <a:pt x="3367" y="1601"/>
                    </a:lnTo>
                    <a:lnTo>
                      <a:pt x="3188" y="1445"/>
                    </a:lnTo>
                    <a:lnTo>
                      <a:pt x="3021" y="1278"/>
                    </a:lnTo>
                    <a:lnTo>
                      <a:pt x="2854" y="1099"/>
                    </a:lnTo>
                    <a:lnTo>
                      <a:pt x="2675" y="944"/>
                    </a:lnTo>
                    <a:lnTo>
                      <a:pt x="2507" y="789"/>
                    </a:lnTo>
                    <a:lnTo>
                      <a:pt x="2316" y="657"/>
                    </a:lnTo>
                    <a:lnTo>
                      <a:pt x="2125" y="550"/>
                    </a:lnTo>
                    <a:lnTo>
                      <a:pt x="1934" y="442"/>
                    </a:lnTo>
                    <a:lnTo>
                      <a:pt x="1707" y="347"/>
                    </a:lnTo>
                    <a:lnTo>
                      <a:pt x="1469" y="275"/>
                    </a:lnTo>
                    <a:lnTo>
                      <a:pt x="1230" y="216"/>
                    </a:lnTo>
                    <a:lnTo>
                      <a:pt x="991" y="192"/>
                    </a:lnTo>
                    <a:lnTo>
                      <a:pt x="752" y="180"/>
                    </a:lnTo>
                    <a:lnTo>
                      <a:pt x="502" y="180"/>
                    </a:lnTo>
                    <a:lnTo>
                      <a:pt x="263" y="216"/>
                    </a:lnTo>
                    <a:lnTo>
                      <a:pt x="24" y="275"/>
                    </a:lnTo>
                    <a:lnTo>
                      <a:pt x="0" y="287"/>
                    </a:lnTo>
                    <a:lnTo>
                      <a:pt x="0" y="311"/>
                    </a:lnTo>
                    <a:lnTo>
                      <a:pt x="12" y="323"/>
                    </a:lnTo>
                    <a:lnTo>
                      <a:pt x="36" y="335"/>
                    </a:lnTo>
                    <a:lnTo>
                      <a:pt x="263" y="275"/>
                    </a:lnTo>
                    <a:lnTo>
                      <a:pt x="478" y="251"/>
                    </a:lnTo>
                    <a:lnTo>
                      <a:pt x="704" y="240"/>
                    </a:lnTo>
                    <a:lnTo>
                      <a:pt x="919" y="240"/>
                    </a:lnTo>
                    <a:lnTo>
                      <a:pt x="1146" y="263"/>
                    </a:lnTo>
                    <a:lnTo>
                      <a:pt x="1361" y="311"/>
                    </a:lnTo>
                    <a:lnTo>
                      <a:pt x="1576" y="371"/>
                    </a:lnTo>
                    <a:lnTo>
                      <a:pt x="1779" y="442"/>
                    </a:lnTo>
                    <a:lnTo>
                      <a:pt x="1994" y="538"/>
                    </a:lnTo>
                    <a:lnTo>
                      <a:pt x="2209" y="657"/>
                    </a:lnTo>
                    <a:lnTo>
                      <a:pt x="2400" y="789"/>
                    </a:lnTo>
                    <a:lnTo>
                      <a:pt x="2591" y="944"/>
                    </a:lnTo>
                    <a:lnTo>
                      <a:pt x="2758" y="1099"/>
                    </a:lnTo>
                    <a:lnTo>
                      <a:pt x="2925" y="1266"/>
                    </a:lnTo>
                    <a:lnTo>
                      <a:pt x="3092" y="1433"/>
                    </a:lnTo>
                    <a:lnTo>
                      <a:pt x="3260" y="1601"/>
                    </a:lnTo>
                    <a:lnTo>
                      <a:pt x="3439" y="1744"/>
                    </a:lnTo>
                    <a:lnTo>
                      <a:pt x="3534" y="1804"/>
                    </a:lnTo>
                    <a:lnTo>
                      <a:pt x="3630" y="1851"/>
                    </a:lnTo>
                    <a:lnTo>
                      <a:pt x="3725" y="1911"/>
                    </a:lnTo>
                    <a:lnTo>
                      <a:pt x="3833" y="1947"/>
                    </a:lnTo>
                    <a:lnTo>
                      <a:pt x="3940" y="1983"/>
                    </a:lnTo>
                    <a:lnTo>
                      <a:pt x="4048" y="2007"/>
                    </a:lnTo>
                    <a:lnTo>
                      <a:pt x="4155" y="2019"/>
                    </a:lnTo>
                    <a:lnTo>
                      <a:pt x="4262" y="2019"/>
                    </a:lnTo>
                    <a:lnTo>
                      <a:pt x="4489" y="2007"/>
                    </a:lnTo>
                    <a:lnTo>
                      <a:pt x="4692" y="1971"/>
                    </a:lnTo>
                    <a:lnTo>
                      <a:pt x="4907" y="1911"/>
                    </a:lnTo>
                    <a:lnTo>
                      <a:pt x="5122" y="1827"/>
                    </a:lnTo>
                    <a:lnTo>
                      <a:pt x="5337" y="1732"/>
                    </a:lnTo>
                    <a:lnTo>
                      <a:pt x="5528" y="1613"/>
                    </a:lnTo>
                    <a:lnTo>
                      <a:pt x="5719" y="1481"/>
                    </a:lnTo>
                    <a:lnTo>
                      <a:pt x="5850" y="1374"/>
                    </a:lnTo>
                    <a:lnTo>
                      <a:pt x="5970" y="1266"/>
                    </a:lnTo>
                    <a:lnTo>
                      <a:pt x="6077" y="1147"/>
                    </a:lnTo>
                    <a:lnTo>
                      <a:pt x="6185" y="1016"/>
                    </a:lnTo>
                    <a:lnTo>
                      <a:pt x="6424" y="729"/>
                    </a:lnTo>
                    <a:lnTo>
                      <a:pt x="6543" y="598"/>
                    </a:lnTo>
                    <a:lnTo>
                      <a:pt x="6674" y="466"/>
                    </a:lnTo>
                    <a:lnTo>
                      <a:pt x="6770" y="395"/>
                    </a:lnTo>
                    <a:lnTo>
                      <a:pt x="6853" y="323"/>
                    </a:lnTo>
                    <a:lnTo>
                      <a:pt x="7044" y="216"/>
                    </a:lnTo>
                    <a:lnTo>
                      <a:pt x="7247" y="120"/>
                    </a:lnTo>
                    <a:lnTo>
                      <a:pt x="7474" y="48"/>
                    </a:lnTo>
                    <a:lnTo>
                      <a:pt x="7486" y="37"/>
                    </a:lnTo>
                    <a:lnTo>
                      <a:pt x="7486" y="13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5525133" y="364112"/>
                <a:ext cx="48743" cy="4830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326" fill="none" extrusionOk="0">
                    <a:moveTo>
                      <a:pt x="1326" y="753"/>
                    </a:moveTo>
                    <a:lnTo>
                      <a:pt x="1326" y="753"/>
                    </a:lnTo>
                    <a:lnTo>
                      <a:pt x="1302" y="884"/>
                    </a:lnTo>
                    <a:lnTo>
                      <a:pt x="1242" y="1004"/>
                    </a:lnTo>
                    <a:lnTo>
                      <a:pt x="1171" y="1099"/>
                    </a:lnTo>
                    <a:lnTo>
                      <a:pt x="1075" y="1195"/>
                    </a:lnTo>
                    <a:lnTo>
                      <a:pt x="968" y="1254"/>
                    </a:lnTo>
                    <a:lnTo>
                      <a:pt x="848" y="1302"/>
                    </a:lnTo>
                    <a:lnTo>
                      <a:pt x="717" y="1326"/>
                    </a:lnTo>
                    <a:lnTo>
                      <a:pt x="586" y="1326"/>
                    </a:lnTo>
                    <a:lnTo>
                      <a:pt x="586" y="1326"/>
                    </a:lnTo>
                    <a:lnTo>
                      <a:pt x="454" y="1302"/>
                    </a:lnTo>
                    <a:lnTo>
                      <a:pt x="335" y="1242"/>
                    </a:lnTo>
                    <a:lnTo>
                      <a:pt x="228" y="1171"/>
                    </a:lnTo>
                    <a:lnTo>
                      <a:pt x="144" y="1075"/>
                    </a:lnTo>
                    <a:lnTo>
                      <a:pt x="72" y="968"/>
                    </a:lnTo>
                    <a:lnTo>
                      <a:pt x="25" y="848"/>
                    </a:lnTo>
                    <a:lnTo>
                      <a:pt x="1" y="717"/>
                    </a:lnTo>
                    <a:lnTo>
                      <a:pt x="1" y="586"/>
                    </a:lnTo>
                    <a:lnTo>
                      <a:pt x="1" y="586"/>
                    </a:lnTo>
                    <a:lnTo>
                      <a:pt x="37" y="454"/>
                    </a:lnTo>
                    <a:lnTo>
                      <a:pt x="84" y="335"/>
                    </a:lnTo>
                    <a:lnTo>
                      <a:pt x="168" y="228"/>
                    </a:lnTo>
                    <a:lnTo>
                      <a:pt x="263" y="144"/>
                    </a:lnTo>
                    <a:lnTo>
                      <a:pt x="371" y="72"/>
                    </a:lnTo>
                    <a:lnTo>
                      <a:pt x="490" y="25"/>
                    </a:lnTo>
                    <a:lnTo>
                      <a:pt x="610" y="1"/>
                    </a:lnTo>
                    <a:lnTo>
                      <a:pt x="753" y="1"/>
                    </a:lnTo>
                    <a:lnTo>
                      <a:pt x="753" y="1"/>
                    </a:lnTo>
                    <a:lnTo>
                      <a:pt x="884" y="37"/>
                    </a:lnTo>
                    <a:lnTo>
                      <a:pt x="1004" y="84"/>
                    </a:lnTo>
                    <a:lnTo>
                      <a:pt x="1111" y="168"/>
                    </a:lnTo>
                    <a:lnTo>
                      <a:pt x="1195" y="251"/>
                    </a:lnTo>
                    <a:lnTo>
                      <a:pt x="1266" y="359"/>
                    </a:lnTo>
                    <a:lnTo>
                      <a:pt x="1314" y="478"/>
                    </a:lnTo>
                    <a:lnTo>
                      <a:pt x="1338" y="610"/>
                    </a:lnTo>
                    <a:lnTo>
                      <a:pt x="1326" y="753"/>
                    </a:lnTo>
                    <a:lnTo>
                      <a:pt x="1326" y="75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5284625" y="-234825"/>
                <a:ext cx="1124813" cy="885613"/>
              </a:xfrm>
              <a:custGeom>
                <a:avLst/>
                <a:gdLst/>
                <a:ahLst/>
                <a:cxnLst/>
                <a:rect l="l" t="t" r="r" b="b"/>
                <a:pathLst>
                  <a:path w="30876" h="24310" extrusionOk="0">
                    <a:moveTo>
                      <a:pt x="30339" y="61"/>
                    </a:moveTo>
                    <a:lnTo>
                      <a:pt x="30482" y="73"/>
                    </a:lnTo>
                    <a:lnTo>
                      <a:pt x="30601" y="108"/>
                    </a:lnTo>
                    <a:lnTo>
                      <a:pt x="30661" y="132"/>
                    </a:lnTo>
                    <a:lnTo>
                      <a:pt x="30709" y="168"/>
                    </a:lnTo>
                    <a:lnTo>
                      <a:pt x="30745" y="204"/>
                    </a:lnTo>
                    <a:lnTo>
                      <a:pt x="30780" y="264"/>
                    </a:lnTo>
                    <a:lnTo>
                      <a:pt x="30792" y="323"/>
                    </a:lnTo>
                    <a:lnTo>
                      <a:pt x="30804" y="395"/>
                    </a:lnTo>
                    <a:lnTo>
                      <a:pt x="30816" y="610"/>
                    </a:lnTo>
                    <a:lnTo>
                      <a:pt x="30816" y="837"/>
                    </a:lnTo>
                    <a:lnTo>
                      <a:pt x="30804" y="1267"/>
                    </a:lnTo>
                    <a:lnTo>
                      <a:pt x="30804" y="3499"/>
                    </a:lnTo>
                    <a:lnTo>
                      <a:pt x="30804" y="6687"/>
                    </a:lnTo>
                    <a:lnTo>
                      <a:pt x="30804" y="10460"/>
                    </a:lnTo>
                    <a:lnTo>
                      <a:pt x="30804" y="14376"/>
                    </a:lnTo>
                    <a:lnTo>
                      <a:pt x="30804" y="18089"/>
                    </a:lnTo>
                    <a:lnTo>
                      <a:pt x="30804" y="21182"/>
                    </a:lnTo>
                    <a:lnTo>
                      <a:pt x="30804" y="23259"/>
                    </a:lnTo>
                    <a:lnTo>
                      <a:pt x="30804" y="23773"/>
                    </a:lnTo>
                    <a:lnTo>
                      <a:pt x="30792" y="23940"/>
                    </a:lnTo>
                    <a:lnTo>
                      <a:pt x="30780" y="24023"/>
                    </a:lnTo>
                    <a:lnTo>
                      <a:pt x="30757" y="24095"/>
                    </a:lnTo>
                    <a:lnTo>
                      <a:pt x="30721" y="24155"/>
                    </a:lnTo>
                    <a:lnTo>
                      <a:pt x="30661" y="24202"/>
                    </a:lnTo>
                    <a:lnTo>
                      <a:pt x="30577" y="24238"/>
                    </a:lnTo>
                    <a:lnTo>
                      <a:pt x="30482" y="24250"/>
                    </a:lnTo>
                    <a:lnTo>
                      <a:pt x="430" y="24250"/>
                    </a:lnTo>
                    <a:lnTo>
                      <a:pt x="346" y="24238"/>
                    </a:lnTo>
                    <a:lnTo>
                      <a:pt x="275" y="24226"/>
                    </a:lnTo>
                    <a:lnTo>
                      <a:pt x="215" y="24190"/>
                    </a:lnTo>
                    <a:lnTo>
                      <a:pt x="155" y="24155"/>
                    </a:lnTo>
                    <a:lnTo>
                      <a:pt x="108" y="24095"/>
                    </a:lnTo>
                    <a:lnTo>
                      <a:pt x="72" y="24023"/>
                    </a:lnTo>
                    <a:lnTo>
                      <a:pt x="60" y="23928"/>
                    </a:lnTo>
                    <a:lnTo>
                      <a:pt x="60" y="23701"/>
                    </a:lnTo>
                    <a:lnTo>
                      <a:pt x="60" y="22113"/>
                    </a:lnTo>
                    <a:lnTo>
                      <a:pt x="60" y="19379"/>
                    </a:lnTo>
                    <a:lnTo>
                      <a:pt x="60" y="15857"/>
                    </a:lnTo>
                    <a:lnTo>
                      <a:pt x="60" y="11964"/>
                    </a:lnTo>
                    <a:lnTo>
                      <a:pt x="60" y="8096"/>
                    </a:lnTo>
                    <a:lnTo>
                      <a:pt x="60" y="4633"/>
                    </a:lnTo>
                    <a:lnTo>
                      <a:pt x="60" y="1983"/>
                    </a:lnTo>
                    <a:lnTo>
                      <a:pt x="60" y="550"/>
                    </a:lnTo>
                    <a:lnTo>
                      <a:pt x="72" y="383"/>
                    </a:lnTo>
                    <a:lnTo>
                      <a:pt x="84" y="299"/>
                    </a:lnTo>
                    <a:lnTo>
                      <a:pt x="120" y="228"/>
                    </a:lnTo>
                    <a:lnTo>
                      <a:pt x="155" y="168"/>
                    </a:lnTo>
                    <a:lnTo>
                      <a:pt x="215" y="120"/>
                    </a:lnTo>
                    <a:lnTo>
                      <a:pt x="287" y="85"/>
                    </a:lnTo>
                    <a:lnTo>
                      <a:pt x="394" y="73"/>
                    </a:lnTo>
                    <a:lnTo>
                      <a:pt x="29945" y="73"/>
                    </a:lnTo>
                    <a:lnTo>
                      <a:pt x="30195" y="61"/>
                    </a:lnTo>
                    <a:close/>
                    <a:moveTo>
                      <a:pt x="430" y="1"/>
                    </a:moveTo>
                    <a:lnTo>
                      <a:pt x="323" y="13"/>
                    </a:lnTo>
                    <a:lnTo>
                      <a:pt x="227" y="37"/>
                    </a:lnTo>
                    <a:lnTo>
                      <a:pt x="155" y="85"/>
                    </a:lnTo>
                    <a:lnTo>
                      <a:pt x="108" y="132"/>
                    </a:lnTo>
                    <a:lnTo>
                      <a:pt x="60" y="192"/>
                    </a:lnTo>
                    <a:lnTo>
                      <a:pt x="36" y="264"/>
                    </a:lnTo>
                    <a:lnTo>
                      <a:pt x="12" y="347"/>
                    </a:lnTo>
                    <a:lnTo>
                      <a:pt x="0" y="431"/>
                    </a:lnTo>
                    <a:lnTo>
                      <a:pt x="0" y="514"/>
                    </a:lnTo>
                    <a:lnTo>
                      <a:pt x="0" y="1899"/>
                    </a:lnTo>
                    <a:lnTo>
                      <a:pt x="0" y="4526"/>
                    </a:lnTo>
                    <a:lnTo>
                      <a:pt x="0" y="8012"/>
                    </a:lnTo>
                    <a:lnTo>
                      <a:pt x="0" y="11905"/>
                    </a:lnTo>
                    <a:lnTo>
                      <a:pt x="0" y="15845"/>
                    </a:lnTo>
                    <a:lnTo>
                      <a:pt x="0" y="19391"/>
                    </a:lnTo>
                    <a:lnTo>
                      <a:pt x="0" y="22149"/>
                    </a:lnTo>
                    <a:lnTo>
                      <a:pt x="0" y="23725"/>
                    </a:lnTo>
                    <a:lnTo>
                      <a:pt x="0" y="23844"/>
                    </a:lnTo>
                    <a:lnTo>
                      <a:pt x="0" y="23964"/>
                    </a:lnTo>
                    <a:lnTo>
                      <a:pt x="24" y="24059"/>
                    </a:lnTo>
                    <a:lnTo>
                      <a:pt x="60" y="24131"/>
                    </a:lnTo>
                    <a:lnTo>
                      <a:pt x="108" y="24190"/>
                    </a:lnTo>
                    <a:lnTo>
                      <a:pt x="167" y="24238"/>
                    </a:lnTo>
                    <a:lnTo>
                      <a:pt x="239" y="24274"/>
                    </a:lnTo>
                    <a:lnTo>
                      <a:pt x="311" y="24298"/>
                    </a:lnTo>
                    <a:lnTo>
                      <a:pt x="394" y="24310"/>
                    </a:lnTo>
                    <a:lnTo>
                      <a:pt x="30506" y="24310"/>
                    </a:lnTo>
                    <a:lnTo>
                      <a:pt x="30506" y="24307"/>
                    </a:lnTo>
                    <a:lnTo>
                      <a:pt x="30577" y="24298"/>
                    </a:lnTo>
                    <a:lnTo>
                      <a:pt x="30661" y="24262"/>
                    </a:lnTo>
                    <a:lnTo>
                      <a:pt x="30733" y="24214"/>
                    </a:lnTo>
                    <a:lnTo>
                      <a:pt x="30780" y="24155"/>
                    </a:lnTo>
                    <a:lnTo>
                      <a:pt x="30816" y="24083"/>
                    </a:lnTo>
                    <a:lnTo>
                      <a:pt x="30852" y="23999"/>
                    </a:lnTo>
                    <a:lnTo>
                      <a:pt x="30864" y="23916"/>
                    </a:lnTo>
                    <a:lnTo>
                      <a:pt x="30864" y="23820"/>
                    </a:lnTo>
                    <a:lnTo>
                      <a:pt x="30864" y="23331"/>
                    </a:lnTo>
                    <a:lnTo>
                      <a:pt x="30864" y="21289"/>
                    </a:lnTo>
                    <a:lnTo>
                      <a:pt x="30864" y="18185"/>
                    </a:lnTo>
                    <a:lnTo>
                      <a:pt x="30864" y="14472"/>
                    </a:lnTo>
                    <a:lnTo>
                      <a:pt x="30864" y="10484"/>
                    </a:lnTo>
                    <a:lnTo>
                      <a:pt x="30864" y="6711"/>
                    </a:lnTo>
                    <a:lnTo>
                      <a:pt x="30864" y="3475"/>
                    </a:lnTo>
                    <a:lnTo>
                      <a:pt x="30864" y="1243"/>
                    </a:lnTo>
                    <a:lnTo>
                      <a:pt x="30876" y="813"/>
                    </a:lnTo>
                    <a:lnTo>
                      <a:pt x="30876" y="610"/>
                    </a:lnTo>
                    <a:lnTo>
                      <a:pt x="30864" y="395"/>
                    </a:lnTo>
                    <a:lnTo>
                      <a:pt x="30852" y="311"/>
                    </a:lnTo>
                    <a:lnTo>
                      <a:pt x="30840" y="240"/>
                    </a:lnTo>
                    <a:lnTo>
                      <a:pt x="30804" y="180"/>
                    </a:lnTo>
                    <a:lnTo>
                      <a:pt x="30768" y="132"/>
                    </a:lnTo>
                    <a:lnTo>
                      <a:pt x="30721" y="96"/>
                    </a:lnTo>
                    <a:lnTo>
                      <a:pt x="30673" y="61"/>
                    </a:lnTo>
                    <a:lnTo>
                      <a:pt x="30613" y="49"/>
                    </a:lnTo>
                    <a:lnTo>
                      <a:pt x="30554" y="25"/>
                    </a:lnTo>
                    <a:lnTo>
                      <a:pt x="30422" y="13"/>
                    </a:lnTo>
                    <a:lnTo>
                      <a:pt x="30279" y="1"/>
                    </a:lnTo>
                    <a:lnTo>
                      <a:pt x="30016" y="13"/>
                    </a:lnTo>
                    <a:lnTo>
                      <a:pt x="549" y="13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5410744" y="51838"/>
                <a:ext cx="316249" cy="217924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5982" extrusionOk="0">
                    <a:moveTo>
                      <a:pt x="323" y="0"/>
                    </a:moveTo>
                    <a:lnTo>
                      <a:pt x="239" y="203"/>
                    </a:lnTo>
                    <a:lnTo>
                      <a:pt x="168" y="418"/>
                    </a:lnTo>
                    <a:lnTo>
                      <a:pt x="120" y="633"/>
                    </a:lnTo>
                    <a:lnTo>
                      <a:pt x="72" y="848"/>
                    </a:lnTo>
                    <a:lnTo>
                      <a:pt x="36" y="1051"/>
                    </a:lnTo>
                    <a:lnTo>
                      <a:pt x="13" y="1266"/>
                    </a:lnTo>
                    <a:lnTo>
                      <a:pt x="1" y="1481"/>
                    </a:lnTo>
                    <a:lnTo>
                      <a:pt x="1" y="1696"/>
                    </a:lnTo>
                    <a:lnTo>
                      <a:pt x="13" y="1910"/>
                    </a:lnTo>
                    <a:lnTo>
                      <a:pt x="36" y="2113"/>
                    </a:lnTo>
                    <a:lnTo>
                      <a:pt x="60" y="2328"/>
                    </a:lnTo>
                    <a:lnTo>
                      <a:pt x="96" y="2531"/>
                    </a:lnTo>
                    <a:lnTo>
                      <a:pt x="156" y="2734"/>
                    </a:lnTo>
                    <a:lnTo>
                      <a:pt x="204" y="2937"/>
                    </a:lnTo>
                    <a:lnTo>
                      <a:pt x="275" y="3140"/>
                    </a:lnTo>
                    <a:lnTo>
                      <a:pt x="359" y="3331"/>
                    </a:lnTo>
                    <a:lnTo>
                      <a:pt x="442" y="3522"/>
                    </a:lnTo>
                    <a:lnTo>
                      <a:pt x="538" y="3701"/>
                    </a:lnTo>
                    <a:lnTo>
                      <a:pt x="645" y="3892"/>
                    </a:lnTo>
                    <a:lnTo>
                      <a:pt x="753" y="4071"/>
                    </a:lnTo>
                    <a:lnTo>
                      <a:pt x="872" y="4239"/>
                    </a:lnTo>
                    <a:lnTo>
                      <a:pt x="1004" y="4406"/>
                    </a:lnTo>
                    <a:lnTo>
                      <a:pt x="1147" y="4561"/>
                    </a:lnTo>
                    <a:lnTo>
                      <a:pt x="1290" y="4716"/>
                    </a:lnTo>
                    <a:lnTo>
                      <a:pt x="1445" y="4859"/>
                    </a:lnTo>
                    <a:lnTo>
                      <a:pt x="1601" y="5003"/>
                    </a:lnTo>
                    <a:lnTo>
                      <a:pt x="1768" y="5134"/>
                    </a:lnTo>
                    <a:lnTo>
                      <a:pt x="1947" y="5265"/>
                    </a:lnTo>
                    <a:lnTo>
                      <a:pt x="2126" y="5373"/>
                    </a:lnTo>
                    <a:lnTo>
                      <a:pt x="2317" y="5480"/>
                    </a:lnTo>
                    <a:lnTo>
                      <a:pt x="2520" y="5576"/>
                    </a:lnTo>
                    <a:lnTo>
                      <a:pt x="2723" y="5671"/>
                    </a:lnTo>
                    <a:lnTo>
                      <a:pt x="2938" y="5743"/>
                    </a:lnTo>
                    <a:lnTo>
                      <a:pt x="3141" y="5815"/>
                    </a:lnTo>
                    <a:lnTo>
                      <a:pt x="3356" y="5874"/>
                    </a:lnTo>
                    <a:lnTo>
                      <a:pt x="3571" y="5910"/>
                    </a:lnTo>
                    <a:lnTo>
                      <a:pt x="3774" y="5946"/>
                    </a:lnTo>
                    <a:lnTo>
                      <a:pt x="3988" y="5970"/>
                    </a:lnTo>
                    <a:lnTo>
                      <a:pt x="4203" y="5982"/>
                    </a:lnTo>
                    <a:lnTo>
                      <a:pt x="4418" y="5982"/>
                    </a:lnTo>
                    <a:lnTo>
                      <a:pt x="4633" y="5970"/>
                    </a:lnTo>
                    <a:lnTo>
                      <a:pt x="4836" y="5958"/>
                    </a:lnTo>
                    <a:lnTo>
                      <a:pt x="5051" y="5922"/>
                    </a:lnTo>
                    <a:lnTo>
                      <a:pt x="5254" y="5886"/>
                    </a:lnTo>
                    <a:lnTo>
                      <a:pt x="5457" y="5839"/>
                    </a:lnTo>
                    <a:lnTo>
                      <a:pt x="5660" y="5779"/>
                    </a:lnTo>
                    <a:lnTo>
                      <a:pt x="5863" y="5707"/>
                    </a:lnTo>
                    <a:lnTo>
                      <a:pt x="6054" y="5636"/>
                    </a:lnTo>
                    <a:lnTo>
                      <a:pt x="6245" y="5552"/>
                    </a:lnTo>
                    <a:lnTo>
                      <a:pt x="6436" y="5456"/>
                    </a:lnTo>
                    <a:lnTo>
                      <a:pt x="6615" y="5349"/>
                    </a:lnTo>
                    <a:lnTo>
                      <a:pt x="6794" y="5230"/>
                    </a:lnTo>
                    <a:lnTo>
                      <a:pt x="6961" y="5110"/>
                    </a:lnTo>
                    <a:lnTo>
                      <a:pt x="7129" y="4979"/>
                    </a:lnTo>
                    <a:lnTo>
                      <a:pt x="7284" y="4848"/>
                    </a:lnTo>
                    <a:lnTo>
                      <a:pt x="7439" y="4704"/>
                    </a:lnTo>
                    <a:lnTo>
                      <a:pt x="7582" y="4549"/>
                    </a:lnTo>
                    <a:lnTo>
                      <a:pt x="7726" y="4382"/>
                    </a:lnTo>
                    <a:lnTo>
                      <a:pt x="7857" y="4215"/>
                    </a:lnTo>
                    <a:lnTo>
                      <a:pt x="7988" y="4036"/>
                    </a:lnTo>
                    <a:lnTo>
                      <a:pt x="8096" y="3857"/>
                    </a:lnTo>
                    <a:lnTo>
                      <a:pt x="8203" y="3666"/>
                    </a:lnTo>
                    <a:lnTo>
                      <a:pt x="8311" y="3475"/>
                    </a:lnTo>
                    <a:lnTo>
                      <a:pt x="8394" y="3260"/>
                    </a:lnTo>
                    <a:lnTo>
                      <a:pt x="8490" y="2997"/>
                    </a:lnTo>
                    <a:lnTo>
                      <a:pt x="8573" y="2722"/>
                    </a:lnTo>
                    <a:lnTo>
                      <a:pt x="8633" y="2448"/>
                    </a:lnTo>
                    <a:lnTo>
                      <a:pt x="8681" y="2173"/>
                    </a:lnTo>
                    <a:lnTo>
                      <a:pt x="4359" y="1636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5572564" y="-60838"/>
                <a:ext cx="151840" cy="170565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682" extrusionOk="0">
                    <a:moveTo>
                      <a:pt x="24" y="1"/>
                    </a:moveTo>
                    <a:lnTo>
                      <a:pt x="0" y="4168"/>
                    </a:lnTo>
                    <a:lnTo>
                      <a:pt x="4143" y="4681"/>
                    </a:lnTo>
                    <a:lnTo>
                      <a:pt x="4155" y="4502"/>
                    </a:lnTo>
                    <a:lnTo>
                      <a:pt x="4167" y="4323"/>
                    </a:lnTo>
                    <a:lnTo>
                      <a:pt x="4167" y="4156"/>
                    </a:lnTo>
                    <a:lnTo>
                      <a:pt x="4167" y="3977"/>
                    </a:lnTo>
                    <a:lnTo>
                      <a:pt x="4155" y="3798"/>
                    </a:lnTo>
                    <a:lnTo>
                      <a:pt x="4131" y="3630"/>
                    </a:lnTo>
                    <a:lnTo>
                      <a:pt x="4107" y="3451"/>
                    </a:lnTo>
                    <a:lnTo>
                      <a:pt x="4072" y="3284"/>
                    </a:lnTo>
                    <a:lnTo>
                      <a:pt x="3988" y="2950"/>
                    </a:lnTo>
                    <a:lnTo>
                      <a:pt x="3881" y="2627"/>
                    </a:lnTo>
                    <a:lnTo>
                      <a:pt x="3737" y="2317"/>
                    </a:lnTo>
                    <a:lnTo>
                      <a:pt x="3570" y="2019"/>
                    </a:lnTo>
                    <a:lnTo>
                      <a:pt x="3379" y="1732"/>
                    </a:lnTo>
                    <a:lnTo>
                      <a:pt x="3176" y="1469"/>
                    </a:lnTo>
                    <a:lnTo>
                      <a:pt x="2937" y="1219"/>
                    </a:lnTo>
                    <a:lnTo>
                      <a:pt x="2687" y="980"/>
                    </a:lnTo>
                    <a:lnTo>
                      <a:pt x="2555" y="872"/>
                    </a:lnTo>
                    <a:lnTo>
                      <a:pt x="2412" y="765"/>
                    </a:lnTo>
                    <a:lnTo>
                      <a:pt x="2269" y="669"/>
                    </a:lnTo>
                    <a:lnTo>
                      <a:pt x="2125" y="586"/>
                    </a:lnTo>
                    <a:lnTo>
                      <a:pt x="1970" y="490"/>
                    </a:lnTo>
                    <a:lnTo>
                      <a:pt x="1815" y="419"/>
                    </a:lnTo>
                    <a:lnTo>
                      <a:pt x="1648" y="335"/>
                    </a:lnTo>
                    <a:lnTo>
                      <a:pt x="1481" y="275"/>
                    </a:lnTo>
                    <a:lnTo>
                      <a:pt x="1302" y="216"/>
                    </a:lnTo>
                    <a:lnTo>
                      <a:pt x="1122" y="156"/>
                    </a:lnTo>
                    <a:lnTo>
                      <a:pt x="943" y="108"/>
                    </a:lnTo>
                    <a:lnTo>
                      <a:pt x="764" y="72"/>
                    </a:lnTo>
                    <a:lnTo>
                      <a:pt x="573" y="49"/>
                    </a:lnTo>
                    <a:lnTo>
                      <a:pt x="394" y="25"/>
                    </a:lnTo>
                    <a:lnTo>
                      <a:pt x="203" y="13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" name="Google Shape;223;p9"/>
              <p:cNvSpPr/>
              <p:nvPr/>
            </p:nvSpPr>
            <p:spPr>
              <a:xfrm>
                <a:off x="5431181" y="-48197"/>
                <a:ext cx="118361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439" extrusionOk="0">
                    <a:moveTo>
                      <a:pt x="3248" y="0"/>
                    </a:moveTo>
                    <a:lnTo>
                      <a:pt x="2986" y="12"/>
                    </a:lnTo>
                    <a:lnTo>
                      <a:pt x="2735" y="36"/>
                    </a:lnTo>
                    <a:lnTo>
                      <a:pt x="2472" y="72"/>
                    </a:lnTo>
                    <a:lnTo>
                      <a:pt x="2234" y="131"/>
                    </a:lnTo>
                    <a:lnTo>
                      <a:pt x="1983" y="215"/>
                    </a:lnTo>
                    <a:lnTo>
                      <a:pt x="1744" y="310"/>
                    </a:lnTo>
                    <a:lnTo>
                      <a:pt x="1517" y="430"/>
                    </a:lnTo>
                    <a:lnTo>
                      <a:pt x="1302" y="561"/>
                    </a:lnTo>
                    <a:lnTo>
                      <a:pt x="1087" y="716"/>
                    </a:lnTo>
                    <a:lnTo>
                      <a:pt x="884" y="884"/>
                    </a:lnTo>
                    <a:lnTo>
                      <a:pt x="705" y="1063"/>
                    </a:lnTo>
                    <a:lnTo>
                      <a:pt x="538" y="1254"/>
                    </a:lnTo>
                    <a:lnTo>
                      <a:pt x="383" y="1457"/>
                    </a:lnTo>
                    <a:lnTo>
                      <a:pt x="240" y="1672"/>
                    </a:lnTo>
                    <a:lnTo>
                      <a:pt x="108" y="1898"/>
                    </a:lnTo>
                    <a:lnTo>
                      <a:pt x="1" y="2125"/>
                    </a:lnTo>
                    <a:lnTo>
                      <a:pt x="3189" y="3439"/>
                    </a:lnTo>
                    <a:lnTo>
                      <a:pt x="324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" name="Google Shape;224;p9"/>
              <p:cNvSpPr/>
              <p:nvPr/>
            </p:nvSpPr>
            <p:spPr>
              <a:xfrm>
                <a:off x="5289397" y="-152167"/>
                <a:ext cx="1115268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30614" h="61" extrusionOk="0">
                    <a:moveTo>
                      <a:pt x="24" y="0"/>
                    </a:moveTo>
                    <a:lnTo>
                      <a:pt x="1" y="12"/>
                    </a:lnTo>
                    <a:lnTo>
                      <a:pt x="1" y="24"/>
                    </a:lnTo>
                    <a:lnTo>
                      <a:pt x="1" y="48"/>
                    </a:lnTo>
                    <a:lnTo>
                      <a:pt x="24" y="60"/>
                    </a:lnTo>
                    <a:lnTo>
                      <a:pt x="30578" y="60"/>
                    </a:lnTo>
                    <a:lnTo>
                      <a:pt x="30602" y="48"/>
                    </a:lnTo>
                    <a:lnTo>
                      <a:pt x="30614" y="24"/>
                    </a:lnTo>
                    <a:lnTo>
                      <a:pt x="30602" y="12"/>
                    </a:lnTo>
                    <a:lnTo>
                      <a:pt x="3057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" name="Google Shape;225;p9"/>
              <p:cNvSpPr/>
              <p:nvPr/>
            </p:nvSpPr>
            <p:spPr>
              <a:xfrm>
                <a:off x="5424660" y="70527"/>
                <a:ext cx="50929" cy="101822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2795" extrusionOk="0">
                    <a:moveTo>
                      <a:pt x="1183" y="0"/>
                    </a:moveTo>
                    <a:lnTo>
                      <a:pt x="1171" y="12"/>
                    </a:lnTo>
                    <a:lnTo>
                      <a:pt x="1230" y="192"/>
                    </a:lnTo>
                    <a:lnTo>
                      <a:pt x="1278" y="383"/>
                    </a:lnTo>
                    <a:lnTo>
                      <a:pt x="1314" y="562"/>
                    </a:lnTo>
                    <a:lnTo>
                      <a:pt x="1338" y="741"/>
                    </a:lnTo>
                    <a:lnTo>
                      <a:pt x="1362" y="932"/>
                    </a:lnTo>
                    <a:lnTo>
                      <a:pt x="1350" y="1123"/>
                    </a:lnTo>
                    <a:lnTo>
                      <a:pt x="1338" y="1302"/>
                    </a:lnTo>
                    <a:lnTo>
                      <a:pt x="1314" y="1493"/>
                    </a:lnTo>
                    <a:lnTo>
                      <a:pt x="1266" y="1636"/>
                    </a:lnTo>
                    <a:lnTo>
                      <a:pt x="1219" y="1791"/>
                    </a:lnTo>
                    <a:lnTo>
                      <a:pt x="1147" y="1935"/>
                    </a:lnTo>
                    <a:lnTo>
                      <a:pt x="1075" y="2066"/>
                    </a:lnTo>
                    <a:lnTo>
                      <a:pt x="980" y="2197"/>
                    </a:lnTo>
                    <a:lnTo>
                      <a:pt x="884" y="2317"/>
                    </a:lnTo>
                    <a:lnTo>
                      <a:pt x="765" y="2424"/>
                    </a:lnTo>
                    <a:lnTo>
                      <a:pt x="645" y="2520"/>
                    </a:lnTo>
                    <a:lnTo>
                      <a:pt x="502" y="2603"/>
                    </a:lnTo>
                    <a:lnTo>
                      <a:pt x="347" y="2675"/>
                    </a:lnTo>
                    <a:lnTo>
                      <a:pt x="180" y="2723"/>
                    </a:lnTo>
                    <a:lnTo>
                      <a:pt x="13" y="2759"/>
                    </a:lnTo>
                    <a:lnTo>
                      <a:pt x="1" y="2759"/>
                    </a:lnTo>
                    <a:lnTo>
                      <a:pt x="1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168" y="2770"/>
                    </a:lnTo>
                    <a:lnTo>
                      <a:pt x="311" y="2723"/>
                    </a:lnTo>
                    <a:lnTo>
                      <a:pt x="454" y="2675"/>
                    </a:lnTo>
                    <a:lnTo>
                      <a:pt x="586" y="2603"/>
                    </a:lnTo>
                    <a:lnTo>
                      <a:pt x="705" y="2520"/>
                    </a:lnTo>
                    <a:lnTo>
                      <a:pt x="825" y="2424"/>
                    </a:lnTo>
                    <a:lnTo>
                      <a:pt x="932" y="2317"/>
                    </a:lnTo>
                    <a:lnTo>
                      <a:pt x="1028" y="2197"/>
                    </a:lnTo>
                    <a:lnTo>
                      <a:pt x="1123" y="2054"/>
                    </a:lnTo>
                    <a:lnTo>
                      <a:pt x="1207" y="1899"/>
                    </a:lnTo>
                    <a:lnTo>
                      <a:pt x="1278" y="1732"/>
                    </a:lnTo>
                    <a:lnTo>
                      <a:pt x="1326" y="1565"/>
                    </a:lnTo>
                    <a:lnTo>
                      <a:pt x="1362" y="1385"/>
                    </a:lnTo>
                    <a:lnTo>
                      <a:pt x="1386" y="1218"/>
                    </a:lnTo>
                    <a:lnTo>
                      <a:pt x="1398" y="1039"/>
                    </a:lnTo>
                    <a:lnTo>
                      <a:pt x="1386" y="860"/>
                    </a:lnTo>
                    <a:lnTo>
                      <a:pt x="1362" y="645"/>
                    </a:lnTo>
                    <a:lnTo>
                      <a:pt x="1326" y="430"/>
                    </a:lnTo>
                    <a:lnTo>
                      <a:pt x="1278" y="215"/>
                    </a:lnTo>
                    <a:lnTo>
                      <a:pt x="1207" y="12"/>
                    </a:lnTo>
                    <a:lnTo>
                      <a:pt x="120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5459888" y="121856"/>
                <a:ext cx="153589" cy="102259"/>
              </a:xfrm>
              <a:custGeom>
                <a:avLst/>
                <a:gdLst/>
                <a:ahLst/>
                <a:cxnLst/>
                <a:rect l="l" t="t" r="r" b="b"/>
                <a:pathLst>
                  <a:path w="4216" h="2807" extrusionOk="0">
                    <a:moveTo>
                      <a:pt x="4072" y="0"/>
                    </a:moveTo>
                    <a:lnTo>
                      <a:pt x="3941" y="24"/>
                    </a:lnTo>
                    <a:lnTo>
                      <a:pt x="3833" y="60"/>
                    </a:lnTo>
                    <a:lnTo>
                      <a:pt x="3714" y="108"/>
                    </a:lnTo>
                    <a:lnTo>
                      <a:pt x="3607" y="168"/>
                    </a:lnTo>
                    <a:lnTo>
                      <a:pt x="3511" y="239"/>
                    </a:lnTo>
                    <a:lnTo>
                      <a:pt x="3416" y="311"/>
                    </a:lnTo>
                    <a:lnTo>
                      <a:pt x="3320" y="394"/>
                    </a:lnTo>
                    <a:lnTo>
                      <a:pt x="3236" y="490"/>
                    </a:lnTo>
                    <a:lnTo>
                      <a:pt x="3153" y="585"/>
                    </a:lnTo>
                    <a:lnTo>
                      <a:pt x="2998" y="788"/>
                    </a:lnTo>
                    <a:lnTo>
                      <a:pt x="2866" y="1003"/>
                    </a:lnTo>
                    <a:lnTo>
                      <a:pt x="2747" y="1218"/>
                    </a:lnTo>
                    <a:lnTo>
                      <a:pt x="2616" y="1457"/>
                    </a:lnTo>
                    <a:lnTo>
                      <a:pt x="2484" y="1684"/>
                    </a:lnTo>
                    <a:lnTo>
                      <a:pt x="2329" y="1911"/>
                    </a:lnTo>
                    <a:lnTo>
                      <a:pt x="2245" y="2018"/>
                    </a:lnTo>
                    <a:lnTo>
                      <a:pt x="2150" y="2126"/>
                    </a:lnTo>
                    <a:lnTo>
                      <a:pt x="2054" y="2221"/>
                    </a:lnTo>
                    <a:lnTo>
                      <a:pt x="1959" y="2305"/>
                    </a:lnTo>
                    <a:lnTo>
                      <a:pt x="1840" y="2376"/>
                    </a:lnTo>
                    <a:lnTo>
                      <a:pt x="1732" y="2448"/>
                    </a:lnTo>
                    <a:lnTo>
                      <a:pt x="1613" y="2508"/>
                    </a:lnTo>
                    <a:lnTo>
                      <a:pt x="1493" y="2567"/>
                    </a:lnTo>
                    <a:lnTo>
                      <a:pt x="1362" y="2603"/>
                    </a:lnTo>
                    <a:lnTo>
                      <a:pt x="1231" y="2651"/>
                    </a:lnTo>
                    <a:lnTo>
                      <a:pt x="1087" y="2675"/>
                    </a:lnTo>
                    <a:lnTo>
                      <a:pt x="932" y="2711"/>
                    </a:lnTo>
                    <a:lnTo>
                      <a:pt x="634" y="2746"/>
                    </a:lnTo>
                    <a:lnTo>
                      <a:pt x="323" y="2758"/>
                    </a:lnTo>
                    <a:lnTo>
                      <a:pt x="25" y="2770"/>
                    </a:lnTo>
                    <a:lnTo>
                      <a:pt x="13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25" y="2806"/>
                    </a:lnTo>
                    <a:lnTo>
                      <a:pt x="275" y="2794"/>
                    </a:lnTo>
                    <a:lnTo>
                      <a:pt x="538" y="2782"/>
                    </a:lnTo>
                    <a:lnTo>
                      <a:pt x="801" y="2758"/>
                    </a:lnTo>
                    <a:lnTo>
                      <a:pt x="1052" y="2723"/>
                    </a:lnTo>
                    <a:lnTo>
                      <a:pt x="1314" y="2663"/>
                    </a:lnTo>
                    <a:lnTo>
                      <a:pt x="1434" y="2627"/>
                    </a:lnTo>
                    <a:lnTo>
                      <a:pt x="1553" y="2579"/>
                    </a:lnTo>
                    <a:lnTo>
                      <a:pt x="1672" y="2520"/>
                    </a:lnTo>
                    <a:lnTo>
                      <a:pt x="1780" y="2460"/>
                    </a:lnTo>
                    <a:lnTo>
                      <a:pt x="1899" y="2388"/>
                    </a:lnTo>
                    <a:lnTo>
                      <a:pt x="1995" y="2317"/>
                    </a:lnTo>
                    <a:lnTo>
                      <a:pt x="2102" y="2233"/>
                    </a:lnTo>
                    <a:lnTo>
                      <a:pt x="2198" y="2138"/>
                    </a:lnTo>
                    <a:lnTo>
                      <a:pt x="2281" y="2030"/>
                    </a:lnTo>
                    <a:lnTo>
                      <a:pt x="2365" y="1923"/>
                    </a:lnTo>
                    <a:lnTo>
                      <a:pt x="2508" y="1708"/>
                    </a:lnTo>
                    <a:lnTo>
                      <a:pt x="2639" y="1481"/>
                    </a:lnTo>
                    <a:lnTo>
                      <a:pt x="2902" y="1015"/>
                    </a:lnTo>
                    <a:lnTo>
                      <a:pt x="3045" y="788"/>
                    </a:lnTo>
                    <a:lnTo>
                      <a:pt x="3117" y="681"/>
                    </a:lnTo>
                    <a:lnTo>
                      <a:pt x="3201" y="573"/>
                    </a:lnTo>
                    <a:lnTo>
                      <a:pt x="3308" y="466"/>
                    </a:lnTo>
                    <a:lnTo>
                      <a:pt x="3416" y="370"/>
                    </a:lnTo>
                    <a:lnTo>
                      <a:pt x="3523" y="275"/>
                    </a:lnTo>
                    <a:lnTo>
                      <a:pt x="3642" y="191"/>
                    </a:lnTo>
                    <a:lnTo>
                      <a:pt x="3774" y="132"/>
                    </a:lnTo>
                    <a:lnTo>
                      <a:pt x="3905" y="72"/>
                    </a:lnTo>
                    <a:lnTo>
                      <a:pt x="4048" y="48"/>
                    </a:lnTo>
                    <a:lnTo>
                      <a:pt x="4204" y="36"/>
                    </a:lnTo>
                    <a:lnTo>
                      <a:pt x="4215" y="24"/>
                    </a:lnTo>
                    <a:lnTo>
                      <a:pt x="4215" y="12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5581235" y="128814"/>
                <a:ext cx="136613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3750" h="2640" extrusionOk="0">
                    <a:moveTo>
                      <a:pt x="2592" y="0"/>
                    </a:moveTo>
                    <a:lnTo>
                      <a:pt x="2592" y="12"/>
                    </a:lnTo>
                    <a:lnTo>
                      <a:pt x="2508" y="215"/>
                    </a:lnTo>
                    <a:lnTo>
                      <a:pt x="2413" y="418"/>
                    </a:lnTo>
                    <a:lnTo>
                      <a:pt x="2293" y="597"/>
                    </a:lnTo>
                    <a:lnTo>
                      <a:pt x="2150" y="765"/>
                    </a:lnTo>
                    <a:lnTo>
                      <a:pt x="1983" y="908"/>
                    </a:lnTo>
                    <a:lnTo>
                      <a:pt x="1804" y="1039"/>
                    </a:lnTo>
                    <a:lnTo>
                      <a:pt x="1625" y="1135"/>
                    </a:lnTo>
                    <a:lnTo>
                      <a:pt x="1422" y="1230"/>
                    </a:lnTo>
                    <a:lnTo>
                      <a:pt x="1064" y="1350"/>
                    </a:lnTo>
                    <a:lnTo>
                      <a:pt x="873" y="1409"/>
                    </a:lnTo>
                    <a:lnTo>
                      <a:pt x="693" y="1481"/>
                    </a:lnTo>
                    <a:lnTo>
                      <a:pt x="514" y="1564"/>
                    </a:lnTo>
                    <a:lnTo>
                      <a:pt x="359" y="1660"/>
                    </a:lnTo>
                    <a:lnTo>
                      <a:pt x="288" y="1720"/>
                    </a:lnTo>
                    <a:lnTo>
                      <a:pt x="216" y="1791"/>
                    </a:lnTo>
                    <a:lnTo>
                      <a:pt x="156" y="1863"/>
                    </a:lnTo>
                    <a:lnTo>
                      <a:pt x="96" y="1935"/>
                    </a:lnTo>
                    <a:lnTo>
                      <a:pt x="49" y="2018"/>
                    </a:lnTo>
                    <a:lnTo>
                      <a:pt x="25" y="2102"/>
                    </a:lnTo>
                    <a:lnTo>
                      <a:pt x="1" y="2197"/>
                    </a:lnTo>
                    <a:lnTo>
                      <a:pt x="1" y="2281"/>
                    </a:lnTo>
                    <a:lnTo>
                      <a:pt x="13" y="2364"/>
                    </a:lnTo>
                    <a:lnTo>
                      <a:pt x="49" y="2448"/>
                    </a:lnTo>
                    <a:lnTo>
                      <a:pt x="96" y="2520"/>
                    </a:lnTo>
                    <a:lnTo>
                      <a:pt x="180" y="2567"/>
                    </a:lnTo>
                    <a:lnTo>
                      <a:pt x="264" y="2603"/>
                    </a:lnTo>
                    <a:lnTo>
                      <a:pt x="359" y="2627"/>
                    </a:lnTo>
                    <a:lnTo>
                      <a:pt x="455" y="2639"/>
                    </a:lnTo>
                    <a:lnTo>
                      <a:pt x="801" y="2639"/>
                    </a:lnTo>
                    <a:lnTo>
                      <a:pt x="1040" y="2627"/>
                    </a:lnTo>
                    <a:lnTo>
                      <a:pt x="1267" y="2591"/>
                    </a:lnTo>
                    <a:lnTo>
                      <a:pt x="1493" y="2532"/>
                    </a:lnTo>
                    <a:lnTo>
                      <a:pt x="1720" y="2472"/>
                    </a:lnTo>
                    <a:lnTo>
                      <a:pt x="1923" y="2388"/>
                    </a:lnTo>
                    <a:lnTo>
                      <a:pt x="2138" y="2281"/>
                    </a:lnTo>
                    <a:lnTo>
                      <a:pt x="2341" y="2173"/>
                    </a:lnTo>
                    <a:lnTo>
                      <a:pt x="2532" y="2042"/>
                    </a:lnTo>
                    <a:lnTo>
                      <a:pt x="2711" y="1899"/>
                    </a:lnTo>
                    <a:lnTo>
                      <a:pt x="2890" y="1732"/>
                    </a:lnTo>
                    <a:lnTo>
                      <a:pt x="3069" y="1553"/>
                    </a:lnTo>
                    <a:lnTo>
                      <a:pt x="3225" y="1362"/>
                    </a:lnTo>
                    <a:lnTo>
                      <a:pt x="3356" y="1159"/>
                    </a:lnTo>
                    <a:lnTo>
                      <a:pt x="3487" y="956"/>
                    </a:lnTo>
                    <a:lnTo>
                      <a:pt x="3595" y="729"/>
                    </a:lnTo>
                    <a:lnTo>
                      <a:pt x="3678" y="502"/>
                    </a:lnTo>
                    <a:lnTo>
                      <a:pt x="3750" y="263"/>
                    </a:lnTo>
                    <a:lnTo>
                      <a:pt x="3750" y="251"/>
                    </a:lnTo>
                    <a:lnTo>
                      <a:pt x="3738" y="239"/>
                    </a:lnTo>
                    <a:lnTo>
                      <a:pt x="3726" y="239"/>
                    </a:lnTo>
                    <a:lnTo>
                      <a:pt x="3714" y="251"/>
                    </a:lnTo>
                    <a:lnTo>
                      <a:pt x="3654" y="466"/>
                    </a:lnTo>
                    <a:lnTo>
                      <a:pt x="3583" y="657"/>
                    </a:lnTo>
                    <a:lnTo>
                      <a:pt x="3487" y="860"/>
                    </a:lnTo>
                    <a:lnTo>
                      <a:pt x="3392" y="1051"/>
                    </a:lnTo>
                    <a:lnTo>
                      <a:pt x="3272" y="1230"/>
                    </a:lnTo>
                    <a:lnTo>
                      <a:pt x="3141" y="1409"/>
                    </a:lnTo>
                    <a:lnTo>
                      <a:pt x="3010" y="1564"/>
                    </a:lnTo>
                    <a:lnTo>
                      <a:pt x="2855" y="1732"/>
                    </a:lnTo>
                    <a:lnTo>
                      <a:pt x="2687" y="1875"/>
                    </a:lnTo>
                    <a:lnTo>
                      <a:pt x="2508" y="2018"/>
                    </a:lnTo>
                    <a:lnTo>
                      <a:pt x="2317" y="2138"/>
                    </a:lnTo>
                    <a:lnTo>
                      <a:pt x="2126" y="2245"/>
                    </a:lnTo>
                    <a:lnTo>
                      <a:pt x="1923" y="2352"/>
                    </a:lnTo>
                    <a:lnTo>
                      <a:pt x="1708" y="2424"/>
                    </a:lnTo>
                    <a:lnTo>
                      <a:pt x="1493" y="2496"/>
                    </a:lnTo>
                    <a:lnTo>
                      <a:pt x="1279" y="2544"/>
                    </a:lnTo>
                    <a:lnTo>
                      <a:pt x="1040" y="2591"/>
                    </a:lnTo>
                    <a:lnTo>
                      <a:pt x="801" y="2603"/>
                    </a:lnTo>
                    <a:lnTo>
                      <a:pt x="574" y="2615"/>
                    </a:lnTo>
                    <a:lnTo>
                      <a:pt x="467" y="2603"/>
                    </a:lnTo>
                    <a:lnTo>
                      <a:pt x="359" y="2591"/>
                    </a:lnTo>
                    <a:lnTo>
                      <a:pt x="252" y="2567"/>
                    </a:lnTo>
                    <a:lnTo>
                      <a:pt x="156" y="2508"/>
                    </a:lnTo>
                    <a:lnTo>
                      <a:pt x="120" y="2484"/>
                    </a:lnTo>
                    <a:lnTo>
                      <a:pt x="85" y="2436"/>
                    </a:lnTo>
                    <a:lnTo>
                      <a:pt x="61" y="2388"/>
                    </a:lnTo>
                    <a:lnTo>
                      <a:pt x="37" y="2341"/>
                    </a:lnTo>
                    <a:lnTo>
                      <a:pt x="37" y="2293"/>
                    </a:lnTo>
                    <a:lnTo>
                      <a:pt x="37" y="2233"/>
                    </a:lnTo>
                    <a:lnTo>
                      <a:pt x="49" y="2138"/>
                    </a:lnTo>
                    <a:lnTo>
                      <a:pt x="85" y="2030"/>
                    </a:lnTo>
                    <a:lnTo>
                      <a:pt x="132" y="1947"/>
                    </a:lnTo>
                    <a:lnTo>
                      <a:pt x="192" y="1863"/>
                    </a:lnTo>
                    <a:lnTo>
                      <a:pt x="252" y="1791"/>
                    </a:lnTo>
                    <a:lnTo>
                      <a:pt x="323" y="1732"/>
                    </a:lnTo>
                    <a:lnTo>
                      <a:pt x="407" y="1672"/>
                    </a:lnTo>
                    <a:lnTo>
                      <a:pt x="562" y="1576"/>
                    </a:lnTo>
                    <a:lnTo>
                      <a:pt x="741" y="1493"/>
                    </a:lnTo>
                    <a:lnTo>
                      <a:pt x="920" y="1433"/>
                    </a:lnTo>
                    <a:lnTo>
                      <a:pt x="1099" y="1373"/>
                    </a:lnTo>
                    <a:lnTo>
                      <a:pt x="1290" y="1314"/>
                    </a:lnTo>
                    <a:lnTo>
                      <a:pt x="1458" y="1242"/>
                    </a:lnTo>
                    <a:lnTo>
                      <a:pt x="1661" y="1159"/>
                    </a:lnTo>
                    <a:lnTo>
                      <a:pt x="1840" y="1051"/>
                    </a:lnTo>
                    <a:lnTo>
                      <a:pt x="2019" y="932"/>
                    </a:lnTo>
                    <a:lnTo>
                      <a:pt x="2174" y="788"/>
                    </a:lnTo>
                    <a:lnTo>
                      <a:pt x="2317" y="621"/>
                    </a:lnTo>
                    <a:lnTo>
                      <a:pt x="2449" y="430"/>
                    </a:lnTo>
                    <a:lnTo>
                      <a:pt x="2544" y="227"/>
                    </a:lnTo>
                    <a:lnTo>
                      <a:pt x="2616" y="24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" name="Google Shape;228;p9"/>
              <p:cNvSpPr/>
              <p:nvPr/>
            </p:nvSpPr>
            <p:spPr>
              <a:xfrm>
                <a:off x="5492529" y="155772"/>
                <a:ext cx="26120" cy="26995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1" extrusionOk="0">
                    <a:moveTo>
                      <a:pt x="406" y="36"/>
                    </a:moveTo>
                    <a:lnTo>
                      <a:pt x="454" y="48"/>
                    </a:lnTo>
                    <a:lnTo>
                      <a:pt x="502" y="72"/>
                    </a:lnTo>
                    <a:lnTo>
                      <a:pt x="561" y="96"/>
                    </a:lnTo>
                    <a:lnTo>
                      <a:pt x="621" y="168"/>
                    </a:lnTo>
                    <a:lnTo>
                      <a:pt x="657" y="251"/>
                    </a:lnTo>
                    <a:lnTo>
                      <a:pt x="681" y="335"/>
                    </a:lnTo>
                    <a:lnTo>
                      <a:pt x="681" y="430"/>
                    </a:lnTo>
                    <a:lnTo>
                      <a:pt x="669" y="478"/>
                    </a:lnTo>
                    <a:lnTo>
                      <a:pt x="645" y="526"/>
                    </a:lnTo>
                    <a:lnTo>
                      <a:pt x="609" y="574"/>
                    </a:lnTo>
                    <a:lnTo>
                      <a:pt x="573" y="610"/>
                    </a:lnTo>
                    <a:lnTo>
                      <a:pt x="490" y="669"/>
                    </a:lnTo>
                    <a:lnTo>
                      <a:pt x="442" y="693"/>
                    </a:lnTo>
                    <a:lnTo>
                      <a:pt x="394" y="705"/>
                    </a:lnTo>
                    <a:lnTo>
                      <a:pt x="287" y="705"/>
                    </a:lnTo>
                    <a:lnTo>
                      <a:pt x="239" y="693"/>
                    </a:lnTo>
                    <a:lnTo>
                      <a:pt x="191" y="669"/>
                    </a:lnTo>
                    <a:lnTo>
                      <a:pt x="156" y="645"/>
                    </a:lnTo>
                    <a:lnTo>
                      <a:pt x="120" y="610"/>
                    </a:lnTo>
                    <a:lnTo>
                      <a:pt x="84" y="562"/>
                    </a:lnTo>
                    <a:lnTo>
                      <a:pt x="60" y="526"/>
                    </a:lnTo>
                    <a:lnTo>
                      <a:pt x="48" y="466"/>
                    </a:lnTo>
                    <a:lnTo>
                      <a:pt x="36" y="419"/>
                    </a:lnTo>
                    <a:lnTo>
                      <a:pt x="36" y="359"/>
                    </a:lnTo>
                    <a:lnTo>
                      <a:pt x="36" y="299"/>
                    </a:lnTo>
                    <a:lnTo>
                      <a:pt x="48" y="251"/>
                    </a:lnTo>
                    <a:lnTo>
                      <a:pt x="72" y="204"/>
                    </a:lnTo>
                    <a:lnTo>
                      <a:pt x="108" y="156"/>
                    </a:lnTo>
                    <a:lnTo>
                      <a:pt x="144" y="120"/>
                    </a:lnTo>
                    <a:lnTo>
                      <a:pt x="239" y="72"/>
                    </a:lnTo>
                    <a:lnTo>
                      <a:pt x="299" y="48"/>
                    </a:lnTo>
                    <a:lnTo>
                      <a:pt x="347" y="36"/>
                    </a:lnTo>
                    <a:close/>
                    <a:moveTo>
                      <a:pt x="335" y="1"/>
                    </a:moveTo>
                    <a:lnTo>
                      <a:pt x="263" y="25"/>
                    </a:lnTo>
                    <a:lnTo>
                      <a:pt x="191" y="48"/>
                    </a:lnTo>
                    <a:lnTo>
                      <a:pt x="134" y="87"/>
                    </a:lnTo>
                    <a:lnTo>
                      <a:pt x="132" y="84"/>
                    </a:lnTo>
                    <a:lnTo>
                      <a:pt x="120" y="96"/>
                    </a:lnTo>
                    <a:lnTo>
                      <a:pt x="84" y="132"/>
                    </a:lnTo>
                    <a:lnTo>
                      <a:pt x="48" y="180"/>
                    </a:lnTo>
                    <a:lnTo>
                      <a:pt x="24" y="227"/>
                    </a:lnTo>
                    <a:lnTo>
                      <a:pt x="12" y="275"/>
                    </a:lnTo>
                    <a:lnTo>
                      <a:pt x="0" y="335"/>
                    </a:lnTo>
                    <a:lnTo>
                      <a:pt x="0" y="383"/>
                    </a:lnTo>
                    <a:lnTo>
                      <a:pt x="12" y="490"/>
                    </a:lnTo>
                    <a:lnTo>
                      <a:pt x="36" y="550"/>
                    </a:lnTo>
                    <a:lnTo>
                      <a:pt x="60" y="598"/>
                    </a:lnTo>
                    <a:lnTo>
                      <a:pt x="96" y="633"/>
                    </a:lnTo>
                    <a:lnTo>
                      <a:pt x="132" y="669"/>
                    </a:lnTo>
                    <a:lnTo>
                      <a:pt x="179" y="705"/>
                    </a:lnTo>
                    <a:lnTo>
                      <a:pt x="227" y="729"/>
                    </a:lnTo>
                    <a:lnTo>
                      <a:pt x="275" y="741"/>
                    </a:lnTo>
                    <a:lnTo>
                      <a:pt x="394" y="741"/>
                    </a:lnTo>
                    <a:lnTo>
                      <a:pt x="454" y="717"/>
                    </a:lnTo>
                    <a:lnTo>
                      <a:pt x="502" y="705"/>
                    </a:lnTo>
                    <a:lnTo>
                      <a:pt x="550" y="669"/>
                    </a:lnTo>
                    <a:lnTo>
                      <a:pt x="597" y="633"/>
                    </a:lnTo>
                    <a:lnTo>
                      <a:pt x="633" y="598"/>
                    </a:lnTo>
                    <a:lnTo>
                      <a:pt x="669" y="550"/>
                    </a:lnTo>
                    <a:lnTo>
                      <a:pt x="693" y="490"/>
                    </a:lnTo>
                    <a:lnTo>
                      <a:pt x="717" y="442"/>
                    </a:lnTo>
                    <a:lnTo>
                      <a:pt x="717" y="395"/>
                    </a:lnTo>
                    <a:lnTo>
                      <a:pt x="717" y="347"/>
                    </a:lnTo>
                    <a:lnTo>
                      <a:pt x="705" y="287"/>
                    </a:lnTo>
                    <a:lnTo>
                      <a:pt x="669" y="192"/>
                    </a:lnTo>
                    <a:lnTo>
                      <a:pt x="609" y="108"/>
                    </a:lnTo>
                    <a:lnTo>
                      <a:pt x="573" y="72"/>
                    </a:lnTo>
                    <a:lnTo>
                      <a:pt x="526" y="36"/>
                    </a:lnTo>
                    <a:lnTo>
                      <a:pt x="466" y="13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5334643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5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5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66" y="645"/>
                    </a:lnTo>
                    <a:lnTo>
                      <a:pt x="526" y="609"/>
                    </a:lnTo>
                    <a:lnTo>
                      <a:pt x="573" y="573"/>
                    </a:lnTo>
                    <a:lnTo>
                      <a:pt x="621" y="525"/>
                    </a:lnTo>
                    <a:lnTo>
                      <a:pt x="645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45" y="203"/>
                    </a:lnTo>
                    <a:lnTo>
                      <a:pt x="621" y="143"/>
                    </a:lnTo>
                    <a:lnTo>
                      <a:pt x="573" y="96"/>
                    </a:lnTo>
                    <a:lnTo>
                      <a:pt x="526" y="48"/>
                    </a:lnTo>
                    <a:lnTo>
                      <a:pt x="466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" name="Google Shape;230;p9"/>
              <p:cNvSpPr/>
              <p:nvPr/>
            </p:nvSpPr>
            <p:spPr>
              <a:xfrm>
                <a:off x="5369870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6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6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" name="Google Shape;231;p9"/>
              <p:cNvSpPr/>
              <p:nvPr/>
            </p:nvSpPr>
            <p:spPr>
              <a:xfrm>
                <a:off x="5405098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15" y="24"/>
                    </a:lnTo>
                    <a:lnTo>
                      <a:pt x="156" y="48"/>
                    </a:lnTo>
                    <a:lnTo>
                      <a:pt x="108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108" y="573"/>
                    </a:lnTo>
                    <a:lnTo>
                      <a:pt x="156" y="609"/>
                    </a:lnTo>
                    <a:lnTo>
                      <a:pt x="215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2" name="Google Shape;232;p9"/>
            <p:cNvGrpSpPr/>
            <p:nvPr/>
          </p:nvGrpSpPr>
          <p:grpSpPr>
            <a:xfrm>
              <a:off x="8466294" y="3771366"/>
              <a:ext cx="618903" cy="828066"/>
              <a:chOff x="150500" y="3822988"/>
              <a:chExt cx="569630" cy="762141"/>
            </a:xfrm>
          </p:grpSpPr>
          <p:sp>
            <p:nvSpPr>
              <p:cNvPr id="233" name="Google Shape;233;p9"/>
              <p:cNvSpPr/>
              <p:nvPr/>
            </p:nvSpPr>
            <p:spPr>
              <a:xfrm>
                <a:off x="461248" y="3822988"/>
                <a:ext cx="258881" cy="404536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6699" extrusionOk="0">
                    <a:moveTo>
                      <a:pt x="3332" y="0"/>
                    </a:moveTo>
                    <a:lnTo>
                      <a:pt x="3224" y="12"/>
                    </a:lnTo>
                    <a:lnTo>
                      <a:pt x="3105" y="24"/>
                    </a:lnTo>
                    <a:lnTo>
                      <a:pt x="2997" y="48"/>
                    </a:lnTo>
                    <a:lnTo>
                      <a:pt x="2890" y="84"/>
                    </a:lnTo>
                    <a:lnTo>
                      <a:pt x="2794" y="131"/>
                    </a:lnTo>
                    <a:lnTo>
                      <a:pt x="2687" y="179"/>
                    </a:lnTo>
                    <a:lnTo>
                      <a:pt x="2591" y="239"/>
                    </a:lnTo>
                    <a:lnTo>
                      <a:pt x="2388" y="382"/>
                    </a:lnTo>
                    <a:lnTo>
                      <a:pt x="2209" y="549"/>
                    </a:lnTo>
                    <a:lnTo>
                      <a:pt x="2030" y="716"/>
                    </a:lnTo>
                    <a:lnTo>
                      <a:pt x="1875" y="907"/>
                    </a:lnTo>
                    <a:lnTo>
                      <a:pt x="1720" y="1099"/>
                    </a:lnTo>
                    <a:lnTo>
                      <a:pt x="1553" y="1325"/>
                    </a:lnTo>
                    <a:lnTo>
                      <a:pt x="1398" y="1564"/>
                    </a:lnTo>
                    <a:lnTo>
                      <a:pt x="1242" y="1803"/>
                    </a:lnTo>
                    <a:lnTo>
                      <a:pt x="1099" y="2042"/>
                    </a:lnTo>
                    <a:lnTo>
                      <a:pt x="956" y="2292"/>
                    </a:lnTo>
                    <a:lnTo>
                      <a:pt x="824" y="2531"/>
                    </a:lnTo>
                    <a:lnTo>
                      <a:pt x="705" y="2782"/>
                    </a:lnTo>
                    <a:lnTo>
                      <a:pt x="598" y="3033"/>
                    </a:lnTo>
                    <a:lnTo>
                      <a:pt x="490" y="3283"/>
                    </a:lnTo>
                    <a:lnTo>
                      <a:pt x="407" y="3546"/>
                    </a:lnTo>
                    <a:lnTo>
                      <a:pt x="323" y="3797"/>
                    </a:lnTo>
                    <a:lnTo>
                      <a:pt x="239" y="4048"/>
                    </a:lnTo>
                    <a:lnTo>
                      <a:pt x="180" y="4310"/>
                    </a:lnTo>
                    <a:lnTo>
                      <a:pt x="120" y="4561"/>
                    </a:lnTo>
                    <a:lnTo>
                      <a:pt x="72" y="4824"/>
                    </a:lnTo>
                    <a:lnTo>
                      <a:pt x="36" y="5074"/>
                    </a:lnTo>
                    <a:lnTo>
                      <a:pt x="13" y="5349"/>
                    </a:lnTo>
                    <a:lnTo>
                      <a:pt x="1" y="5624"/>
                    </a:lnTo>
                    <a:lnTo>
                      <a:pt x="13" y="5767"/>
                    </a:lnTo>
                    <a:lnTo>
                      <a:pt x="24" y="5886"/>
                    </a:lnTo>
                    <a:lnTo>
                      <a:pt x="60" y="6018"/>
                    </a:lnTo>
                    <a:lnTo>
                      <a:pt x="96" y="6137"/>
                    </a:lnTo>
                    <a:lnTo>
                      <a:pt x="144" y="6256"/>
                    </a:lnTo>
                    <a:lnTo>
                      <a:pt x="215" y="6364"/>
                    </a:lnTo>
                    <a:lnTo>
                      <a:pt x="299" y="6459"/>
                    </a:lnTo>
                    <a:lnTo>
                      <a:pt x="395" y="6543"/>
                    </a:lnTo>
                    <a:lnTo>
                      <a:pt x="502" y="6603"/>
                    </a:lnTo>
                    <a:lnTo>
                      <a:pt x="621" y="6662"/>
                    </a:lnTo>
                    <a:lnTo>
                      <a:pt x="753" y="6686"/>
                    </a:lnTo>
                    <a:lnTo>
                      <a:pt x="884" y="6698"/>
                    </a:lnTo>
                    <a:lnTo>
                      <a:pt x="956" y="6686"/>
                    </a:lnTo>
                    <a:lnTo>
                      <a:pt x="1039" y="6662"/>
                    </a:lnTo>
                    <a:lnTo>
                      <a:pt x="1123" y="6615"/>
                    </a:lnTo>
                    <a:lnTo>
                      <a:pt x="1206" y="6567"/>
                    </a:lnTo>
                    <a:lnTo>
                      <a:pt x="1398" y="6424"/>
                    </a:lnTo>
                    <a:lnTo>
                      <a:pt x="1589" y="6244"/>
                    </a:lnTo>
                    <a:lnTo>
                      <a:pt x="1803" y="6030"/>
                    </a:lnTo>
                    <a:lnTo>
                      <a:pt x="2018" y="5779"/>
                    </a:lnTo>
                    <a:lnTo>
                      <a:pt x="2245" y="5504"/>
                    </a:lnTo>
                    <a:lnTo>
                      <a:pt x="2460" y="5206"/>
                    </a:lnTo>
                    <a:lnTo>
                      <a:pt x="2687" y="4895"/>
                    </a:lnTo>
                    <a:lnTo>
                      <a:pt x="2902" y="4573"/>
                    </a:lnTo>
                    <a:lnTo>
                      <a:pt x="3105" y="4239"/>
                    </a:lnTo>
                    <a:lnTo>
                      <a:pt x="3296" y="3904"/>
                    </a:lnTo>
                    <a:lnTo>
                      <a:pt x="3487" y="3570"/>
                    </a:lnTo>
                    <a:lnTo>
                      <a:pt x="3642" y="3248"/>
                    </a:lnTo>
                    <a:lnTo>
                      <a:pt x="3785" y="2937"/>
                    </a:lnTo>
                    <a:lnTo>
                      <a:pt x="3917" y="2651"/>
                    </a:lnTo>
                    <a:lnTo>
                      <a:pt x="4072" y="2221"/>
                    </a:lnTo>
                    <a:lnTo>
                      <a:pt x="4144" y="2006"/>
                    </a:lnTo>
                    <a:lnTo>
                      <a:pt x="4203" y="1791"/>
                    </a:lnTo>
                    <a:lnTo>
                      <a:pt x="4251" y="1576"/>
                    </a:lnTo>
                    <a:lnTo>
                      <a:pt x="4275" y="1373"/>
                    </a:lnTo>
                    <a:lnTo>
                      <a:pt x="4287" y="1158"/>
                    </a:lnTo>
                    <a:lnTo>
                      <a:pt x="4287" y="955"/>
                    </a:lnTo>
                    <a:lnTo>
                      <a:pt x="4263" y="860"/>
                    </a:lnTo>
                    <a:lnTo>
                      <a:pt x="4239" y="764"/>
                    </a:lnTo>
                    <a:lnTo>
                      <a:pt x="4215" y="669"/>
                    </a:lnTo>
                    <a:lnTo>
                      <a:pt x="4167" y="573"/>
                    </a:lnTo>
                    <a:lnTo>
                      <a:pt x="4132" y="490"/>
                    </a:lnTo>
                    <a:lnTo>
                      <a:pt x="4072" y="406"/>
                    </a:lnTo>
                    <a:lnTo>
                      <a:pt x="4012" y="322"/>
                    </a:lnTo>
                    <a:lnTo>
                      <a:pt x="3953" y="263"/>
                    </a:lnTo>
                    <a:lnTo>
                      <a:pt x="3881" y="191"/>
                    </a:lnTo>
                    <a:lnTo>
                      <a:pt x="3797" y="143"/>
                    </a:lnTo>
                    <a:lnTo>
                      <a:pt x="3714" y="96"/>
                    </a:lnTo>
                    <a:lnTo>
                      <a:pt x="3630" y="60"/>
                    </a:lnTo>
                    <a:lnTo>
                      <a:pt x="3535" y="24"/>
                    </a:lnTo>
                    <a:lnTo>
                      <a:pt x="3427" y="12"/>
                    </a:lnTo>
                    <a:lnTo>
                      <a:pt x="3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465596" y="3936877"/>
                <a:ext cx="165884" cy="523499"/>
              </a:xfrm>
              <a:custGeom>
                <a:avLst/>
                <a:gdLst/>
                <a:ahLst/>
                <a:cxnLst/>
                <a:rect l="l" t="t" r="r" b="b"/>
                <a:pathLst>
                  <a:path w="2747" h="8669" extrusionOk="0">
                    <a:moveTo>
                      <a:pt x="2734" y="1"/>
                    </a:moveTo>
                    <a:lnTo>
                      <a:pt x="2722" y="12"/>
                    </a:lnTo>
                    <a:lnTo>
                      <a:pt x="2448" y="454"/>
                    </a:lnTo>
                    <a:lnTo>
                      <a:pt x="2185" y="896"/>
                    </a:lnTo>
                    <a:lnTo>
                      <a:pt x="1934" y="1350"/>
                    </a:lnTo>
                    <a:lnTo>
                      <a:pt x="1696" y="1803"/>
                    </a:lnTo>
                    <a:lnTo>
                      <a:pt x="1469" y="2269"/>
                    </a:lnTo>
                    <a:lnTo>
                      <a:pt x="1254" y="2735"/>
                    </a:lnTo>
                    <a:lnTo>
                      <a:pt x="1051" y="3200"/>
                    </a:lnTo>
                    <a:lnTo>
                      <a:pt x="860" y="3678"/>
                    </a:lnTo>
                    <a:lnTo>
                      <a:pt x="717" y="4084"/>
                    </a:lnTo>
                    <a:lnTo>
                      <a:pt x="573" y="4490"/>
                    </a:lnTo>
                    <a:lnTo>
                      <a:pt x="454" y="4896"/>
                    </a:lnTo>
                    <a:lnTo>
                      <a:pt x="335" y="5314"/>
                    </a:lnTo>
                    <a:lnTo>
                      <a:pt x="239" y="5732"/>
                    </a:lnTo>
                    <a:lnTo>
                      <a:pt x="155" y="6149"/>
                    </a:lnTo>
                    <a:lnTo>
                      <a:pt x="96" y="6567"/>
                    </a:lnTo>
                    <a:lnTo>
                      <a:pt x="36" y="6997"/>
                    </a:lnTo>
                    <a:lnTo>
                      <a:pt x="12" y="7403"/>
                    </a:lnTo>
                    <a:lnTo>
                      <a:pt x="0" y="7821"/>
                    </a:lnTo>
                    <a:lnTo>
                      <a:pt x="12" y="8239"/>
                    </a:lnTo>
                    <a:lnTo>
                      <a:pt x="36" y="8645"/>
                    </a:lnTo>
                    <a:lnTo>
                      <a:pt x="48" y="8657"/>
                    </a:lnTo>
                    <a:lnTo>
                      <a:pt x="60" y="8669"/>
                    </a:lnTo>
                    <a:lnTo>
                      <a:pt x="72" y="8657"/>
                    </a:lnTo>
                    <a:lnTo>
                      <a:pt x="72" y="8645"/>
                    </a:lnTo>
                    <a:lnTo>
                      <a:pt x="48" y="8263"/>
                    </a:lnTo>
                    <a:lnTo>
                      <a:pt x="36" y="7881"/>
                    </a:lnTo>
                    <a:lnTo>
                      <a:pt x="36" y="7499"/>
                    </a:lnTo>
                    <a:lnTo>
                      <a:pt x="72" y="7105"/>
                    </a:lnTo>
                    <a:lnTo>
                      <a:pt x="108" y="6722"/>
                    </a:lnTo>
                    <a:lnTo>
                      <a:pt x="155" y="6340"/>
                    </a:lnTo>
                    <a:lnTo>
                      <a:pt x="227" y="5970"/>
                    </a:lnTo>
                    <a:lnTo>
                      <a:pt x="311" y="5588"/>
                    </a:lnTo>
                    <a:lnTo>
                      <a:pt x="418" y="5146"/>
                    </a:lnTo>
                    <a:lnTo>
                      <a:pt x="549" y="4693"/>
                    </a:lnTo>
                    <a:lnTo>
                      <a:pt x="693" y="4251"/>
                    </a:lnTo>
                    <a:lnTo>
                      <a:pt x="848" y="3821"/>
                    </a:lnTo>
                    <a:lnTo>
                      <a:pt x="1015" y="3379"/>
                    </a:lnTo>
                    <a:lnTo>
                      <a:pt x="1194" y="2962"/>
                    </a:lnTo>
                    <a:lnTo>
                      <a:pt x="1385" y="2532"/>
                    </a:lnTo>
                    <a:lnTo>
                      <a:pt x="1588" y="2114"/>
                    </a:lnTo>
                    <a:lnTo>
                      <a:pt x="1851" y="1577"/>
                    </a:lnTo>
                    <a:lnTo>
                      <a:pt x="2137" y="1051"/>
                    </a:lnTo>
                    <a:lnTo>
                      <a:pt x="2436" y="538"/>
                    </a:lnTo>
                    <a:lnTo>
                      <a:pt x="2746" y="24"/>
                    </a:lnTo>
                    <a:lnTo>
                      <a:pt x="2746" y="12"/>
                    </a:lnTo>
                    <a:lnTo>
                      <a:pt x="274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extrusionOk="0">
                    <a:moveTo>
                      <a:pt x="1827" y="0"/>
                    </a:move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  <a:lnTo>
                      <a:pt x="1995" y="0"/>
                    </a:lnTo>
                    <a:close/>
                  </a:path>
                </a:pathLst>
              </a:custGeom>
              <a:solidFill>
                <a:srgbClr val="B4DDDD">
                  <a:alpha val="6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fill="none" extrusionOk="0">
                    <a:moveTo>
                      <a:pt x="1995" y="0"/>
                    </a:moveTo>
                    <a:lnTo>
                      <a:pt x="1995" y="0"/>
                    </a:lnTo>
                    <a:lnTo>
                      <a:pt x="1827" y="0"/>
                    </a:ln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156297" y="4084703"/>
                <a:ext cx="269691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3177" extrusionOk="0">
                    <a:moveTo>
                      <a:pt x="2281" y="0"/>
                    </a:moveTo>
                    <a:lnTo>
                      <a:pt x="2149" y="24"/>
                    </a:lnTo>
                    <a:lnTo>
                      <a:pt x="2018" y="48"/>
                    </a:lnTo>
                    <a:lnTo>
                      <a:pt x="1899" y="72"/>
                    </a:lnTo>
                    <a:lnTo>
                      <a:pt x="1767" y="108"/>
                    </a:lnTo>
                    <a:lnTo>
                      <a:pt x="1648" y="155"/>
                    </a:lnTo>
                    <a:lnTo>
                      <a:pt x="1528" y="215"/>
                    </a:lnTo>
                    <a:lnTo>
                      <a:pt x="1409" y="263"/>
                    </a:lnTo>
                    <a:lnTo>
                      <a:pt x="1290" y="334"/>
                    </a:lnTo>
                    <a:lnTo>
                      <a:pt x="1075" y="478"/>
                    </a:lnTo>
                    <a:lnTo>
                      <a:pt x="872" y="621"/>
                    </a:lnTo>
                    <a:lnTo>
                      <a:pt x="681" y="788"/>
                    </a:lnTo>
                    <a:lnTo>
                      <a:pt x="502" y="967"/>
                    </a:lnTo>
                    <a:lnTo>
                      <a:pt x="346" y="1158"/>
                    </a:lnTo>
                    <a:lnTo>
                      <a:pt x="275" y="1266"/>
                    </a:lnTo>
                    <a:lnTo>
                      <a:pt x="203" y="1385"/>
                    </a:lnTo>
                    <a:lnTo>
                      <a:pt x="143" y="1493"/>
                    </a:lnTo>
                    <a:lnTo>
                      <a:pt x="96" y="1624"/>
                    </a:lnTo>
                    <a:lnTo>
                      <a:pt x="36" y="1755"/>
                    </a:lnTo>
                    <a:lnTo>
                      <a:pt x="0" y="1899"/>
                    </a:lnTo>
                    <a:lnTo>
                      <a:pt x="36" y="1827"/>
                    </a:lnTo>
                    <a:lnTo>
                      <a:pt x="72" y="1755"/>
                    </a:lnTo>
                    <a:lnTo>
                      <a:pt x="179" y="1636"/>
                    </a:lnTo>
                    <a:lnTo>
                      <a:pt x="299" y="1540"/>
                    </a:lnTo>
                    <a:lnTo>
                      <a:pt x="430" y="1457"/>
                    </a:lnTo>
                    <a:lnTo>
                      <a:pt x="573" y="1385"/>
                    </a:lnTo>
                    <a:lnTo>
                      <a:pt x="728" y="1337"/>
                    </a:lnTo>
                    <a:lnTo>
                      <a:pt x="884" y="1302"/>
                    </a:lnTo>
                    <a:lnTo>
                      <a:pt x="1039" y="1290"/>
                    </a:lnTo>
                    <a:lnTo>
                      <a:pt x="1194" y="1290"/>
                    </a:lnTo>
                    <a:lnTo>
                      <a:pt x="1349" y="1313"/>
                    </a:lnTo>
                    <a:lnTo>
                      <a:pt x="1493" y="1349"/>
                    </a:lnTo>
                    <a:lnTo>
                      <a:pt x="1636" y="1397"/>
                    </a:lnTo>
                    <a:lnTo>
                      <a:pt x="1779" y="1469"/>
                    </a:lnTo>
                    <a:lnTo>
                      <a:pt x="1910" y="1540"/>
                    </a:lnTo>
                    <a:lnTo>
                      <a:pt x="2030" y="1624"/>
                    </a:lnTo>
                    <a:lnTo>
                      <a:pt x="2149" y="1719"/>
                    </a:lnTo>
                    <a:lnTo>
                      <a:pt x="2269" y="1827"/>
                    </a:lnTo>
                    <a:lnTo>
                      <a:pt x="2376" y="1934"/>
                    </a:lnTo>
                    <a:lnTo>
                      <a:pt x="2567" y="2173"/>
                    </a:lnTo>
                    <a:lnTo>
                      <a:pt x="2758" y="2412"/>
                    </a:lnTo>
                    <a:lnTo>
                      <a:pt x="2937" y="2663"/>
                    </a:lnTo>
                    <a:lnTo>
                      <a:pt x="3033" y="2806"/>
                    </a:lnTo>
                    <a:lnTo>
                      <a:pt x="3152" y="2949"/>
                    </a:lnTo>
                    <a:lnTo>
                      <a:pt x="3212" y="3009"/>
                    </a:lnTo>
                    <a:lnTo>
                      <a:pt x="3284" y="3069"/>
                    </a:lnTo>
                    <a:lnTo>
                      <a:pt x="3355" y="3104"/>
                    </a:lnTo>
                    <a:lnTo>
                      <a:pt x="3439" y="3140"/>
                    </a:lnTo>
                    <a:lnTo>
                      <a:pt x="3510" y="3164"/>
                    </a:lnTo>
                    <a:lnTo>
                      <a:pt x="3594" y="3176"/>
                    </a:lnTo>
                    <a:lnTo>
                      <a:pt x="3749" y="3176"/>
                    </a:lnTo>
                    <a:lnTo>
                      <a:pt x="3821" y="3164"/>
                    </a:lnTo>
                    <a:lnTo>
                      <a:pt x="3892" y="3140"/>
                    </a:lnTo>
                    <a:lnTo>
                      <a:pt x="3964" y="3104"/>
                    </a:lnTo>
                    <a:lnTo>
                      <a:pt x="4036" y="3069"/>
                    </a:lnTo>
                    <a:lnTo>
                      <a:pt x="4131" y="2985"/>
                    </a:lnTo>
                    <a:lnTo>
                      <a:pt x="4215" y="2901"/>
                    </a:lnTo>
                    <a:lnTo>
                      <a:pt x="4286" y="2806"/>
                    </a:lnTo>
                    <a:lnTo>
                      <a:pt x="4346" y="2698"/>
                    </a:lnTo>
                    <a:lnTo>
                      <a:pt x="4394" y="2579"/>
                    </a:lnTo>
                    <a:lnTo>
                      <a:pt x="4430" y="2460"/>
                    </a:lnTo>
                    <a:lnTo>
                      <a:pt x="4454" y="2340"/>
                    </a:lnTo>
                    <a:lnTo>
                      <a:pt x="4466" y="2221"/>
                    </a:lnTo>
                    <a:lnTo>
                      <a:pt x="4466" y="2102"/>
                    </a:lnTo>
                    <a:lnTo>
                      <a:pt x="4454" y="1982"/>
                    </a:lnTo>
                    <a:lnTo>
                      <a:pt x="4430" y="1851"/>
                    </a:lnTo>
                    <a:lnTo>
                      <a:pt x="4394" y="1743"/>
                    </a:lnTo>
                    <a:lnTo>
                      <a:pt x="4322" y="1505"/>
                    </a:lnTo>
                    <a:lnTo>
                      <a:pt x="4227" y="1278"/>
                    </a:lnTo>
                    <a:lnTo>
                      <a:pt x="4143" y="1111"/>
                    </a:lnTo>
                    <a:lnTo>
                      <a:pt x="4048" y="955"/>
                    </a:lnTo>
                    <a:lnTo>
                      <a:pt x="3940" y="800"/>
                    </a:lnTo>
                    <a:lnTo>
                      <a:pt x="3833" y="657"/>
                    </a:lnTo>
                    <a:lnTo>
                      <a:pt x="3713" y="525"/>
                    </a:lnTo>
                    <a:lnTo>
                      <a:pt x="3582" y="394"/>
                    </a:lnTo>
                    <a:lnTo>
                      <a:pt x="3439" y="287"/>
                    </a:lnTo>
                    <a:lnTo>
                      <a:pt x="3284" y="191"/>
                    </a:lnTo>
                    <a:lnTo>
                      <a:pt x="3164" y="131"/>
                    </a:lnTo>
                    <a:lnTo>
                      <a:pt x="3045" y="84"/>
                    </a:lnTo>
                    <a:lnTo>
                      <a:pt x="2913" y="48"/>
                    </a:lnTo>
                    <a:lnTo>
                      <a:pt x="2794" y="24"/>
                    </a:lnTo>
                    <a:lnTo>
                      <a:pt x="2663" y="12"/>
                    </a:lnTo>
                    <a:lnTo>
                      <a:pt x="25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283894" y="4115681"/>
                <a:ext cx="184605" cy="227178"/>
              </a:xfrm>
              <a:custGeom>
                <a:avLst/>
                <a:gdLst/>
                <a:ahLst/>
                <a:cxnLst/>
                <a:rect l="l" t="t" r="r" b="b"/>
                <a:pathLst>
                  <a:path w="3057" h="3762" extrusionOk="0">
                    <a:moveTo>
                      <a:pt x="0" y="1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239" y="144"/>
                    </a:lnTo>
                    <a:lnTo>
                      <a:pt x="466" y="263"/>
                    </a:lnTo>
                    <a:lnTo>
                      <a:pt x="681" y="395"/>
                    </a:lnTo>
                    <a:lnTo>
                      <a:pt x="884" y="550"/>
                    </a:lnTo>
                    <a:lnTo>
                      <a:pt x="1087" y="717"/>
                    </a:lnTo>
                    <a:lnTo>
                      <a:pt x="1266" y="884"/>
                    </a:lnTo>
                    <a:lnTo>
                      <a:pt x="1445" y="1075"/>
                    </a:lnTo>
                    <a:lnTo>
                      <a:pt x="1612" y="1266"/>
                    </a:lnTo>
                    <a:lnTo>
                      <a:pt x="1756" y="1457"/>
                    </a:lnTo>
                    <a:lnTo>
                      <a:pt x="1899" y="1660"/>
                    </a:lnTo>
                    <a:lnTo>
                      <a:pt x="2030" y="1863"/>
                    </a:lnTo>
                    <a:lnTo>
                      <a:pt x="2150" y="2066"/>
                    </a:lnTo>
                    <a:lnTo>
                      <a:pt x="2388" y="2484"/>
                    </a:lnTo>
                    <a:lnTo>
                      <a:pt x="2603" y="2914"/>
                    </a:lnTo>
                    <a:lnTo>
                      <a:pt x="2818" y="3332"/>
                    </a:lnTo>
                    <a:lnTo>
                      <a:pt x="3033" y="3750"/>
                    </a:lnTo>
                    <a:lnTo>
                      <a:pt x="3045" y="3761"/>
                    </a:lnTo>
                    <a:lnTo>
                      <a:pt x="3057" y="3761"/>
                    </a:lnTo>
                    <a:lnTo>
                      <a:pt x="3057" y="3750"/>
                    </a:lnTo>
                    <a:lnTo>
                      <a:pt x="3057" y="3738"/>
                    </a:lnTo>
                    <a:lnTo>
                      <a:pt x="2854" y="3332"/>
                    </a:lnTo>
                    <a:lnTo>
                      <a:pt x="2651" y="2938"/>
                    </a:lnTo>
                    <a:lnTo>
                      <a:pt x="2448" y="2532"/>
                    </a:lnTo>
                    <a:lnTo>
                      <a:pt x="2233" y="2138"/>
                    </a:lnTo>
                    <a:lnTo>
                      <a:pt x="2114" y="1923"/>
                    </a:lnTo>
                    <a:lnTo>
                      <a:pt x="1982" y="1720"/>
                    </a:lnTo>
                    <a:lnTo>
                      <a:pt x="1839" y="1517"/>
                    </a:lnTo>
                    <a:lnTo>
                      <a:pt x="1684" y="1314"/>
                    </a:lnTo>
                    <a:lnTo>
                      <a:pt x="1529" y="1123"/>
                    </a:lnTo>
                    <a:lnTo>
                      <a:pt x="1362" y="932"/>
                    </a:lnTo>
                    <a:lnTo>
                      <a:pt x="1194" y="753"/>
                    </a:lnTo>
                    <a:lnTo>
                      <a:pt x="1003" y="598"/>
                    </a:lnTo>
                    <a:lnTo>
                      <a:pt x="777" y="418"/>
                    </a:lnTo>
                    <a:lnTo>
                      <a:pt x="538" y="251"/>
                    </a:lnTo>
                    <a:lnTo>
                      <a:pt x="275" y="12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300500" y="4370210"/>
                <a:ext cx="330259" cy="214919"/>
              </a:xfrm>
              <a:custGeom>
                <a:avLst/>
                <a:gdLst/>
                <a:ahLst/>
                <a:cxnLst/>
                <a:rect l="l" t="t" r="r" b="b"/>
                <a:pathLst>
                  <a:path w="5469" h="3559" extrusionOk="0">
                    <a:moveTo>
                      <a:pt x="0" y="0"/>
                    </a:moveTo>
                    <a:lnTo>
                      <a:pt x="1098" y="3558"/>
                    </a:lnTo>
                    <a:lnTo>
                      <a:pt x="4442" y="3558"/>
                    </a:lnTo>
                    <a:lnTo>
                      <a:pt x="54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284618" y="4370210"/>
                <a:ext cx="359849" cy="51209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848" extrusionOk="0">
                    <a:moveTo>
                      <a:pt x="0" y="0"/>
                    </a:moveTo>
                    <a:lnTo>
                      <a:pt x="0" y="848"/>
                    </a:lnTo>
                    <a:lnTo>
                      <a:pt x="5958" y="848"/>
                    </a:lnTo>
                    <a:lnTo>
                      <a:pt x="59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288241" y="4418519"/>
                <a:ext cx="359064" cy="2174"/>
              </a:xfrm>
              <a:custGeom>
                <a:avLst/>
                <a:gdLst/>
                <a:ahLst/>
                <a:cxnLst/>
                <a:rect l="l" t="t" r="r" b="b"/>
                <a:pathLst>
                  <a:path w="5946" h="36" extrusionOk="0">
                    <a:moveTo>
                      <a:pt x="12" y="0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0" y="36"/>
                    </a:lnTo>
                    <a:lnTo>
                      <a:pt x="5946" y="36"/>
                    </a:lnTo>
                    <a:lnTo>
                      <a:pt x="5946" y="24"/>
                    </a:lnTo>
                    <a:lnTo>
                      <a:pt x="5946" y="12"/>
                    </a:lnTo>
                    <a:lnTo>
                      <a:pt x="5934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42" name="Google Shape;242;p9"/>
            <p:cNvGrpSpPr/>
            <p:nvPr/>
          </p:nvGrpSpPr>
          <p:grpSpPr>
            <a:xfrm flipH="1">
              <a:off x="101100" y="3293930"/>
              <a:ext cx="618900" cy="1305496"/>
              <a:chOff x="-2244625" y="2465880"/>
              <a:chExt cx="618900" cy="1305496"/>
            </a:xfrm>
          </p:grpSpPr>
          <p:sp>
            <p:nvSpPr>
              <p:cNvPr id="243" name="Google Shape;243;p9"/>
              <p:cNvSpPr/>
              <p:nvPr/>
            </p:nvSpPr>
            <p:spPr>
              <a:xfrm>
                <a:off x="-2197797" y="3142830"/>
                <a:ext cx="483826" cy="39301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872" extrusionOk="0">
                    <a:moveTo>
                      <a:pt x="430" y="0"/>
                    </a:moveTo>
                    <a:lnTo>
                      <a:pt x="347" y="12"/>
                    </a:lnTo>
                    <a:lnTo>
                      <a:pt x="263" y="36"/>
                    </a:lnTo>
                    <a:lnTo>
                      <a:pt x="192" y="72"/>
                    </a:lnTo>
                    <a:lnTo>
                      <a:pt x="120" y="132"/>
                    </a:lnTo>
                    <a:lnTo>
                      <a:pt x="72" y="191"/>
                    </a:lnTo>
                    <a:lnTo>
                      <a:pt x="36" y="263"/>
                    </a:lnTo>
                    <a:lnTo>
                      <a:pt x="12" y="347"/>
                    </a:lnTo>
                    <a:lnTo>
                      <a:pt x="1" y="430"/>
                    </a:lnTo>
                    <a:lnTo>
                      <a:pt x="12" y="526"/>
                    </a:lnTo>
                    <a:lnTo>
                      <a:pt x="36" y="609"/>
                    </a:lnTo>
                    <a:lnTo>
                      <a:pt x="72" y="681"/>
                    </a:lnTo>
                    <a:lnTo>
                      <a:pt x="120" y="741"/>
                    </a:lnTo>
                    <a:lnTo>
                      <a:pt x="192" y="800"/>
                    </a:lnTo>
                    <a:lnTo>
                      <a:pt x="263" y="836"/>
                    </a:lnTo>
                    <a:lnTo>
                      <a:pt x="347" y="860"/>
                    </a:lnTo>
                    <a:lnTo>
                      <a:pt x="430" y="872"/>
                    </a:lnTo>
                    <a:lnTo>
                      <a:pt x="10304" y="872"/>
                    </a:lnTo>
                    <a:lnTo>
                      <a:pt x="10388" y="860"/>
                    </a:lnTo>
                    <a:lnTo>
                      <a:pt x="10472" y="836"/>
                    </a:lnTo>
                    <a:lnTo>
                      <a:pt x="10543" y="800"/>
                    </a:lnTo>
                    <a:lnTo>
                      <a:pt x="10615" y="741"/>
                    </a:lnTo>
                    <a:lnTo>
                      <a:pt x="10663" y="681"/>
                    </a:lnTo>
                    <a:lnTo>
                      <a:pt x="10710" y="609"/>
                    </a:lnTo>
                    <a:lnTo>
                      <a:pt x="10734" y="526"/>
                    </a:lnTo>
                    <a:lnTo>
                      <a:pt x="10734" y="430"/>
                    </a:lnTo>
                    <a:lnTo>
                      <a:pt x="10734" y="347"/>
                    </a:lnTo>
                    <a:lnTo>
                      <a:pt x="10710" y="263"/>
                    </a:lnTo>
                    <a:lnTo>
                      <a:pt x="10663" y="191"/>
                    </a:lnTo>
                    <a:lnTo>
                      <a:pt x="10615" y="132"/>
                    </a:lnTo>
                    <a:lnTo>
                      <a:pt x="10543" y="72"/>
                    </a:lnTo>
                    <a:lnTo>
                      <a:pt x="10472" y="36"/>
                    </a:lnTo>
                    <a:lnTo>
                      <a:pt x="10388" y="12"/>
                    </a:lnTo>
                    <a:lnTo>
                      <a:pt x="10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4" name="Google Shape;244;p9"/>
              <p:cNvSpPr/>
              <p:nvPr/>
            </p:nvSpPr>
            <p:spPr>
              <a:xfrm>
                <a:off x="-1747414" y="2465880"/>
                <a:ext cx="116821" cy="714134"/>
              </a:xfrm>
              <a:custGeom>
                <a:avLst/>
                <a:gdLst/>
                <a:ahLst/>
                <a:cxnLst/>
                <a:rect l="l" t="t" r="r" b="b"/>
                <a:pathLst>
                  <a:path w="2592" h="15845" extrusionOk="0">
                    <a:moveTo>
                      <a:pt x="2102" y="0"/>
                    </a:moveTo>
                    <a:lnTo>
                      <a:pt x="2019" y="12"/>
                    </a:lnTo>
                    <a:lnTo>
                      <a:pt x="1935" y="48"/>
                    </a:lnTo>
                    <a:lnTo>
                      <a:pt x="1864" y="96"/>
                    </a:lnTo>
                    <a:lnTo>
                      <a:pt x="1792" y="156"/>
                    </a:lnTo>
                    <a:lnTo>
                      <a:pt x="1744" y="227"/>
                    </a:lnTo>
                    <a:lnTo>
                      <a:pt x="1708" y="311"/>
                    </a:lnTo>
                    <a:lnTo>
                      <a:pt x="1696" y="394"/>
                    </a:lnTo>
                    <a:lnTo>
                      <a:pt x="1" y="15343"/>
                    </a:lnTo>
                    <a:lnTo>
                      <a:pt x="1" y="15426"/>
                    </a:lnTo>
                    <a:lnTo>
                      <a:pt x="25" y="15522"/>
                    </a:lnTo>
                    <a:lnTo>
                      <a:pt x="49" y="15605"/>
                    </a:lnTo>
                    <a:lnTo>
                      <a:pt x="96" y="15677"/>
                    </a:lnTo>
                    <a:lnTo>
                      <a:pt x="156" y="15737"/>
                    </a:lnTo>
                    <a:lnTo>
                      <a:pt x="228" y="15784"/>
                    </a:lnTo>
                    <a:lnTo>
                      <a:pt x="311" y="15820"/>
                    </a:lnTo>
                    <a:lnTo>
                      <a:pt x="407" y="15844"/>
                    </a:lnTo>
                    <a:lnTo>
                      <a:pt x="502" y="15844"/>
                    </a:lnTo>
                    <a:lnTo>
                      <a:pt x="586" y="15820"/>
                    </a:lnTo>
                    <a:lnTo>
                      <a:pt x="670" y="15796"/>
                    </a:lnTo>
                    <a:lnTo>
                      <a:pt x="741" y="15749"/>
                    </a:lnTo>
                    <a:lnTo>
                      <a:pt x="801" y="15689"/>
                    </a:lnTo>
                    <a:lnTo>
                      <a:pt x="849" y="15617"/>
                    </a:lnTo>
                    <a:lnTo>
                      <a:pt x="884" y="15534"/>
                    </a:lnTo>
                    <a:lnTo>
                      <a:pt x="908" y="15438"/>
                    </a:lnTo>
                    <a:lnTo>
                      <a:pt x="2592" y="502"/>
                    </a:lnTo>
                    <a:lnTo>
                      <a:pt x="2592" y="406"/>
                    </a:lnTo>
                    <a:lnTo>
                      <a:pt x="2580" y="323"/>
                    </a:lnTo>
                    <a:lnTo>
                      <a:pt x="2544" y="239"/>
                    </a:lnTo>
                    <a:lnTo>
                      <a:pt x="2496" y="168"/>
                    </a:lnTo>
                    <a:lnTo>
                      <a:pt x="2437" y="108"/>
                    </a:lnTo>
                    <a:lnTo>
                      <a:pt x="2365" y="48"/>
                    </a:lnTo>
                    <a:lnTo>
                      <a:pt x="2281" y="12"/>
                    </a:lnTo>
                    <a:lnTo>
                      <a:pt x="219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5" name="Google Shape;245;p9"/>
              <p:cNvSpPr/>
              <p:nvPr/>
            </p:nvSpPr>
            <p:spPr>
              <a:xfrm>
                <a:off x="-1750614" y="3183708"/>
                <a:ext cx="124889" cy="586586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13015" extrusionOk="0">
                    <a:moveTo>
                      <a:pt x="12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72" y="371"/>
                    </a:lnTo>
                    <a:lnTo>
                      <a:pt x="275" y="1314"/>
                    </a:lnTo>
                    <a:lnTo>
                      <a:pt x="573" y="2711"/>
                    </a:lnTo>
                    <a:lnTo>
                      <a:pt x="932" y="4418"/>
                    </a:lnTo>
                    <a:lnTo>
                      <a:pt x="1326" y="6281"/>
                    </a:lnTo>
                    <a:lnTo>
                      <a:pt x="1720" y="8167"/>
                    </a:lnTo>
                    <a:lnTo>
                      <a:pt x="2090" y="9923"/>
                    </a:lnTo>
                    <a:lnTo>
                      <a:pt x="2400" y="11403"/>
                    </a:lnTo>
                    <a:lnTo>
                      <a:pt x="2627" y="12478"/>
                    </a:lnTo>
                    <a:lnTo>
                      <a:pt x="2723" y="12979"/>
                    </a:lnTo>
                    <a:lnTo>
                      <a:pt x="2734" y="13003"/>
                    </a:lnTo>
                    <a:lnTo>
                      <a:pt x="2734" y="13015"/>
                    </a:lnTo>
                    <a:lnTo>
                      <a:pt x="2758" y="13015"/>
                    </a:lnTo>
                    <a:lnTo>
                      <a:pt x="2758" y="13003"/>
                    </a:lnTo>
                    <a:lnTo>
                      <a:pt x="2770" y="12991"/>
                    </a:lnTo>
                    <a:lnTo>
                      <a:pt x="2699" y="12645"/>
                    </a:lnTo>
                    <a:lnTo>
                      <a:pt x="2496" y="11702"/>
                    </a:lnTo>
                    <a:lnTo>
                      <a:pt x="2197" y="10305"/>
                    </a:lnTo>
                    <a:lnTo>
                      <a:pt x="1839" y="8597"/>
                    </a:lnTo>
                    <a:lnTo>
                      <a:pt x="1445" y="6735"/>
                    </a:lnTo>
                    <a:lnTo>
                      <a:pt x="1051" y="4848"/>
                    </a:lnTo>
                    <a:lnTo>
                      <a:pt x="681" y="3093"/>
                    </a:lnTo>
                    <a:lnTo>
                      <a:pt x="370" y="1613"/>
                    </a:lnTo>
                    <a:lnTo>
                      <a:pt x="156" y="538"/>
                    </a:lnTo>
                    <a:lnTo>
                      <a:pt x="48" y="37"/>
                    </a:lnTo>
                    <a:lnTo>
                      <a:pt x="36" y="13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-2244625" y="3184249"/>
                <a:ext cx="109836" cy="587127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13027" extrusionOk="0">
                    <a:moveTo>
                      <a:pt x="2413" y="1"/>
                    </a:moveTo>
                    <a:lnTo>
                      <a:pt x="2401" y="13"/>
                    </a:lnTo>
                    <a:lnTo>
                      <a:pt x="2341" y="359"/>
                    </a:lnTo>
                    <a:lnTo>
                      <a:pt x="2162" y="1302"/>
                    </a:lnTo>
                    <a:lnTo>
                      <a:pt x="1899" y="2699"/>
                    </a:lnTo>
                    <a:lnTo>
                      <a:pt x="1589" y="4406"/>
                    </a:lnTo>
                    <a:lnTo>
                      <a:pt x="1242" y="6281"/>
                    </a:lnTo>
                    <a:lnTo>
                      <a:pt x="896" y="8167"/>
                    </a:lnTo>
                    <a:lnTo>
                      <a:pt x="574" y="9922"/>
                    </a:lnTo>
                    <a:lnTo>
                      <a:pt x="299" y="11415"/>
                    </a:lnTo>
                    <a:lnTo>
                      <a:pt x="96" y="12478"/>
                    </a:lnTo>
                    <a:lnTo>
                      <a:pt x="13" y="12991"/>
                    </a:lnTo>
                    <a:lnTo>
                      <a:pt x="1" y="13015"/>
                    </a:lnTo>
                    <a:lnTo>
                      <a:pt x="13" y="13027"/>
                    </a:lnTo>
                    <a:lnTo>
                      <a:pt x="37" y="13027"/>
                    </a:lnTo>
                    <a:lnTo>
                      <a:pt x="37" y="13015"/>
                    </a:lnTo>
                    <a:lnTo>
                      <a:pt x="108" y="12669"/>
                    </a:lnTo>
                    <a:lnTo>
                      <a:pt x="275" y="11725"/>
                    </a:lnTo>
                    <a:lnTo>
                      <a:pt x="538" y="10328"/>
                    </a:lnTo>
                    <a:lnTo>
                      <a:pt x="848" y="8621"/>
                    </a:lnTo>
                    <a:lnTo>
                      <a:pt x="1195" y="6747"/>
                    </a:lnTo>
                    <a:lnTo>
                      <a:pt x="1541" y="4860"/>
                    </a:lnTo>
                    <a:lnTo>
                      <a:pt x="1863" y="3105"/>
                    </a:lnTo>
                    <a:lnTo>
                      <a:pt x="2138" y="1613"/>
                    </a:lnTo>
                    <a:lnTo>
                      <a:pt x="2341" y="550"/>
                    </a:lnTo>
                    <a:lnTo>
                      <a:pt x="2424" y="37"/>
                    </a:lnTo>
                    <a:lnTo>
                      <a:pt x="2436" y="13"/>
                    </a:lnTo>
                    <a:lnTo>
                      <a:pt x="24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47" name="Google Shape;247;p9"/>
          <p:cNvSpPr txBox="1">
            <a:spLocks noGrp="1"/>
          </p:cNvSpPr>
          <p:nvPr>
            <p:ph type="title"/>
          </p:nvPr>
        </p:nvSpPr>
        <p:spPr>
          <a:xfrm>
            <a:off x="1119450" y="1702500"/>
            <a:ext cx="6905100" cy="82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8" name="Google Shape;248;p9"/>
          <p:cNvSpPr txBox="1">
            <a:spLocks noGrp="1"/>
          </p:cNvSpPr>
          <p:nvPr>
            <p:ph type="subTitle" idx="1"/>
          </p:nvPr>
        </p:nvSpPr>
        <p:spPr>
          <a:xfrm>
            <a:off x="1119450" y="2526598"/>
            <a:ext cx="69051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10"/>
          <p:cNvSpPr txBox="1">
            <a:spLocks noGrp="1"/>
          </p:cNvSpPr>
          <p:nvPr>
            <p:ph type="title"/>
          </p:nvPr>
        </p:nvSpPr>
        <p:spPr>
          <a:xfrm>
            <a:off x="4237400" y="3592925"/>
            <a:ext cx="4193400" cy="1006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4_1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8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6" name="Google Shape;476;p18"/>
          <p:cNvSpPr txBox="1">
            <a:spLocks noGrp="1"/>
          </p:cNvSpPr>
          <p:nvPr>
            <p:ph type="subTitle" idx="1"/>
          </p:nvPr>
        </p:nvSpPr>
        <p:spPr>
          <a:xfrm>
            <a:off x="1010940" y="2451800"/>
            <a:ext cx="2029800" cy="19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18"/>
          <p:cNvSpPr txBox="1">
            <a:spLocks noGrp="1"/>
          </p:cNvSpPr>
          <p:nvPr>
            <p:ph type="subTitle" idx="2"/>
          </p:nvPr>
        </p:nvSpPr>
        <p:spPr>
          <a:xfrm>
            <a:off x="3557100" y="2451800"/>
            <a:ext cx="2029800" cy="19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8" name="Google Shape;478;p18"/>
          <p:cNvSpPr txBox="1">
            <a:spLocks noGrp="1"/>
          </p:cNvSpPr>
          <p:nvPr>
            <p:ph type="subTitle" idx="3"/>
          </p:nvPr>
        </p:nvSpPr>
        <p:spPr>
          <a:xfrm>
            <a:off x="6103260" y="2451800"/>
            <a:ext cx="2029800" cy="19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9" name="Google Shape;479;p18"/>
          <p:cNvSpPr txBox="1">
            <a:spLocks noGrp="1"/>
          </p:cNvSpPr>
          <p:nvPr>
            <p:ph type="title" idx="4"/>
          </p:nvPr>
        </p:nvSpPr>
        <p:spPr>
          <a:xfrm>
            <a:off x="1009290" y="2050800"/>
            <a:ext cx="20331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0" name="Google Shape;480;p18"/>
          <p:cNvSpPr txBox="1">
            <a:spLocks noGrp="1"/>
          </p:cNvSpPr>
          <p:nvPr>
            <p:ph type="title" idx="5"/>
          </p:nvPr>
        </p:nvSpPr>
        <p:spPr>
          <a:xfrm>
            <a:off x="3555450" y="2050800"/>
            <a:ext cx="20331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1" name="Google Shape;481;p18"/>
          <p:cNvSpPr txBox="1">
            <a:spLocks noGrp="1"/>
          </p:cNvSpPr>
          <p:nvPr>
            <p:ph type="title" idx="6"/>
          </p:nvPr>
        </p:nvSpPr>
        <p:spPr>
          <a:xfrm>
            <a:off x="6101610" y="2050800"/>
            <a:ext cx="20331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2" name="Google Shape;482;p18"/>
          <p:cNvSpPr/>
          <p:nvPr/>
        </p:nvSpPr>
        <p:spPr>
          <a:xfrm>
            <a:off x="50" y="4594900"/>
            <a:ext cx="9144000" cy="54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83" name="Google Shape;483;p18"/>
          <p:cNvCxnSpPr/>
          <p:nvPr/>
        </p:nvCxnSpPr>
        <p:spPr>
          <a:xfrm rot="10800000">
            <a:off x="0" y="4599425"/>
            <a:ext cx="420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4" name="Google Shape;484;p18"/>
          <p:cNvGrpSpPr/>
          <p:nvPr/>
        </p:nvGrpSpPr>
        <p:grpSpPr>
          <a:xfrm flipH="1">
            <a:off x="52375" y="1128050"/>
            <a:ext cx="9490022" cy="3471382"/>
            <a:chOff x="-404825" y="1128050"/>
            <a:chExt cx="9490022" cy="3471382"/>
          </a:xfrm>
        </p:grpSpPr>
        <p:grpSp>
          <p:nvGrpSpPr>
            <p:cNvPr id="485" name="Google Shape;485;p18"/>
            <p:cNvGrpSpPr/>
            <p:nvPr/>
          </p:nvGrpSpPr>
          <p:grpSpPr>
            <a:xfrm>
              <a:off x="-404825" y="1128050"/>
              <a:ext cx="1124813" cy="885613"/>
              <a:chOff x="5284625" y="-234825"/>
              <a:chExt cx="1124813" cy="885613"/>
            </a:xfrm>
          </p:grpSpPr>
          <p:sp>
            <p:nvSpPr>
              <p:cNvPr id="486" name="Google Shape;486;p18"/>
              <p:cNvSpPr/>
              <p:nvPr/>
            </p:nvSpPr>
            <p:spPr>
              <a:xfrm>
                <a:off x="5852234" y="19635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7" name="Google Shape;487;p18"/>
              <p:cNvSpPr/>
              <p:nvPr/>
            </p:nvSpPr>
            <p:spPr>
              <a:xfrm>
                <a:off x="5852234" y="56611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8" name="Google Shape;488;p18"/>
              <p:cNvSpPr/>
              <p:nvPr/>
            </p:nvSpPr>
            <p:spPr>
              <a:xfrm>
                <a:off x="5852234" y="9314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>
                <a:off x="5852234" y="130125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36"/>
                    </a:lnTo>
                    <a:lnTo>
                      <a:pt x="1875" y="12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0" name="Google Shape;490;p18"/>
              <p:cNvSpPr/>
              <p:nvPr/>
            </p:nvSpPr>
            <p:spPr>
              <a:xfrm>
                <a:off x="5852234" y="26363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5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1" name="Google Shape;491;p18"/>
              <p:cNvSpPr/>
              <p:nvPr/>
            </p:nvSpPr>
            <p:spPr>
              <a:xfrm>
                <a:off x="5852234" y="300178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2" name="Google Shape;492;p18"/>
              <p:cNvSpPr/>
              <p:nvPr/>
            </p:nvSpPr>
            <p:spPr>
              <a:xfrm>
                <a:off x="5852234" y="337154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3" name="Google Shape;493;p18"/>
              <p:cNvSpPr/>
              <p:nvPr/>
            </p:nvSpPr>
            <p:spPr>
              <a:xfrm>
                <a:off x="5852234" y="374130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12" y="0"/>
                    </a:move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24"/>
                    </a:lnTo>
                    <a:lnTo>
                      <a:pt x="187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4" name="Google Shape;494;p18"/>
              <p:cNvSpPr/>
              <p:nvPr/>
            </p:nvSpPr>
            <p:spPr>
              <a:xfrm>
                <a:off x="5445097" y="329759"/>
                <a:ext cx="270602" cy="20750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5696" fill="none" extrusionOk="0">
                    <a:moveTo>
                      <a:pt x="7224" y="5696"/>
                    </a:moveTo>
                    <a:lnTo>
                      <a:pt x="204" y="5696"/>
                    </a:lnTo>
                    <a:lnTo>
                      <a:pt x="204" y="5696"/>
                    </a:lnTo>
                    <a:lnTo>
                      <a:pt x="156" y="5696"/>
                    </a:lnTo>
                    <a:lnTo>
                      <a:pt x="120" y="5684"/>
                    </a:lnTo>
                    <a:lnTo>
                      <a:pt x="84" y="5660"/>
                    </a:lnTo>
                    <a:lnTo>
                      <a:pt x="61" y="5636"/>
                    </a:lnTo>
                    <a:lnTo>
                      <a:pt x="37" y="5600"/>
                    </a:lnTo>
                    <a:lnTo>
                      <a:pt x="13" y="5564"/>
                    </a:lnTo>
                    <a:lnTo>
                      <a:pt x="1" y="5528"/>
                    </a:lnTo>
                    <a:lnTo>
                      <a:pt x="1" y="5493"/>
                    </a:lnTo>
                    <a:lnTo>
                      <a:pt x="1" y="203"/>
                    </a:lnTo>
                    <a:lnTo>
                      <a:pt x="1" y="203"/>
                    </a:lnTo>
                    <a:lnTo>
                      <a:pt x="1" y="168"/>
                    </a:lnTo>
                    <a:lnTo>
                      <a:pt x="13" y="132"/>
                    </a:lnTo>
                    <a:lnTo>
                      <a:pt x="37" y="96"/>
                    </a:lnTo>
                    <a:lnTo>
                      <a:pt x="61" y="60"/>
                    </a:lnTo>
                    <a:lnTo>
                      <a:pt x="84" y="36"/>
                    </a:lnTo>
                    <a:lnTo>
                      <a:pt x="120" y="24"/>
                    </a:lnTo>
                    <a:lnTo>
                      <a:pt x="156" y="12"/>
                    </a:lnTo>
                    <a:lnTo>
                      <a:pt x="204" y="0"/>
                    </a:lnTo>
                    <a:lnTo>
                      <a:pt x="7224" y="0"/>
                    </a:lnTo>
                    <a:lnTo>
                      <a:pt x="7224" y="0"/>
                    </a:lnTo>
                    <a:lnTo>
                      <a:pt x="7260" y="12"/>
                    </a:lnTo>
                    <a:lnTo>
                      <a:pt x="7296" y="24"/>
                    </a:lnTo>
                    <a:lnTo>
                      <a:pt x="7332" y="36"/>
                    </a:lnTo>
                    <a:lnTo>
                      <a:pt x="7368" y="60"/>
                    </a:lnTo>
                    <a:lnTo>
                      <a:pt x="7391" y="96"/>
                    </a:lnTo>
                    <a:lnTo>
                      <a:pt x="7403" y="132"/>
                    </a:lnTo>
                    <a:lnTo>
                      <a:pt x="7415" y="168"/>
                    </a:lnTo>
                    <a:lnTo>
                      <a:pt x="7427" y="203"/>
                    </a:lnTo>
                    <a:lnTo>
                      <a:pt x="7427" y="5493"/>
                    </a:lnTo>
                    <a:lnTo>
                      <a:pt x="7427" y="5493"/>
                    </a:lnTo>
                    <a:lnTo>
                      <a:pt x="7415" y="5528"/>
                    </a:lnTo>
                    <a:lnTo>
                      <a:pt x="7403" y="5564"/>
                    </a:lnTo>
                    <a:lnTo>
                      <a:pt x="7391" y="5600"/>
                    </a:lnTo>
                    <a:lnTo>
                      <a:pt x="7368" y="5636"/>
                    </a:lnTo>
                    <a:lnTo>
                      <a:pt x="7332" y="5660"/>
                    </a:lnTo>
                    <a:lnTo>
                      <a:pt x="7296" y="5684"/>
                    </a:lnTo>
                    <a:lnTo>
                      <a:pt x="7260" y="5696"/>
                    </a:lnTo>
                    <a:lnTo>
                      <a:pt x="7224" y="5696"/>
                    </a:lnTo>
                    <a:lnTo>
                      <a:pt x="7224" y="569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5" name="Google Shape;495;p18"/>
              <p:cNvSpPr/>
              <p:nvPr/>
            </p:nvSpPr>
            <p:spPr>
              <a:xfrm>
                <a:off x="5443822" y="414129"/>
                <a:ext cx="272751" cy="73552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2019" extrusionOk="0">
                    <a:moveTo>
                      <a:pt x="7450" y="1"/>
                    </a:moveTo>
                    <a:lnTo>
                      <a:pt x="7259" y="48"/>
                    </a:lnTo>
                    <a:lnTo>
                      <a:pt x="7080" y="132"/>
                    </a:lnTo>
                    <a:lnTo>
                      <a:pt x="6913" y="216"/>
                    </a:lnTo>
                    <a:lnTo>
                      <a:pt x="6746" y="335"/>
                    </a:lnTo>
                    <a:lnTo>
                      <a:pt x="6615" y="442"/>
                    </a:lnTo>
                    <a:lnTo>
                      <a:pt x="6495" y="550"/>
                    </a:lnTo>
                    <a:lnTo>
                      <a:pt x="6388" y="681"/>
                    </a:lnTo>
                    <a:lnTo>
                      <a:pt x="6280" y="801"/>
                    </a:lnTo>
                    <a:lnTo>
                      <a:pt x="6065" y="1063"/>
                    </a:lnTo>
                    <a:lnTo>
                      <a:pt x="5958" y="1183"/>
                    </a:lnTo>
                    <a:lnTo>
                      <a:pt x="5839" y="1302"/>
                    </a:lnTo>
                    <a:lnTo>
                      <a:pt x="5671" y="1445"/>
                    </a:lnTo>
                    <a:lnTo>
                      <a:pt x="5504" y="1565"/>
                    </a:lnTo>
                    <a:lnTo>
                      <a:pt x="5313" y="1672"/>
                    </a:lnTo>
                    <a:lnTo>
                      <a:pt x="5122" y="1768"/>
                    </a:lnTo>
                    <a:lnTo>
                      <a:pt x="4907" y="1851"/>
                    </a:lnTo>
                    <a:lnTo>
                      <a:pt x="4680" y="1923"/>
                    </a:lnTo>
                    <a:lnTo>
                      <a:pt x="4561" y="1947"/>
                    </a:lnTo>
                    <a:lnTo>
                      <a:pt x="4442" y="1959"/>
                    </a:lnTo>
                    <a:lnTo>
                      <a:pt x="4203" y="1959"/>
                    </a:lnTo>
                    <a:lnTo>
                      <a:pt x="4083" y="1947"/>
                    </a:lnTo>
                    <a:lnTo>
                      <a:pt x="3976" y="1923"/>
                    </a:lnTo>
                    <a:lnTo>
                      <a:pt x="3868" y="1899"/>
                    </a:lnTo>
                    <a:lnTo>
                      <a:pt x="3761" y="1851"/>
                    </a:lnTo>
                    <a:lnTo>
                      <a:pt x="3654" y="1804"/>
                    </a:lnTo>
                    <a:lnTo>
                      <a:pt x="3558" y="1744"/>
                    </a:lnTo>
                    <a:lnTo>
                      <a:pt x="3463" y="1684"/>
                    </a:lnTo>
                    <a:lnTo>
                      <a:pt x="3367" y="1601"/>
                    </a:lnTo>
                    <a:lnTo>
                      <a:pt x="3188" y="1445"/>
                    </a:lnTo>
                    <a:lnTo>
                      <a:pt x="3021" y="1278"/>
                    </a:lnTo>
                    <a:lnTo>
                      <a:pt x="2854" y="1099"/>
                    </a:lnTo>
                    <a:lnTo>
                      <a:pt x="2675" y="944"/>
                    </a:lnTo>
                    <a:lnTo>
                      <a:pt x="2507" y="789"/>
                    </a:lnTo>
                    <a:lnTo>
                      <a:pt x="2316" y="657"/>
                    </a:lnTo>
                    <a:lnTo>
                      <a:pt x="2125" y="550"/>
                    </a:lnTo>
                    <a:lnTo>
                      <a:pt x="1934" y="442"/>
                    </a:lnTo>
                    <a:lnTo>
                      <a:pt x="1707" y="347"/>
                    </a:lnTo>
                    <a:lnTo>
                      <a:pt x="1469" y="275"/>
                    </a:lnTo>
                    <a:lnTo>
                      <a:pt x="1230" y="216"/>
                    </a:lnTo>
                    <a:lnTo>
                      <a:pt x="991" y="192"/>
                    </a:lnTo>
                    <a:lnTo>
                      <a:pt x="752" y="180"/>
                    </a:lnTo>
                    <a:lnTo>
                      <a:pt x="502" y="180"/>
                    </a:lnTo>
                    <a:lnTo>
                      <a:pt x="263" y="216"/>
                    </a:lnTo>
                    <a:lnTo>
                      <a:pt x="24" y="275"/>
                    </a:lnTo>
                    <a:lnTo>
                      <a:pt x="0" y="287"/>
                    </a:lnTo>
                    <a:lnTo>
                      <a:pt x="0" y="311"/>
                    </a:lnTo>
                    <a:lnTo>
                      <a:pt x="12" y="323"/>
                    </a:lnTo>
                    <a:lnTo>
                      <a:pt x="36" y="335"/>
                    </a:lnTo>
                    <a:lnTo>
                      <a:pt x="263" y="275"/>
                    </a:lnTo>
                    <a:lnTo>
                      <a:pt x="478" y="251"/>
                    </a:lnTo>
                    <a:lnTo>
                      <a:pt x="704" y="240"/>
                    </a:lnTo>
                    <a:lnTo>
                      <a:pt x="919" y="240"/>
                    </a:lnTo>
                    <a:lnTo>
                      <a:pt x="1146" y="263"/>
                    </a:lnTo>
                    <a:lnTo>
                      <a:pt x="1361" y="311"/>
                    </a:lnTo>
                    <a:lnTo>
                      <a:pt x="1576" y="371"/>
                    </a:lnTo>
                    <a:lnTo>
                      <a:pt x="1779" y="442"/>
                    </a:lnTo>
                    <a:lnTo>
                      <a:pt x="1994" y="538"/>
                    </a:lnTo>
                    <a:lnTo>
                      <a:pt x="2209" y="657"/>
                    </a:lnTo>
                    <a:lnTo>
                      <a:pt x="2400" y="789"/>
                    </a:lnTo>
                    <a:lnTo>
                      <a:pt x="2591" y="944"/>
                    </a:lnTo>
                    <a:lnTo>
                      <a:pt x="2758" y="1099"/>
                    </a:lnTo>
                    <a:lnTo>
                      <a:pt x="2925" y="1266"/>
                    </a:lnTo>
                    <a:lnTo>
                      <a:pt x="3092" y="1433"/>
                    </a:lnTo>
                    <a:lnTo>
                      <a:pt x="3260" y="1601"/>
                    </a:lnTo>
                    <a:lnTo>
                      <a:pt x="3439" y="1744"/>
                    </a:lnTo>
                    <a:lnTo>
                      <a:pt x="3534" y="1804"/>
                    </a:lnTo>
                    <a:lnTo>
                      <a:pt x="3630" y="1851"/>
                    </a:lnTo>
                    <a:lnTo>
                      <a:pt x="3725" y="1911"/>
                    </a:lnTo>
                    <a:lnTo>
                      <a:pt x="3833" y="1947"/>
                    </a:lnTo>
                    <a:lnTo>
                      <a:pt x="3940" y="1983"/>
                    </a:lnTo>
                    <a:lnTo>
                      <a:pt x="4048" y="2007"/>
                    </a:lnTo>
                    <a:lnTo>
                      <a:pt x="4155" y="2019"/>
                    </a:lnTo>
                    <a:lnTo>
                      <a:pt x="4262" y="2019"/>
                    </a:lnTo>
                    <a:lnTo>
                      <a:pt x="4489" y="2007"/>
                    </a:lnTo>
                    <a:lnTo>
                      <a:pt x="4692" y="1971"/>
                    </a:lnTo>
                    <a:lnTo>
                      <a:pt x="4907" y="1911"/>
                    </a:lnTo>
                    <a:lnTo>
                      <a:pt x="5122" y="1827"/>
                    </a:lnTo>
                    <a:lnTo>
                      <a:pt x="5337" y="1732"/>
                    </a:lnTo>
                    <a:lnTo>
                      <a:pt x="5528" y="1613"/>
                    </a:lnTo>
                    <a:lnTo>
                      <a:pt x="5719" y="1481"/>
                    </a:lnTo>
                    <a:lnTo>
                      <a:pt x="5850" y="1374"/>
                    </a:lnTo>
                    <a:lnTo>
                      <a:pt x="5970" y="1266"/>
                    </a:lnTo>
                    <a:lnTo>
                      <a:pt x="6077" y="1147"/>
                    </a:lnTo>
                    <a:lnTo>
                      <a:pt x="6185" y="1016"/>
                    </a:lnTo>
                    <a:lnTo>
                      <a:pt x="6424" y="729"/>
                    </a:lnTo>
                    <a:lnTo>
                      <a:pt x="6543" y="598"/>
                    </a:lnTo>
                    <a:lnTo>
                      <a:pt x="6674" y="466"/>
                    </a:lnTo>
                    <a:lnTo>
                      <a:pt x="6770" y="395"/>
                    </a:lnTo>
                    <a:lnTo>
                      <a:pt x="6853" y="323"/>
                    </a:lnTo>
                    <a:lnTo>
                      <a:pt x="7044" y="216"/>
                    </a:lnTo>
                    <a:lnTo>
                      <a:pt x="7247" y="120"/>
                    </a:lnTo>
                    <a:lnTo>
                      <a:pt x="7474" y="48"/>
                    </a:lnTo>
                    <a:lnTo>
                      <a:pt x="7486" y="37"/>
                    </a:lnTo>
                    <a:lnTo>
                      <a:pt x="7486" y="13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6" name="Google Shape;496;p18"/>
              <p:cNvSpPr/>
              <p:nvPr/>
            </p:nvSpPr>
            <p:spPr>
              <a:xfrm>
                <a:off x="5525133" y="364112"/>
                <a:ext cx="48743" cy="4830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326" fill="none" extrusionOk="0">
                    <a:moveTo>
                      <a:pt x="1326" y="753"/>
                    </a:moveTo>
                    <a:lnTo>
                      <a:pt x="1326" y="753"/>
                    </a:lnTo>
                    <a:lnTo>
                      <a:pt x="1302" y="884"/>
                    </a:lnTo>
                    <a:lnTo>
                      <a:pt x="1242" y="1004"/>
                    </a:lnTo>
                    <a:lnTo>
                      <a:pt x="1171" y="1099"/>
                    </a:lnTo>
                    <a:lnTo>
                      <a:pt x="1075" y="1195"/>
                    </a:lnTo>
                    <a:lnTo>
                      <a:pt x="968" y="1254"/>
                    </a:lnTo>
                    <a:lnTo>
                      <a:pt x="848" y="1302"/>
                    </a:lnTo>
                    <a:lnTo>
                      <a:pt x="717" y="1326"/>
                    </a:lnTo>
                    <a:lnTo>
                      <a:pt x="586" y="1326"/>
                    </a:lnTo>
                    <a:lnTo>
                      <a:pt x="586" y="1326"/>
                    </a:lnTo>
                    <a:lnTo>
                      <a:pt x="454" y="1302"/>
                    </a:lnTo>
                    <a:lnTo>
                      <a:pt x="335" y="1242"/>
                    </a:lnTo>
                    <a:lnTo>
                      <a:pt x="228" y="1171"/>
                    </a:lnTo>
                    <a:lnTo>
                      <a:pt x="144" y="1075"/>
                    </a:lnTo>
                    <a:lnTo>
                      <a:pt x="72" y="968"/>
                    </a:lnTo>
                    <a:lnTo>
                      <a:pt x="25" y="848"/>
                    </a:lnTo>
                    <a:lnTo>
                      <a:pt x="1" y="717"/>
                    </a:lnTo>
                    <a:lnTo>
                      <a:pt x="1" y="586"/>
                    </a:lnTo>
                    <a:lnTo>
                      <a:pt x="1" y="586"/>
                    </a:lnTo>
                    <a:lnTo>
                      <a:pt x="37" y="454"/>
                    </a:lnTo>
                    <a:lnTo>
                      <a:pt x="84" y="335"/>
                    </a:lnTo>
                    <a:lnTo>
                      <a:pt x="168" y="228"/>
                    </a:lnTo>
                    <a:lnTo>
                      <a:pt x="263" y="144"/>
                    </a:lnTo>
                    <a:lnTo>
                      <a:pt x="371" y="72"/>
                    </a:lnTo>
                    <a:lnTo>
                      <a:pt x="490" y="25"/>
                    </a:lnTo>
                    <a:lnTo>
                      <a:pt x="610" y="1"/>
                    </a:lnTo>
                    <a:lnTo>
                      <a:pt x="753" y="1"/>
                    </a:lnTo>
                    <a:lnTo>
                      <a:pt x="753" y="1"/>
                    </a:lnTo>
                    <a:lnTo>
                      <a:pt x="884" y="37"/>
                    </a:lnTo>
                    <a:lnTo>
                      <a:pt x="1004" y="84"/>
                    </a:lnTo>
                    <a:lnTo>
                      <a:pt x="1111" y="168"/>
                    </a:lnTo>
                    <a:lnTo>
                      <a:pt x="1195" y="251"/>
                    </a:lnTo>
                    <a:lnTo>
                      <a:pt x="1266" y="359"/>
                    </a:lnTo>
                    <a:lnTo>
                      <a:pt x="1314" y="478"/>
                    </a:lnTo>
                    <a:lnTo>
                      <a:pt x="1338" y="610"/>
                    </a:lnTo>
                    <a:lnTo>
                      <a:pt x="1326" y="753"/>
                    </a:lnTo>
                    <a:lnTo>
                      <a:pt x="1326" y="75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7" name="Google Shape;497;p18"/>
              <p:cNvSpPr/>
              <p:nvPr/>
            </p:nvSpPr>
            <p:spPr>
              <a:xfrm>
                <a:off x="5284625" y="-234825"/>
                <a:ext cx="1124813" cy="885613"/>
              </a:xfrm>
              <a:custGeom>
                <a:avLst/>
                <a:gdLst/>
                <a:ahLst/>
                <a:cxnLst/>
                <a:rect l="l" t="t" r="r" b="b"/>
                <a:pathLst>
                  <a:path w="30876" h="24310" extrusionOk="0">
                    <a:moveTo>
                      <a:pt x="30339" y="61"/>
                    </a:moveTo>
                    <a:lnTo>
                      <a:pt x="30482" y="73"/>
                    </a:lnTo>
                    <a:lnTo>
                      <a:pt x="30601" y="108"/>
                    </a:lnTo>
                    <a:lnTo>
                      <a:pt x="30661" y="132"/>
                    </a:lnTo>
                    <a:lnTo>
                      <a:pt x="30709" y="168"/>
                    </a:lnTo>
                    <a:lnTo>
                      <a:pt x="30745" y="204"/>
                    </a:lnTo>
                    <a:lnTo>
                      <a:pt x="30780" y="264"/>
                    </a:lnTo>
                    <a:lnTo>
                      <a:pt x="30792" y="323"/>
                    </a:lnTo>
                    <a:lnTo>
                      <a:pt x="30804" y="395"/>
                    </a:lnTo>
                    <a:lnTo>
                      <a:pt x="30816" y="610"/>
                    </a:lnTo>
                    <a:lnTo>
                      <a:pt x="30816" y="837"/>
                    </a:lnTo>
                    <a:lnTo>
                      <a:pt x="30804" y="1267"/>
                    </a:lnTo>
                    <a:lnTo>
                      <a:pt x="30804" y="3499"/>
                    </a:lnTo>
                    <a:lnTo>
                      <a:pt x="30804" y="6687"/>
                    </a:lnTo>
                    <a:lnTo>
                      <a:pt x="30804" y="10460"/>
                    </a:lnTo>
                    <a:lnTo>
                      <a:pt x="30804" y="14376"/>
                    </a:lnTo>
                    <a:lnTo>
                      <a:pt x="30804" y="18089"/>
                    </a:lnTo>
                    <a:lnTo>
                      <a:pt x="30804" y="21182"/>
                    </a:lnTo>
                    <a:lnTo>
                      <a:pt x="30804" y="23259"/>
                    </a:lnTo>
                    <a:lnTo>
                      <a:pt x="30804" y="23773"/>
                    </a:lnTo>
                    <a:lnTo>
                      <a:pt x="30792" y="23940"/>
                    </a:lnTo>
                    <a:lnTo>
                      <a:pt x="30780" y="24023"/>
                    </a:lnTo>
                    <a:lnTo>
                      <a:pt x="30757" y="24095"/>
                    </a:lnTo>
                    <a:lnTo>
                      <a:pt x="30721" y="24155"/>
                    </a:lnTo>
                    <a:lnTo>
                      <a:pt x="30661" y="24202"/>
                    </a:lnTo>
                    <a:lnTo>
                      <a:pt x="30577" y="24238"/>
                    </a:lnTo>
                    <a:lnTo>
                      <a:pt x="30482" y="24250"/>
                    </a:lnTo>
                    <a:lnTo>
                      <a:pt x="430" y="24250"/>
                    </a:lnTo>
                    <a:lnTo>
                      <a:pt x="346" y="24238"/>
                    </a:lnTo>
                    <a:lnTo>
                      <a:pt x="275" y="24226"/>
                    </a:lnTo>
                    <a:lnTo>
                      <a:pt x="215" y="24190"/>
                    </a:lnTo>
                    <a:lnTo>
                      <a:pt x="155" y="24155"/>
                    </a:lnTo>
                    <a:lnTo>
                      <a:pt x="108" y="24095"/>
                    </a:lnTo>
                    <a:lnTo>
                      <a:pt x="72" y="24023"/>
                    </a:lnTo>
                    <a:lnTo>
                      <a:pt x="60" y="23928"/>
                    </a:lnTo>
                    <a:lnTo>
                      <a:pt x="60" y="23701"/>
                    </a:lnTo>
                    <a:lnTo>
                      <a:pt x="60" y="22113"/>
                    </a:lnTo>
                    <a:lnTo>
                      <a:pt x="60" y="19379"/>
                    </a:lnTo>
                    <a:lnTo>
                      <a:pt x="60" y="15857"/>
                    </a:lnTo>
                    <a:lnTo>
                      <a:pt x="60" y="11964"/>
                    </a:lnTo>
                    <a:lnTo>
                      <a:pt x="60" y="8096"/>
                    </a:lnTo>
                    <a:lnTo>
                      <a:pt x="60" y="4633"/>
                    </a:lnTo>
                    <a:lnTo>
                      <a:pt x="60" y="1983"/>
                    </a:lnTo>
                    <a:lnTo>
                      <a:pt x="60" y="550"/>
                    </a:lnTo>
                    <a:lnTo>
                      <a:pt x="72" y="383"/>
                    </a:lnTo>
                    <a:lnTo>
                      <a:pt x="84" y="299"/>
                    </a:lnTo>
                    <a:lnTo>
                      <a:pt x="120" y="228"/>
                    </a:lnTo>
                    <a:lnTo>
                      <a:pt x="155" y="168"/>
                    </a:lnTo>
                    <a:lnTo>
                      <a:pt x="215" y="120"/>
                    </a:lnTo>
                    <a:lnTo>
                      <a:pt x="287" y="85"/>
                    </a:lnTo>
                    <a:lnTo>
                      <a:pt x="394" y="73"/>
                    </a:lnTo>
                    <a:lnTo>
                      <a:pt x="29945" y="73"/>
                    </a:lnTo>
                    <a:lnTo>
                      <a:pt x="30195" y="61"/>
                    </a:lnTo>
                    <a:close/>
                    <a:moveTo>
                      <a:pt x="430" y="1"/>
                    </a:moveTo>
                    <a:lnTo>
                      <a:pt x="323" y="13"/>
                    </a:lnTo>
                    <a:lnTo>
                      <a:pt x="227" y="37"/>
                    </a:lnTo>
                    <a:lnTo>
                      <a:pt x="155" y="85"/>
                    </a:lnTo>
                    <a:lnTo>
                      <a:pt x="108" y="132"/>
                    </a:lnTo>
                    <a:lnTo>
                      <a:pt x="60" y="192"/>
                    </a:lnTo>
                    <a:lnTo>
                      <a:pt x="36" y="264"/>
                    </a:lnTo>
                    <a:lnTo>
                      <a:pt x="12" y="347"/>
                    </a:lnTo>
                    <a:lnTo>
                      <a:pt x="0" y="431"/>
                    </a:lnTo>
                    <a:lnTo>
                      <a:pt x="0" y="514"/>
                    </a:lnTo>
                    <a:lnTo>
                      <a:pt x="0" y="1899"/>
                    </a:lnTo>
                    <a:lnTo>
                      <a:pt x="0" y="4526"/>
                    </a:lnTo>
                    <a:lnTo>
                      <a:pt x="0" y="8012"/>
                    </a:lnTo>
                    <a:lnTo>
                      <a:pt x="0" y="11905"/>
                    </a:lnTo>
                    <a:lnTo>
                      <a:pt x="0" y="15845"/>
                    </a:lnTo>
                    <a:lnTo>
                      <a:pt x="0" y="19391"/>
                    </a:lnTo>
                    <a:lnTo>
                      <a:pt x="0" y="22149"/>
                    </a:lnTo>
                    <a:lnTo>
                      <a:pt x="0" y="23725"/>
                    </a:lnTo>
                    <a:lnTo>
                      <a:pt x="0" y="23844"/>
                    </a:lnTo>
                    <a:lnTo>
                      <a:pt x="0" y="23964"/>
                    </a:lnTo>
                    <a:lnTo>
                      <a:pt x="24" y="24059"/>
                    </a:lnTo>
                    <a:lnTo>
                      <a:pt x="60" y="24131"/>
                    </a:lnTo>
                    <a:lnTo>
                      <a:pt x="108" y="24190"/>
                    </a:lnTo>
                    <a:lnTo>
                      <a:pt x="167" y="24238"/>
                    </a:lnTo>
                    <a:lnTo>
                      <a:pt x="239" y="24274"/>
                    </a:lnTo>
                    <a:lnTo>
                      <a:pt x="311" y="24298"/>
                    </a:lnTo>
                    <a:lnTo>
                      <a:pt x="394" y="24310"/>
                    </a:lnTo>
                    <a:lnTo>
                      <a:pt x="30506" y="24310"/>
                    </a:lnTo>
                    <a:lnTo>
                      <a:pt x="30506" y="24307"/>
                    </a:lnTo>
                    <a:lnTo>
                      <a:pt x="30577" y="24298"/>
                    </a:lnTo>
                    <a:lnTo>
                      <a:pt x="30661" y="24262"/>
                    </a:lnTo>
                    <a:lnTo>
                      <a:pt x="30733" y="24214"/>
                    </a:lnTo>
                    <a:lnTo>
                      <a:pt x="30780" y="24155"/>
                    </a:lnTo>
                    <a:lnTo>
                      <a:pt x="30816" y="24083"/>
                    </a:lnTo>
                    <a:lnTo>
                      <a:pt x="30852" y="23999"/>
                    </a:lnTo>
                    <a:lnTo>
                      <a:pt x="30864" y="23916"/>
                    </a:lnTo>
                    <a:lnTo>
                      <a:pt x="30864" y="23820"/>
                    </a:lnTo>
                    <a:lnTo>
                      <a:pt x="30864" y="23331"/>
                    </a:lnTo>
                    <a:lnTo>
                      <a:pt x="30864" y="21289"/>
                    </a:lnTo>
                    <a:lnTo>
                      <a:pt x="30864" y="18185"/>
                    </a:lnTo>
                    <a:lnTo>
                      <a:pt x="30864" y="14472"/>
                    </a:lnTo>
                    <a:lnTo>
                      <a:pt x="30864" y="10484"/>
                    </a:lnTo>
                    <a:lnTo>
                      <a:pt x="30864" y="6711"/>
                    </a:lnTo>
                    <a:lnTo>
                      <a:pt x="30864" y="3475"/>
                    </a:lnTo>
                    <a:lnTo>
                      <a:pt x="30864" y="1243"/>
                    </a:lnTo>
                    <a:lnTo>
                      <a:pt x="30876" y="813"/>
                    </a:lnTo>
                    <a:lnTo>
                      <a:pt x="30876" y="610"/>
                    </a:lnTo>
                    <a:lnTo>
                      <a:pt x="30864" y="395"/>
                    </a:lnTo>
                    <a:lnTo>
                      <a:pt x="30852" y="311"/>
                    </a:lnTo>
                    <a:lnTo>
                      <a:pt x="30840" y="240"/>
                    </a:lnTo>
                    <a:lnTo>
                      <a:pt x="30804" y="180"/>
                    </a:lnTo>
                    <a:lnTo>
                      <a:pt x="30768" y="132"/>
                    </a:lnTo>
                    <a:lnTo>
                      <a:pt x="30721" y="96"/>
                    </a:lnTo>
                    <a:lnTo>
                      <a:pt x="30673" y="61"/>
                    </a:lnTo>
                    <a:lnTo>
                      <a:pt x="30613" y="49"/>
                    </a:lnTo>
                    <a:lnTo>
                      <a:pt x="30554" y="25"/>
                    </a:lnTo>
                    <a:lnTo>
                      <a:pt x="30422" y="13"/>
                    </a:lnTo>
                    <a:lnTo>
                      <a:pt x="30279" y="1"/>
                    </a:lnTo>
                    <a:lnTo>
                      <a:pt x="30016" y="13"/>
                    </a:lnTo>
                    <a:lnTo>
                      <a:pt x="549" y="13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8" name="Google Shape;498;p18"/>
              <p:cNvSpPr/>
              <p:nvPr/>
            </p:nvSpPr>
            <p:spPr>
              <a:xfrm>
                <a:off x="5410744" y="51838"/>
                <a:ext cx="316249" cy="217924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5982" extrusionOk="0">
                    <a:moveTo>
                      <a:pt x="323" y="0"/>
                    </a:moveTo>
                    <a:lnTo>
                      <a:pt x="239" y="203"/>
                    </a:lnTo>
                    <a:lnTo>
                      <a:pt x="168" y="418"/>
                    </a:lnTo>
                    <a:lnTo>
                      <a:pt x="120" y="633"/>
                    </a:lnTo>
                    <a:lnTo>
                      <a:pt x="72" y="848"/>
                    </a:lnTo>
                    <a:lnTo>
                      <a:pt x="36" y="1051"/>
                    </a:lnTo>
                    <a:lnTo>
                      <a:pt x="13" y="1266"/>
                    </a:lnTo>
                    <a:lnTo>
                      <a:pt x="1" y="1481"/>
                    </a:lnTo>
                    <a:lnTo>
                      <a:pt x="1" y="1696"/>
                    </a:lnTo>
                    <a:lnTo>
                      <a:pt x="13" y="1910"/>
                    </a:lnTo>
                    <a:lnTo>
                      <a:pt x="36" y="2113"/>
                    </a:lnTo>
                    <a:lnTo>
                      <a:pt x="60" y="2328"/>
                    </a:lnTo>
                    <a:lnTo>
                      <a:pt x="96" y="2531"/>
                    </a:lnTo>
                    <a:lnTo>
                      <a:pt x="156" y="2734"/>
                    </a:lnTo>
                    <a:lnTo>
                      <a:pt x="204" y="2937"/>
                    </a:lnTo>
                    <a:lnTo>
                      <a:pt x="275" y="3140"/>
                    </a:lnTo>
                    <a:lnTo>
                      <a:pt x="359" y="3331"/>
                    </a:lnTo>
                    <a:lnTo>
                      <a:pt x="442" y="3522"/>
                    </a:lnTo>
                    <a:lnTo>
                      <a:pt x="538" y="3701"/>
                    </a:lnTo>
                    <a:lnTo>
                      <a:pt x="645" y="3892"/>
                    </a:lnTo>
                    <a:lnTo>
                      <a:pt x="753" y="4071"/>
                    </a:lnTo>
                    <a:lnTo>
                      <a:pt x="872" y="4239"/>
                    </a:lnTo>
                    <a:lnTo>
                      <a:pt x="1004" y="4406"/>
                    </a:lnTo>
                    <a:lnTo>
                      <a:pt x="1147" y="4561"/>
                    </a:lnTo>
                    <a:lnTo>
                      <a:pt x="1290" y="4716"/>
                    </a:lnTo>
                    <a:lnTo>
                      <a:pt x="1445" y="4859"/>
                    </a:lnTo>
                    <a:lnTo>
                      <a:pt x="1601" y="5003"/>
                    </a:lnTo>
                    <a:lnTo>
                      <a:pt x="1768" y="5134"/>
                    </a:lnTo>
                    <a:lnTo>
                      <a:pt x="1947" y="5265"/>
                    </a:lnTo>
                    <a:lnTo>
                      <a:pt x="2126" y="5373"/>
                    </a:lnTo>
                    <a:lnTo>
                      <a:pt x="2317" y="5480"/>
                    </a:lnTo>
                    <a:lnTo>
                      <a:pt x="2520" y="5576"/>
                    </a:lnTo>
                    <a:lnTo>
                      <a:pt x="2723" y="5671"/>
                    </a:lnTo>
                    <a:lnTo>
                      <a:pt x="2938" y="5743"/>
                    </a:lnTo>
                    <a:lnTo>
                      <a:pt x="3141" y="5815"/>
                    </a:lnTo>
                    <a:lnTo>
                      <a:pt x="3356" y="5874"/>
                    </a:lnTo>
                    <a:lnTo>
                      <a:pt x="3571" y="5910"/>
                    </a:lnTo>
                    <a:lnTo>
                      <a:pt x="3774" y="5946"/>
                    </a:lnTo>
                    <a:lnTo>
                      <a:pt x="3988" y="5970"/>
                    </a:lnTo>
                    <a:lnTo>
                      <a:pt x="4203" y="5982"/>
                    </a:lnTo>
                    <a:lnTo>
                      <a:pt x="4418" y="5982"/>
                    </a:lnTo>
                    <a:lnTo>
                      <a:pt x="4633" y="5970"/>
                    </a:lnTo>
                    <a:lnTo>
                      <a:pt x="4836" y="5958"/>
                    </a:lnTo>
                    <a:lnTo>
                      <a:pt x="5051" y="5922"/>
                    </a:lnTo>
                    <a:lnTo>
                      <a:pt x="5254" y="5886"/>
                    </a:lnTo>
                    <a:lnTo>
                      <a:pt x="5457" y="5839"/>
                    </a:lnTo>
                    <a:lnTo>
                      <a:pt x="5660" y="5779"/>
                    </a:lnTo>
                    <a:lnTo>
                      <a:pt x="5863" y="5707"/>
                    </a:lnTo>
                    <a:lnTo>
                      <a:pt x="6054" y="5636"/>
                    </a:lnTo>
                    <a:lnTo>
                      <a:pt x="6245" y="5552"/>
                    </a:lnTo>
                    <a:lnTo>
                      <a:pt x="6436" y="5456"/>
                    </a:lnTo>
                    <a:lnTo>
                      <a:pt x="6615" y="5349"/>
                    </a:lnTo>
                    <a:lnTo>
                      <a:pt x="6794" y="5230"/>
                    </a:lnTo>
                    <a:lnTo>
                      <a:pt x="6961" y="5110"/>
                    </a:lnTo>
                    <a:lnTo>
                      <a:pt x="7129" y="4979"/>
                    </a:lnTo>
                    <a:lnTo>
                      <a:pt x="7284" y="4848"/>
                    </a:lnTo>
                    <a:lnTo>
                      <a:pt x="7439" y="4704"/>
                    </a:lnTo>
                    <a:lnTo>
                      <a:pt x="7582" y="4549"/>
                    </a:lnTo>
                    <a:lnTo>
                      <a:pt x="7726" y="4382"/>
                    </a:lnTo>
                    <a:lnTo>
                      <a:pt x="7857" y="4215"/>
                    </a:lnTo>
                    <a:lnTo>
                      <a:pt x="7988" y="4036"/>
                    </a:lnTo>
                    <a:lnTo>
                      <a:pt x="8096" y="3857"/>
                    </a:lnTo>
                    <a:lnTo>
                      <a:pt x="8203" y="3666"/>
                    </a:lnTo>
                    <a:lnTo>
                      <a:pt x="8311" y="3475"/>
                    </a:lnTo>
                    <a:lnTo>
                      <a:pt x="8394" y="3260"/>
                    </a:lnTo>
                    <a:lnTo>
                      <a:pt x="8490" y="2997"/>
                    </a:lnTo>
                    <a:lnTo>
                      <a:pt x="8573" y="2722"/>
                    </a:lnTo>
                    <a:lnTo>
                      <a:pt x="8633" y="2448"/>
                    </a:lnTo>
                    <a:lnTo>
                      <a:pt x="8681" y="2173"/>
                    </a:lnTo>
                    <a:lnTo>
                      <a:pt x="4359" y="1636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9" name="Google Shape;499;p18"/>
              <p:cNvSpPr/>
              <p:nvPr/>
            </p:nvSpPr>
            <p:spPr>
              <a:xfrm>
                <a:off x="5572564" y="-60838"/>
                <a:ext cx="151840" cy="170565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682" extrusionOk="0">
                    <a:moveTo>
                      <a:pt x="24" y="1"/>
                    </a:moveTo>
                    <a:lnTo>
                      <a:pt x="0" y="4168"/>
                    </a:lnTo>
                    <a:lnTo>
                      <a:pt x="4143" y="4681"/>
                    </a:lnTo>
                    <a:lnTo>
                      <a:pt x="4155" y="4502"/>
                    </a:lnTo>
                    <a:lnTo>
                      <a:pt x="4167" y="4323"/>
                    </a:lnTo>
                    <a:lnTo>
                      <a:pt x="4167" y="4156"/>
                    </a:lnTo>
                    <a:lnTo>
                      <a:pt x="4167" y="3977"/>
                    </a:lnTo>
                    <a:lnTo>
                      <a:pt x="4155" y="3798"/>
                    </a:lnTo>
                    <a:lnTo>
                      <a:pt x="4131" y="3630"/>
                    </a:lnTo>
                    <a:lnTo>
                      <a:pt x="4107" y="3451"/>
                    </a:lnTo>
                    <a:lnTo>
                      <a:pt x="4072" y="3284"/>
                    </a:lnTo>
                    <a:lnTo>
                      <a:pt x="3988" y="2950"/>
                    </a:lnTo>
                    <a:lnTo>
                      <a:pt x="3881" y="2627"/>
                    </a:lnTo>
                    <a:lnTo>
                      <a:pt x="3737" y="2317"/>
                    </a:lnTo>
                    <a:lnTo>
                      <a:pt x="3570" y="2019"/>
                    </a:lnTo>
                    <a:lnTo>
                      <a:pt x="3379" y="1732"/>
                    </a:lnTo>
                    <a:lnTo>
                      <a:pt x="3176" y="1469"/>
                    </a:lnTo>
                    <a:lnTo>
                      <a:pt x="2937" y="1219"/>
                    </a:lnTo>
                    <a:lnTo>
                      <a:pt x="2687" y="980"/>
                    </a:lnTo>
                    <a:lnTo>
                      <a:pt x="2555" y="872"/>
                    </a:lnTo>
                    <a:lnTo>
                      <a:pt x="2412" y="765"/>
                    </a:lnTo>
                    <a:lnTo>
                      <a:pt x="2269" y="669"/>
                    </a:lnTo>
                    <a:lnTo>
                      <a:pt x="2125" y="586"/>
                    </a:lnTo>
                    <a:lnTo>
                      <a:pt x="1970" y="490"/>
                    </a:lnTo>
                    <a:lnTo>
                      <a:pt x="1815" y="419"/>
                    </a:lnTo>
                    <a:lnTo>
                      <a:pt x="1648" y="335"/>
                    </a:lnTo>
                    <a:lnTo>
                      <a:pt x="1481" y="275"/>
                    </a:lnTo>
                    <a:lnTo>
                      <a:pt x="1302" y="216"/>
                    </a:lnTo>
                    <a:lnTo>
                      <a:pt x="1122" y="156"/>
                    </a:lnTo>
                    <a:lnTo>
                      <a:pt x="943" y="108"/>
                    </a:lnTo>
                    <a:lnTo>
                      <a:pt x="764" y="72"/>
                    </a:lnTo>
                    <a:lnTo>
                      <a:pt x="573" y="49"/>
                    </a:lnTo>
                    <a:lnTo>
                      <a:pt x="394" y="25"/>
                    </a:lnTo>
                    <a:lnTo>
                      <a:pt x="203" y="13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0" name="Google Shape;500;p18"/>
              <p:cNvSpPr/>
              <p:nvPr/>
            </p:nvSpPr>
            <p:spPr>
              <a:xfrm>
                <a:off x="5431181" y="-48197"/>
                <a:ext cx="118361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439" extrusionOk="0">
                    <a:moveTo>
                      <a:pt x="3248" y="0"/>
                    </a:moveTo>
                    <a:lnTo>
                      <a:pt x="2986" y="12"/>
                    </a:lnTo>
                    <a:lnTo>
                      <a:pt x="2735" y="36"/>
                    </a:lnTo>
                    <a:lnTo>
                      <a:pt x="2472" y="72"/>
                    </a:lnTo>
                    <a:lnTo>
                      <a:pt x="2234" y="131"/>
                    </a:lnTo>
                    <a:lnTo>
                      <a:pt x="1983" y="215"/>
                    </a:lnTo>
                    <a:lnTo>
                      <a:pt x="1744" y="310"/>
                    </a:lnTo>
                    <a:lnTo>
                      <a:pt x="1517" y="430"/>
                    </a:lnTo>
                    <a:lnTo>
                      <a:pt x="1302" y="561"/>
                    </a:lnTo>
                    <a:lnTo>
                      <a:pt x="1087" y="716"/>
                    </a:lnTo>
                    <a:lnTo>
                      <a:pt x="884" y="884"/>
                    </a:lnTo>
                    <a:lnTo>
                      <a:pt x="705" y="1063"/>
                    </a:lnTo>
                    <a:lnTo>
                      <a:pt x="538" y="1254"/>
                    </a:lnTo>
                    <a:lnTo>
                      <a:pt x="383" y="1457"/>
                    </a:lnTo>
                    <a:lnTo>
                      <a:pt x="240" y="1672"/>
                    </a:lnTo>
                    <a:lnTo>
                      <a:pt x="108" y="1898"/>
                    </a:lnTo>
                    <a:lnTo>
                      <a:pt x="1" y="2125"/>
                    </a:lnTo>
                    <a:lnTo>
                      <a:pt x="3189" y="3439"/>
                    </a:lnTo>
                    <a:lnTo>
                      <a:pt x="324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1" name="Google Shape;501;p18"/>
              <p:cNvSpPr/>
              <p:nvPr/>
            </p:nvSpPr>
            <p:spPr>
              <a:xfrm>
                <a:off x="5289397" y="-152167"/>
                <a:ext cx="1115268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30614" h="61" extrusionOk="0">
                    <a:moveTo>
                      <a:pt x="24" y="0"/>
                    </a:moveTo>
                    <a:lnTo>
                      <a:pt x="1" y="12"/>
                    </a:lnTo>
                    <a:lnTo>
                      <a:pt x="1" y="24"/>
                    </a:lnTo>
                    <a:lnTo>
                      <a:pt x="1" y="48"/>
                    </a:lnTo>
                    <a:lnTo>
                      <a:pt x="24" y="60"/>
                    </a:lnTo>
                    <a:lnTo>
                      <a:pt x="30578" y="60"/>
                    </a:lnTo>
                    <a:lnTo>
                      <a:pt x="30602" y="48"/>
                    </a:lnTo>
                    <a:lnTo>
                      <a:pt x="30614" y="24"/>
                    </a:lnTo>
                    <a:lnTo>
                      <a:pt x="30602" y="12"/>
                    </a:lnTo>
                    <a:lnTo>
                      <a:pt x="3057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2" name="Google Shape;502;p18"/>
              <p:cNvSpPr/>
              <p:nvPr/>
            </p:nvSpPr>
            <p:spPr>
              <a:xfrm>
                <a:off x="5424660" y="70527"/>
                <a:ext cx="50929" cy="101822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2795" extrusionOk="0">
                    <a:moveTo>
                      <a:pt x="1183" y="0"/>
                    </a:moveTo>
                    <a:lnTo>
                      <a:pt x="1171" y="12"/>
                    </a:lnTo>
                    <a:lnTo>
                      <a:pt x="1230" y="192"/>
                    </a:lnTo>
                    <a:lnTo>
                      <a:pt x="1278" y="383"/>
                    </a:lnTo>
                    <a:lnTo>
                      <a:pt x="1314" y="562"/>
                    </a:lnTo>
                    <a:lnTo>
                      <a:pt x="1338" y="741"/>
                    </a:lnTo>
                    <a:lnTo>
                      <a:pt x="1362" y="932"/>
                    </a:lnTo>
                    <a:lnTo>
                      <a:pt x="1350" y="1123"/>
                    </a:lnTo>
                    <a:lnTo>
                      <a:pt x="1338" y="1302"/>
                    </a:lnTo>
                    <a:lnTo>
                      <a:pt x="1314" y="1493"/>
                    </a:lnTo>
                    <a:lnTo>
                      <a:pt x="1266" y="1636"/>
                    </a:lnTo>
                    <a:lnTo>
                      <a:pt x="1219" y="1791"/>
                    </a:lnTo>
                    <a:lnTo>
                      <a:pt x="1147" y="1935"/>
                    </a:lnTo>
                    <a:lnTo>
                      <a:pt x="1075" y="2066"/>
                    </a:lnTo>
                    <a:lnTo>
                      <a:pt x="980" y="2197"/>
                    </a:lnTo>
                    <a:lnTo>
                      <a:pt x="884" y="2317"/>
                    </a:lnTo>
                    <a:lnTo>
                      <a:pt x="765" y="2424"/>
                    </a:lnTo>
                    <a:lnTo>
                      <a:pt x="645" y="2520"/>
                    </a:lnTo>
                    <a:lnTo>
                      <a:pt x="502" y="2603"/>
                    </a:lnTo>
                    <a:lnTo>
                      <a:pt x="347" y="2675"/>
                    </a:lnTo>
                    <a:lnTo>
                      <a:pt x="180" y="2723"/>
                    </a:lnTo>
                    <a:lnTo>
                      <a:pt x="13" y="2759"/>
                    </a:lnTo>
                    <a:lnTo>
                      <a:pt x="1" y="2759"/>
                    </a:lnTo>
                    <a:lnTo>
                      <a:pt x="1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168" y="2770"/>
                    </a:lnTo>
                    <a:lnTo>
                      <a:pt x="311" y="2723"/>
                    </a:lnTo>
                    <a:lnTo>
                      <a:pt x="454" y="2675"/>
                    </a:lnTo>
                    <a:lnTo>
                      <a:pt x="586" y="2603"/>
                    </a:lnTo>
                    <a:lnTo>
                      <a:pt x="705" y="2520"/>
                    </a:lnTo>
                    <a:lnTo>
                      <a:pt x="825" y="2424"/>
                    </a:lnTo>
                    <a:lnTo>
                      <a:pt x="932" y="2317"/>
                    </a:lnTo>
                    <a:lnTo>
                      <a:pt x="1028" y="2197"/>
                    </a:lnTo>
                    <a:lnTo>
                      <a:pt x="1123" y="2054"/>
                    </a:lnTo>
                    <a:lnTo>
                      <a:pt x="1207" y="1899"/>
                    </a:lnTo>
                    <a:lnTo>
                      <a:pt x="1278" y="1732"/>
                    </a:lnTo>
                    <a:lnTo>
                      <a:pt x="1326" y="1565"/>
                    </a:lnTo>
                    <a:lnTo>
                      <a:pt x="1362" y="1385"/>
                    </a:lnTo>
                    <a:lnTo>
                      <a:pt x="1386" y="1218"/>
                    </a:lnTo>
                    <a:lnTo>
                      <a:pt x="1398" y="1039"/>
                    </a:lnTo>
                    <a:lnTo>
                      <a:pt x="1386" y="860"/>
                    </a:lnTo>
                    <a:lnTo>
                      <a:pt x="1362" y="645"/>
                    </a:lnTo>
                    <a:lnTo>
                      <a:pt x="1326" y="430"/>
                    </a:lnTo>
                    <a:lnTo>
                      <a:pt x="1278" y="215"/>
                    </a:lnTo>
                    <a:lnTo>
                      <a:pt x="1207" y="12"/>
                    </a:lnTo>
                    <a:lnTo>
                      <a:pt x="120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3" name="Google Shape;503;p18"/>
              <p:cNvSpPr/>
              <p:nvPr/>
            </p:nvSpPr>
            <p:spPr>
              <a:xfrm>
                <a:off x="5459888" y="121856"/>
                <a:ext cx="153589" cy="102259"/>
              </a:xfrm>
              <a:custGeom>
                <a:avLst/>
                <a:gdLst/>
                <a:ahLst/>
                <a:cxnLst/>
                <a:rect l="l" t="t" r="r" b="b"/>
                <a:pathLst>
                  <a:path w="4216" h="2807" extrusionOk="0">
                    <a:moveTo>
                      <a:pt x="4072" y="0"/>
                    </a:moveTo>
                    <a:lnTo>
                      <a:pt x="3941" y="24"/>
                    </a:lnTo>
                    <a:lnTo>
                      <a:pt x="3833" y="60"/>
                    </a:lnTo>
                    <a:lnTo>
                      <a:pt x="3714" y="108"/>
                    </a:lnTo>
                    <a:lnTo>
                      <a:pt x="3607" y="168"/>
                    </a:lnTo>
                    <a:lnTo>
                      <a:pt x="3511" y="239"/>
                    </a:lnTo>
                    <a:lnTo>
                      <a:pt x="3416" y="311"/>
                    </a:lnTo>
                    <a:lnTo>
                      <a:pt x="3320" y="394"/>
                    </a:lnTo>
                    <a:lnTo>
                      <a:pt x="3236" y="490"/>
                    </a:lnTo>
                    <a:lnTo>
                      <a:pt x="3153" y="585"/>
                    </a:lnTo>
                    <a:lnTo>
                      <a:pt x="2998" y="788"/>
                    </a:lnTo>
                    <a:lnTo>
                      <a:pt x="2866" y="1003"/>
                    </a:lnTo>
                    <a:lnTo>
                      <a:pt x="2747" y="1218"/>
                    </a:lnTo>
                    <a:lnTo>
                      <a:pt x="2616" y="1457"/>
                    </a:lnTo>
                    <a:lnTo>
                      <a:pt x="2484" y="1684"/>
                    </a:lnTo>
                    <a:lnTo>
                      <a:pt x="2329" y="1911"/>
                    </a:lnTo>
                    <a:lnTo>
                      <a:pt x="2245" y="2018"/>
                    </a:lnTo>
                    <a:lnTo>
                      <a:pt x="2150" y="2126"/>
                    </a:lnTo>
                    <a:lnTo>
                      <a:pt x="2054" y="2221"/>
                    </a:lnTo>
                    <a:lnTo>
                      <a:pt x="1959" y="2305"/>
                    </a:lnTo>
                    <a:lnTo>
                      <a:pt x="1840" y="2376"/>
                    </a:lnTo>
                    <a:lnTo>
                      <a:pt x="1732" y="2448"/>
                    </a:lnTo>
                    <a:lnTo>
                      <a:pt x="1613" y="2508"/>
                    </a:lnTo>
                    <a:lnTo>
                      <a:pt x="1493" y="2567"/>
                    </a:lnTo>
                    <a:lnTo>
                      <a:pt x="1362" y="2603"/>
                    </a:lnTo>
                    <a:lnTo>
                      <a:pt x="1231" y="2651"/>
                    </a:lnTo>
                    <a:lnTo>
                      <a:pt x="1087" y="2675"/>
                    </a:lnTo>
                    <a:lnTo>
                      <a:pt x="932" y="2711"/>
                    </a:lnTo>
                    <a:lnTo>
                      <a:pt x="634" y="2746"/>
                    </a:lnTo>
                    <a:lnTo>
                      <a:pt x="323" y="2758"/>
                    </a:lnTo>
                    <a:lnTo>
                      <a:pt x="25" y="2770"/>
                    </a:lnTo>
                    <a:lnTo>
                      <a:pt x="13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25" y="2806"/>
                    </a:lnTo>
                    <a:lnTo>
                      <a:pt x="275" y="2794"/>
                    </a:lnTo>
                    <a:lnTo>
                      <a:pt x="538" y="2782"/>
                    </a:lnTo>
                    <a:lnTo>
                      <a:pt x="801" y="2758"/>
                    </a:lnTo>
                    <a:lnTo>
                      <a:pt x="1052" y="2723"/>
                    </a:lnTo>
                    <a:lnTo>
                      <a:pt x="1314" y="2663"/>
                    </a:lnTo>
                    <a:lnTo>
                      <a:pt x="1434" y="2627"/>
                    </a:lnTo>
                    <a:lnTo>
                      <a:pt x="1553" y="2579"/>
                    </a:lnTo>
                    <a:lnTo>
                      <a:pt x="1672" y="2520"/>
                    </a:lnTo>
                    <a:lnTo>
                      <a:pt x="1780" y="2460"/>
                    </a:lnTo>
                    <a:lnTo>
                      <a:pt x="1899" y="2388"/>
                    </a:lnTo>
                    <a:lnTo>
                      <a:pt x="1995" y="2317"/>
                    </a:lnTo>
                    <a:lnTo>
                      <a:pt x="2102" y="2233"/>
                    </a:lnTo>
                    <a:lnTo>
                      <a:pt x="2198" y="2138"/>
                    </a:lnTo>
                    <a:lnTo>
                      <a:pt x="2281" y="2030"/>
                    </a:lnTo>
                    <a:lnTo>
                      <a:pt x="2365" y="1923"/>
                    </a:lnTo>
                    <a:lnTo>
                      <a:pt x="2508" y="1708"/>
                    </a:lnTo>
                    <a:lnTo>
                      <a:pt x="2639" y="1481"/>
                    </a:lnTo>
                    <a:lnTo>
                      <a:pt x="2902" y="1015"/>
                    </a:lnTo>
                    <a:lnTo>
                      <a:pt x="3045" y="788"/>
                    </a:lnTo>
                    <a:lnTo>
                      <a:pt x="3117" y="681"/>
                    </a:lnTo>
                    <a:lnTo>
                      <a:pt x="3201" y="573"/>
                    </a:lnTo>
                    <a:lnTo>
                      <a:pt x="3308" y="466"/>
                    </a:lnTo>
                    <a:lnTo>
                      <a:pt x="3416" y="370"/>
                    </a:lnTo>
                    <a:lnTo>
                      <a:pt x="3523" y="275"/>
                    </a:lnTo>
                    <a:lnTo>
                      <a:pt x="3642" y="191"/>
                    </a:lnTo>
                    <a:lnTo>
                      <a:pt x="3774" y="132"/>
                    </a:lnTo>
                    <a:lnTo>
                      <a:pt x="3905" y="72"/>
                    </a:lnTo>
                    <a:lnTo>
                      <a:pt x="4048" y="48"/>
                    </a:lnTo>
                    <a:lnTo>
                      <a:pt x="4204" y="36"/>
                    </a:lnTo>
                    <a:lnTo>
                      <a:pt x="4215" y="24"/>
                    </a:lnTo>
                    <a:lnTo>
                      <a:pt x="4215" y="12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4" name="Google Shape;504;p18"/>
              <p:cNvSpPr/>
              <p:nvPr/>
            </p:nvSpPr>
            <p:spPr>
              <a:xfrm>
                <a:off x="5581235" y="128814"/>
                <a:ext cx="136613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3750" h="2640" extrusionOk="0">
                    <a:moveTo>
                      <a:pt x="2592" y="0"/>
                    </a:moveTo>
                    <a:lnTo>
                      <a:pt x="2592" y="12"/>
                    </a:lnTo>
                    <a:lnTo>
                      <a:pt x="2508" y="215"/>
                    </a:lnTo>
                    <a:lnTo>
                      <a:pt x="2413" y="418"/>
                    </a:lnTo>
                    <a:lnTo>
                      <a:pt x="2293" y="597"/>
                    </a:lnTo>
                    <a:lnTo>
                      <a:pt x="2150" y="765"/>
                    </a:lnTo>
                    <a:lnTo>
                      <a:pt x="1983" y="908"/>
                    </a:lnTo>
                    <a:lnTo>
                      <a:pt x="1804" y="1039"/>
                    </a:lnTo>
                    <a:lnTo>
                      <a:pt x="1625" y="1135"/>
                    </a:lnTo>
                    <a:lnTo>
                      <a:pt x="1422" y="1230"/>
                    </a:lnTo>
                    <a:lnTo>
                      <a:pt x="1064" y="1350"/>
                    </a:lnTo>
                    <a:lnTo>
                      <a:pt x="873" y="1409"/>
                    </a:lnTo>
                    <a:lnTo>
                      <a:pt x="693" y="1481"/>
                    </a:lnTo>
                    <a:lnTo>
                      <a:pt x="514" y="1564"/>
                    </a:lnTo>
                    <a:lnTo>
                      <a:pt x="359" y="1660"/>
                    </a:lnTo>
                    <a:lnTo>
                      <a:pt x="288" y="1720"/>
                    </a:lnTo>
                    <a:lnTo>
                      <a:pt x="216" y="1791"/>
                    </a:lnTo>
                    <a:lnTo>
                      <a:pt x="156" y="1863"/>
                    </a:lnTo>
                    <a:lnTo>
                      <a:pt x="96" y="1935"/>
                    </a:lnTo>
                    <a:lnTo>
                      <a:pt x="49" y="2018"/>
                    </a:lnTo>
                    <a:lnTo>
                      <a:pt x="25" y="2102"/>
                    </a:lnTo>
                    <a:lnTo>
                      <a:pt x="1" y="2197"/>
                    </a:lnTo>
                    <a:lnTo>
                      <a:pt x="1" y="2281"/>
                    </a:lnTo>
                    <a:lnTo>
                      <a:pt x="13" y="2364"/>
                    </a:lnTo>
                    <a:lnTo>
                      <a:pt x="49" y="2448"/>
                    </a:lnTo>
                    <a:lnTo>
                      <a:pt x="96" y="2520"/>
                    </a:lnTo>
                    <a:lnTo>
                      <a:pt x="180" y="2567"/>
                    </a:lnTo>
                    <a:lnTo>
                      <a:pt x="264" y="2603"/>
                    </a:lnTo>
                    <a:lnTo>
                      <a:pt x="359" y="2627"/>
                    </a:lnTo>
                    <a:lnTo>
                      <a:pt x="455" y="2639"/>
                    </a:lnTo>
                    <a:lnTo>
                      <a:pt x="801" y="2639"/>
                    </a:lnTo>
                    <a:lnTo>
                      <a:pt x="1040" y="2627"/>
                    </a:lnTo>
                    <a:lnTo>
                      <a:pt x="1267" y="2591"/>
                    </a:lnTo>
                    <a:lnTo>
                      <a:pt x="1493" y="2532"/>
                    </a:lnTo>
                    <a:lnTo>
                      <a:pt x="1720" y="2472"/>
                    </a:lnTo>
                    <a:lnTo>
                      <a:pt x="1923" y="2388"/>
                    </a:lnTo>
                    <a:lnTo>
                      <a:pt x="2138" y="2281"/>
                    </a:lnTo>
                    <a:lnTo>
                      <a:pt x="2341" y="2173"/>
                    </a:lnTo>
                    <a:lnTo>
                      <a:pt x="2532" y="2042"/>
                    </a:lnTo>
                    <a:lnTo>
                      <a:pt x="2711" y="1899"/>
                    </a:lnTo>
                    <a:lnTo>
                      <a:pt x="2890" y="1732"/>
                    </a:lnTo>
                    <a:lnTo>
                      <a:pt x="3069" y="1553"/>
                    </a:lnTo>
                    <a:lnTo>
                      <a:pt x="3225" y="1362"/>
                    </a:lnTo>
                    <a:lnTo>
                      <a:pt x="3356" y="1159"/>
                    </a:lnTo>
                    <a:lnTo>
                      <a:pt x="3487" y="956"/>
                    </a:lnTo>
                    <a:lnTo>
                      <a:pt x="3595" y="729"/>
                    </a:lnTo>
                    <a:lnTo>
                      <a:pt x="3678" y="502"/>
                    </a:lnTo>
                    <a:lnTo>
                      <a:pt x="3750" y="263"/>
                    </a:lnTo>
                    <a:lnTo>
                      <a:pt x="3750" y="251"/>
                    </a:lnTo>
                    <a:lnTo>
                      <a:pt x="3738" y="239"/>
                    </a:lnTo>
                    <a:lnTo>
                      <a:pt x="3726" y="239"/>
                    </a:lnTo>
                    <a:lnTo>
                      <a:pt x="3714" y="251"/>
                    </a:lnTo>
                    <a:lnTo>
                      <a:pt x="3654" y="466"/>
                    </a:lnTo>
                    <a:lnTo>
                      <a:pt x="3583" y="657"/>
                    </a:lnTo>
                    <a:lnTo>
                      <a:pt x="3487" y="860"/>
                    </a:lnTo>
                    <a:lnTo>
                      <a:pt x="3392" y="1051"/>
                    </a:lnTo>
                    <a:lnTo>
                      <a:pt x="3272" y="1230"/>
                    </a:lnTo>
                    <a:lnTo>
                      <a:pt x="3141" y="1409"/>
                    </a:lnTo>
                    <a:lnTo>
                      <a:pt x="3010" y="1564"/>
                    </a:lnTo>
                    <a:lnTo>
                      <a:pt x="2855" y="1732"/>
                    </a:lnTo>
                    <a:lnTo>
                      <a:pt x="2687" y="1875"/>
                    </a:lnTo>
                    <a:lnTo>
                      <a:pt x="2508" y="2018"/>
                    </a:lnTo>
                    <a:lnTo>
                      <a:pt x="2317" y="2138"/>
                    </a:lnTo>
                    <a:lnTo>
                      <a:pt x="2126" y="2245"/>
                    </a:lnTo>
                    <a:lnTo>
                      <a:pt x="1923" y="2352"/>
                    </a:lnTo>
                    <a:lnTo>
                      <a:pt x="1708" y="2424"/>
                    </a:lnTo>
                    <a:lnTo>
                      <a:pt x="1493" y="2496"/>
                    </a:lnTo>
                    <a:lnTo>
                      <a:pt x="1279" y="2544"/>
                    </a:lnTo>
                    <a:lnTo>
                      <a:pt x="1040" y="2591"/>
                    </a:lnTo>
                    <a:lnTo>
                      <a:pt x="801" y="2603"/>
                    </a:lnTo>
                    <a:lnTo>
                      <a:pt x="574" y="2615"/>
                    </a:lnTo>
                    <a:lnTo>
                      <a:pt x="467" y="2603"/>
                    </a:lnTo>
                    <a:lnTo>
                      <a:pt x="359" y="2591"/>
                    </a:lnTo>
                    <a:lnTo>
                      <a:pt x="252" y="2567"/>
                    </a:lnTo>
                    <a:lnTo>
                      <a:pt x="156" y="2508"/>
                    </a:lnTo>
                    <a:lnTo>
                      <a:pt x="120" y="2484"/>
                    </a:lnTo>
                    <a:lnTo>
                      <a:pt x="85" y="2436"/>
                    </a:lnTo>
                    <a:lnTo>
                      <a:pt x="61" y="2388"/>
                    </a:lnTo>
                    <a:lnTo>
                      <a:pt x="37" y="2341"/>
                    </a:lnTo>
                    <a:lnTo>
                      <a:pt x="37" y="2293"/>
                    </a:lnTo>
                    <a:lnTo>
                      <a:pt x="37" y="2233"/>
                    </a:lnTo>
                    <a:lnTo>
                      <a:pt x="49" y="2138"/>
                    </a:lnTo>
                    <a:lnTo>
                      <a:pt x="85" y="2030"/>
                    </a:lnTo>
                    <a:lnTo>
                      <a:pt x="132" y="1947"/>
                    </a:lnTo>
                    <a:lnTo>
                      <a:pt x="192" y="1863"/>
                    </a:lnTo>
                    <a:lnTo>
                      <a:pt x="252" y="1791"/>
                    </a:lnTo>
                    <a:lnTo>
                      <a:pt x="323" y="1732"/>
                    </a:lnTo>
                    <a:lnTo>
                      <a:pt x="407" y="1672"/>
                    </a:lnTo>
                    <a:lnTo>
                      <a:pt x="562" y="1576"/>
                    </a:lnTo>
                    <a:lnTo>
                      <a:pt x="741" y="1493"/>
                    </a:lnTo>
                    <a:lnTo>
                      <a:pt x="920" y="1433"/>
                    </a:lnTo>
                    <a:lnTo>
                      <a:pt x="1099" y="1373"/>
                    </a:lnTo>
                    <a:lnTo>
                      <a:pt x="1290" y="1314"/>
                    </a:lnTo>
                    <a:lnTo>
                      <a:pt x="1458" y="1242"/>
                    </a:lnTo>
                    <a:lnTo>
                      <a:pt x="1661" y="1159"/>
                    </a:lnTo>
                    <a:lnTo>
                      <a:pt x="1840" y="1051"/>
                    </a:lnTo>
                    <a:lnTo>
                      <a:pt x="2019" y="932"/>
                    </a:lnTo>
                    <a:lnTo>
                      <a:pt x="2174" y="788"/>
                    </a:lnTo>
                    <a:lnTo>
                      <a:pt x="2317" y="621"/>
                    </a:lnTo>
                    <a:lnTo>
                      <a:pt x="2449" y="430"/>
                    </a:lnTo>
                    <a:lnTo>
                      <a:pt x="2544" y="227"/>
                    </a:lnTo>
                    <a:lnTo>
                      <a:pt x="2616" y="24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5" name="Google Shape;505;p18"/>
              <p:cNvSpPr/>
              <p:nvPr/>
            </p:nvSpPr>
            <p:spPr>
              <a:xfrm>
                <a:off x="5492529" y="155772"/>
                <a:ext cx="26120" cy="26995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1" extrusionOk="0">
                    <a:moveTo>
                      <a:pt x="406" y="36"/>
                    </a:moveTo>
                    <a:lnTo>
                      <a:pt x="454" y="48"/>
                    </a:lnTo>
                    <a:lnTo>
                      <a:pt x="502" y="72"/>
                    </a:lnTo>
                    <a:lnTo>
                      <a:pt x="561" y="96"/>
                    </a:lnTo>
                    <a:lnTo>
                      <a:pt x="621" y="168"/>
                    </a:lnTo>
                    <a:lnTo>
                      <a:pt x="657" y="251"/>
                    </a:lnTo>
                    <a:lnTo>
                      <a:pt x="681" y="335"/>
                    </a:lnTo>
                    <a:lnTo>
                      <a:pt x="681" y="430"/>
                    </a:lnTo>
                    <a:lnTo>
                      <a:pt x="669" y="478"/>
                    </a:lnTo>
                    <a:lnTo>
                      <a:pt x="645" y="526"/>
                    </a:lnTo>
                    <a:lnTo>
                      <a:pt x="609" y="574"/>
                    </a:lnTo>
                    <a:lnTo>
                      <a:pt x="573" y="610"/>
                    </a:lnTo>
                    <a:lnTo>
                      <a:pt x="490" y="669"/>
                    </a:lnTo>
                    <a:lnTo>
                      <a:pt x="442" y="693"/>
                    </a:lnTo>
                    <a:lnTo>
                      <a:pt x="394" y="705"/>
                    </a:lnTo>
                    <a:lnTo>
                      <a:pt x="287" y="705"/>
                    </a:lnTo>
                    <a:lnTo>
                      <a:pt x="239" y="693"/>
                    </a:lnTo>
                    <a:lnTo>
                      <a:pt x="191" y="669"/>
                    </a:lnTo>
                    <a:lnTo>
                      <a:pt x="156" y="645"/>
                    </a:lnTo>
                    <a:lnTo>
                      <a:pt x="120" y="610"/>
                    </a:lnTo>
                    <a:lnTo>
                      <a:pt x="84" y="562"/>
                    </a:lnTo>
                    <a:lnTo>
                      <a:pt x="60" y="526"/>
                    </a:lnTo>
                    <a:lnTo>
                      <a:pt x="48" y="466"/>
                    </a:lnTo>
                    <a:lnTo>
                      <a:pt x="36" y="419"/>
                    </a:lnTo>
                    <a:lnTo>
                      <a:pt x="36" y="359"/>
                    </a:lnTo>
                    <a:lnTo>
                      <a:pt x="36" y="299"/>
                    </a:lnTo>
                    <a:lnTo>
                      <a:pt x="48" y="251"/>
                    </a:lnTo>
                    <a:lnTo>
                      <a:pt x="72" y="204"/>
                    </a:lnTo>
                    <a:lnTo>
                      <a:pt x="108" y="156"/>
                    </a:lnTo>
                    <a:lnTo>
                      <a:pt x="144" y="120"/>
                    </a:lnTo>
                    <a:lnTo>
                      <a:pt x="239" y="72"/>
                    </a:lnTo>
                    <a:lnTo>
                      <a:pt x="299" y="48"/>
                    </a:lnTo>
                    <a:lnTo>
                      <a:pt x="347" y="36"/>
                    </a:lnTo>
                    <a:close/>
                    <a:moveTo>
                      <a:pt x="335" y="1"/>
                    </a:moveTo>
                    <a:lnTo>
                      <a:pt x="263" y="25"/>
                    </a:lnTo>
                    <a:lnTo>
                      <a:pt x="191" y="48"/>
                    </a:lnTo>
                    <a:lnTo>
                      <a:pt x="134" y="87"/>
                    </a:lnTo>
                    <a:lnTo>
                      <a:pt x="132" y="84"/>
                    </a:lnTo>
                    <a:lnTo>
                      <a:pt x="120" y="96"/>
                    </a:lnTo>
                    <a:lnTo>
                      <a:pt x="84" y="132"/>
                    </a:lnTo>
                    <a:lnTo>
                      <a:pt x="48" y="180"/>
                    </a:lnTo>
                    <a:lnTo>
                      <a:pt x="24" y="227"/>
                    </a:lnTo>
                    <a:lnTo>
                      <a:pt x="12" y="275"/>
                    </a:lnTo>
                    <a:lnTo>
                      <a:pt x="0" y="335"/>
                    </a:lnTo>
                    <a:lnTo>
                      <a:pt x="0" y="383"/>
                    </a:lnTo>
                    <a:lnTo>
                      <a:pt x="12" y="490"/>
                    </a:lnTo>
                    <a:lnTo>
                      <a:pt x="36" y="550"/>
                    </a:lnTo>
                    <a:lnTo>
                      <a:pt x="60" y="598"/>
                    </a:lnTo>
                    <a:lnTo>
                      <a:pt x="96" y="633"/>
                    </a:lnTo>
                    <a:lnTo>
                      <a:pt x="132" y="669"/>
                    </a:lnTo>
                    <a:lnTo>
                      <a:pt x="179" y="705"/>
                    </a:lnTo>
                    <a:lnTo>
                      <a:pt x="227" y="729"/>
                    </a:lnTo>
                    <a:lnTo>
                      <a:pt x="275" y="741"/>
                    </a:lnTo>
                    <a:lnTo>
                      <a:pt x="394" y="741"/>
                    </a:lnTo>
                    <a:lnTo>
                      <a:pt x="454" y="717"/>
                    </a:lnTo>
                    <a:lnTo>
                      <a:pt x="502" y="705"/>
                    </a:lnTo>
                    <a:lnTo>
                      <a:pt x="550" y="669"/>
                    </a:lnTo>
                    <a:lnTo>
                      <a:pt x="597" y="633"/>
                    </a:lnTo>
                    <a:lnTo>
                      <a:pt x="633" y="598"/>
                    </a:lnTo>
                    <a:lnTo>
                      <a:pt x="669" y="550"/>
                    </a:lnTo>
                    <a:lnTo>
                      <a:pt x="693" y="490"/>
                    </a:lnTo>
                    <a:lnTo>
                      <a:pt x="717" y="442"/>
                    </a:lnTo>
                    <a:lnTo>
                      <a:pt x="717" y="395"/>
                    </a:lnTo>
                    <a:lnTo>
                      <a:pt x="717" y="347"/>
                    </a:lnTo>
                    <a:lnTo>
                      <a:pt x="705" y="287"/>
                    </a:lnTo>
                    <a:lnTo>
                      <a:pt x="669" y="192"/>
                    </a:lnTo>
                    <a:lnTo>
                      <a:pt x="609" y="108"/>
                    </a:lnTo>
                    <a:lnTo>
                      <a:pt x="573" y="72"/>
                    </a:lnTo>
                    <a:lnTo>
                      <a:pt x="526" y="36"/>
                    </a:lnTo>
                    <a:lnTo>
                      <a:pt x="466" y="13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6" name="Google Shape;506;p18"/>
              <p:cNvSpPr/>
              <p:nvPr/>
            </p:nvSpPr>
            <p:spPr>
              <a:xfrm>
                <a:off x="5334643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5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5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66" y="645"/>
                    </a:lnTo>
                    <a:lnTo>
                      <a:pt x="526" y="609"/>
                    </a:lnTo>
                    <a:lnTo>
                      <a:pt x="573" y="573"/>
                    </a:lnTo>
                    <a:lnTo>
                      <a:pt x="621" y="525"/>
                    </a:lnTo>
                    <a:lnTo>
                      <a:pt x="645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45" y="203"/>
                    </a:lnTo>
                    <a:lnTo>
                      <a:pt x="621" y="143"/>
                    </a:lnTo>
                    <a:lnTo>
                      <a:pt x="573" y="96"/>
                    </a:lnTo>
                    <a:lnTo>
                      <a:pt x="526" y="48"/>
                    </a:lnTo>
                    <a:lnTo>
                      <a:pt x="466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7" name="Google Shape;507;p18"/>
              <p:cNvSpPr/>
              <p:nvPr/>
            </p:nvSpPr>
            <p:spPr>
              <a:xfrm>
                <a:off x="5369870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6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6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8" name="Google Shape;508;p18"/>
              <p:cNvSpPr/>
              <p:nvPr/>
            </p:nvSpPr>
            <p:spPr>
              <a:xfrm>
                <a:off x="5405098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15" y="24"/>
                    </a:lnTo>
                    <a:lnTo>
                      <a:pt x="156" y="48"/>
                    </a:lnTo>
                    <a:lnTo>
                      <a:pt x="108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108" y="573"/>
                    </a:lnTo>
                    <a:lnTo>
                      <a:pt x="156" y="609"/>
                    </a:lnTo>
                    <a:lnTo>
                      <a:pt x="215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09" name="Google Shape;509;p18"/>
            <p:cNvGrpSpPr/>
            <p:nvPr/>
          </p:nvGrpSpPr>
          <p:grpSpPr>
            <a:xfrm>
              <a:off x="8466294" y="3771366"/>
              <a:ext cx="618903" cy="828066"/>
              <a:chOff x="150500" y="3822988"/>
              <a:chExt cx="569630" cy="762141"/>
            </a:xfrm>
          </p:grpSpPr>
          <p:sp>
            <p:nvSpPr>
              <p:cNvPr id="510" name="Google Shape;510;p18"/>
              <p:cNvSpPr/>
              <p:nvPr/>
            </p:nvSpPr>
            <p:spPr>
              <a:xfrm>
                <a:off x="461248" y="3822988"/>
                <a:ext cx="258881" cy="404536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6699" extrusionOk="0">
                    <a:moveTo>
                      <a:pt x="3332" y="0"/>
                    </a:moveTo>
                    <a:lnTo>
                      <a:pt x="3224" y="12"/>
                    </a:lnTo>
                    <a:lnTo>
                      <a:pt x="3105" y="24"/>
                    </a:lnTo>
                    <a:lnTo>
                      <a:pt x="2997" y="48"/>
                    </a:lnTo>
                    <a:lnTo>
                      <a:pt x="2890" y="84"/>
                    </a:lnTo>
                    <a:lnTo>
                      <a:pt x="2794" y="131"/>
                    </a:lnTo>
                    <a:lnTo>
                      <a:pt x="2687" y="179"/>
                    </a:lnTo>
                    <a:lnTo>
                      <a:pt x="2591" y="239"/>
                    </a:lnTo>
                    <a:lnTo>
                      <a:pt x="2388" y="382"/>
                    </a:lnTo>
                    <a:lnTo>
                      <a:pt x="2209" y="549"/>
                    </a:lnTo>
                    <a:lnTo>
                      <a:pt x="2030" y="716"/>
                    </a:lnTo>
                    <a:lnTo>
                      <a:pt x="1875" y="907"/>
                    </a:lnTo>
                    <a:lnTo>
                      <a:pt x="1720" y="1099"/>
                    </a:lnTo>
                    <a:lnTo>
                      <a:pt x="1553" y="1325"/>
                    </a:lnTo>
                    <a:lnTo>
                      <a:pt x="1398" y="1564"/>
                    </a:lnTo>
                    <a:lnTo>
                      <a:pt x="1242" y="1803"/>
                    </a:lnTo>
                    <a:lnTo>
                      <a:pt x="1099" y="2042"/>
                    </a:lnTo>
                    <a:lnTo>
                      <a:pt x="956" y="2292"/>
                    </a:lnTo>
                    <a:lnTo>
                      <a:pt x="824" y="2531"/>
                    </a:lnTo>
                    <a:lnTo>
                      <a:pt x="705" y="2782"/>
                    </a:lnTo>
                    <a:lnTo>
                      <a:pt x="598" y="3033"/>
                    </a:lnTo>
                    <a:lnTo>
                      <a:pt x="490" y="3283"/>
                    </a:lnTo>
                    <a:lnTo>
                      <a:pt x="407" y="3546"/>
                    </a:lnTo>
                    <a:lnTo>
                      <a:pt x="323" y="3797"/>
                    </a:lnTo>
                    <a:lnTo>
                      <a:pt x="239" y="4048"/>
                    </a:lnTo>
                    <a:lnTo>
                      <a:pt x="180" y="4310"/>
                    </a:lnTo>
                    <a:lnTo>
                      <a:pt x="120" y="4561"/>
                    </a:lnTo>
                    <a:lnTo>
                      <a:pt x="72" y="4824"/>
                    </a:lnTo>
                    <a:lnTo>
                      <a:pt x="36" y="5074"/>
                    </a:lnTo>
                    <a:lnTo>
                      <a:pt x="13" y="5349"/>
                    </a:lnTo>
                    <a:lnTo>
                      <a:pt x="1" y="5624"/>
                    </a:lnTo>
                    <a:lnTo>
                      <a:pt x="13" y="5767"/>
                    </a:lnTo>
                    <a:lnTo>
                      <a:pt x="24" y="5886"/>
                    </a:lnTo>
                    <a:lnTo>
                      <a:pt x="60" y="6018"/>
                    </a:lnTo>
                    <a:lnTo>
                      <a:pt x="96" y="6137"/>
                    </a:lnTo>
                    <a:lnTo>
                      <a:pt x="144" y="6256"/>
                    </a:lnTo>
                    <a:lnTo>
                      <a:pt x="215" y="6364"/>
                    </a:lnTo>
                    <a:lnTo>
                      <a:pt x="299" y="6459"/>
                    </a:lnTo>
                    <a:lnTo>
                      <a:pt x="395" y="6543"/>
                    </a:lnTo>
                    <a:lnTo>
                      <a:pt x="502" y="6603"/>
                    </a:lnTo>
                    <a:lnTo>
                      <a:pt x="621" y="6662"/>
                    </a:lnTo>
                    <a:lnTo>
                      <a:pt x="753" y="6686"/>
                    </a:lnTo>
                    <a:lnTo>
                      <a:pt x="884" y="6698"/>
                    </a:lnTo>
                    <a:lnTo>
                      <a:pt x="956" y="6686"/>
                    </a:lnTo>
                    <a:lnTo>
                      <a:pt x="1039" y="6662"/>
                    </a:lnTo>
                    <a:lnTo>
                      <a:pt x="1123" y="6615"/>
                    </a:lnTo>
                    <a:lnTo>
                      <a:pt x="1206" y="6567"/>
                    </a:lnTo>
                    <a:lnTo>
                      <a:pt x="1398" y="6424"/>
                    </a:lnTo>
                    <a:lnTo>
                      <a:pt x="1589" y="6244"/>
                    </a:lnTo>
                    <a:lnTo>
                      <a:pt x="1803" y="6030"/>
                    </a:lnTo>
                    <a:lnTo>
                      <a:pt x="2018" y="5779"/>
                    </a:lnTo>
                    <a:lnTo>
                      <a:pt x="2245" y="5504"/>
                    </a:lnTo>
                    <a:lnTo>
                      <a:pt x="2460" y="5206"/>
                    </a:lnTo>
                    <a:lnTo>
                      <a:pt x="2687" y="4895"/>
                    </a:lnTo>
                    <a:lnTo>
                      <a:pt x="2902" y="4573"/>
                    </a:lnTo>
                    <a:lnTo>
                      <a:pt x="3105" y="4239"/>
                    </a:lnTo>
                    <a:lnTo>
                      <a:pt x="3296" y="3904"/>
                    </a:lnTo>
                    <a:lnTo>
                      <a:pt x="3487" y="3570"/>
                    </a:lnTo>
                    <a:lnTo>
                      <a:pt x="3642" y="3248"/>
                    </a:lnTo>
                    <a:lnTo>
                      <a:pt x="3785" y="2937"/>
                    </a:lnTo>
                    <a:lnTo>
                      <a:pt x="3917" y="2651"/>
                    </a:lnTo>
                    <a:lnTo>
                      <a:pt x="4072" y="2221"/>
                    </a:lnTo>
                    <a:lnTo>
                      <a:pt x="4144" y="2006"/>
                    </a:lnTo>
                    <a:lnTo>
                      <a:pt x="4203" y="1791"/>
                    </a:lnTo>
                    <a:lnTo>
                      <a:pt x="4251" y="1576"/>
                    </a:lnTo>
                    <a:lnTo>
                      <a:pt x="4275" y="1373"/>
                    </a:lnTo>
                    <a:lnTo>
                      <a:pt x="4287" y="1158"/>
                    </a:lnTo>
                    <a:lnTo>
                      <a:pt x="4287" y="955"/>
                    </a:lnTo>
                    <a:lnTo>
                      <a:pt x="4263" y="860"/>
                    </a:lnTo>
                    <a:lnTo>
                      <a:pt x="4239" y="764"/>
                    </a:lnTo>
                    <a:lnTo>
                      <a:pt x="4215" y="669"/>
                    </a:lnTo>
                    <a:lnTo>
                      <a:pt x="4167" y="573"/>
                    </a:lnTo>
                    <a:lnTo>
                      <a:pt x="4132" y="490"/>
                    </a:lnTo>
                    <a:lnTo>
                      <a:pt x="4072" y="406"/>
                    </a:lnTo>
                    <a:lnTo>
                      <a:pt x="4012" y="322"/>
                    </a:lnTo>
                    <a:lnTo>
                      <a:pt x="3953" y="263"/>
                    </a:lnTo>
                    <a:lnTo>
                      <a:pt x="3881" y="191"/>
                    </a:lnTo>
                    <a:lnTo>
                      <a:pt x="3797" y="143"/>
                    </a:lnTo>
                    <a:lnTo>
                      <a:pt x="3714" y="96"/>
                    </a:lnTo>
                    <a:lnTo>
                      <a:pt x="3630" y="60"/>
                    </a:lnTo>
                    <a:lnTo>
                      <a:pt x="3535" y="24"/>
                    </a:lnTo>
                    <a:lnTo>
                      <a:pt x="3427" y="12"/>
                    </a:lnTo>
                    <a:lnTo>
                      <a:pt x="3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1" name="Google Shape;511;p18"/>
              <p:cNvSpPr/>
              <p:nvPr/>
            </p:nvSpPr>
            <p:spPr>
              <a:xfrm>
                <a:off x="465596" y="3936877"/>
                <a:ext cx="165884" cy="523499"/>
              </a:xfrm>
              <a:custGeom>
                <a:avLst/>
                <a:gdLst/>
                <a:ahLst/>
                <a:cxnLst/>
                <a:rect l="l" t="t" r="r" b="b"/>
                <a:pathLst>
                  <a:path w="2747" h="8669" extrusionOk="0">
                    <a:moveTo>
                      <a:pt x="2734" y="1"/>
                    </a:moveTo>
                    <a:lnTo>
                      <a:pt x="2722" y="12"/>
                    </a:lnTo>
                    <a:lnTo>
                      <a:pt x="2448" y="454"/>
                    </a:lnTo>
                    <a:lnTo>
                      <a:pt x="2185" y="896"/>
                    </a:lnTo>
                    <a:lnTo>
                      <a:pt x="1934" y="1350"/>
                    </a:lnTo>
                    <a:lnTo>
                      <a:pt x="1696" y="1803"/>
                    </a:lnTo>
                    <a:lnTo>
                      <a:pt x="1469" y="2269"/>
                    </a:lnTo>
                    <a:lnTo>
                      <a:pt x="1254" y="2735"/>
                    </a:lnTo>
                    <a:lnTo>
                      <a:pt x="1051" y="3200"/>
                    </a:lnTo>
                    <a:lnTo>
                      <a:pt x="860" y="3678"/>
                    </a:lnTo>
                    <a:lnTo>
                      <a:pt x="717" y="4084"/>
                    </a:lnTo>
                    <a:lnTo>
                      <a:pt x="573" y="4490"/>
                    </a:lnTo>
                    <a:lnTo>
                      <a:pt x="454" y="4896"/>
                    </a:lnTo>
                    <a:lnTo>
                      <a:pt x="335" y="5314"/>
                    </a:lnTo>
                    <a:lnTo>
                      <a:pt x="239" y="5732"/>
                    </a:lnTo>
                    <a:lnTo>
                      <a:pt x="155" y="6149"/>
                    </a:lnTo>
                    <a:lnTo>
                      <a:pt x="96" y="6567"/>
                    </a:lnTo>
                    <a:lnTo>
                      <a:pt x="36" y="6997"/>
                    </a:lnTo>
                    <a:lnTo>
                      <a:pt x="12" y="7403"/>
                    </a:lnTo>
                    <a:lnTo>
                      <a:pt x="0" y="7821"/>
                    </a:lnTo>
                    <a:lnTo>
                      <a:pt x="12" y="8239"/>
                    </a:lnTo>
                    <a:lnTo>
                      <a:pt x="36" y="8645"/>
                    </a:lnTo>
                    <a:lnTo>
                      <a:pt x="48" y="8657"/>
                    </a:lnTo>
                    <a:lnTo>
                      <a:pt x="60" y="8669"/>
                    </a:lnTo>
                    <a:lnTo>
                      <a:pt x="72" y="8657"/>
                    </a:lnTo>
                    <a:lnTo>
                      <a:pt x="72" y="8645"/>
                    </a:lnTo>
                    <a:lnTo>
                      <a:pt x="48" y="8263"/>
                    </a:lnTo>
                    <a:lnTo>
                      <a:pt x="36" y="7881"/>
                    </a:lnTo>
                    <a:lnTo>
                      <a:pt x="36" y="7499"/>
                    </a:lnTo>
                    <a:lnTo>
                      <a:pt x="72" y="7105"/>
                    </a:lnTo>
                    <a:lnTo>
                      <a:pt x="108" y="6722"/>
                    </a:lnTo>
                    <a:lnTo>
                      <a:pt x="155" y="6340"/>
                    </a:lnTo>
                    <a:lnTo>
                      <a:pt x="227" y="5970"/>
                    </a:lnTo>
                    <a:lnTo>
                      <a:pt x="311" y="5588"/>
                    </a:lnTo>
                    <a:lnTo>
                      <a:pt x="418" y="5146"/>
                    </a:lnTo>
                    <a:lnTo>
                      <a:pt x="549" y="4693"/>
                    </a:lnTo>
                    <a:lnTo>
                      <a:pt x="693" y="4251"/>
                    </a:lnTo>
                    <a:lnTo>
                      <a:pt x="848" y="3821"/>
                    </a:lnTo>
                    <a:lnTo>
                      <a:pt x="1015" y="3379"/>
                    </a:lnTo>
                    <a:lnTo>
                      <a:pt x="1194" y="2962"/>
                    </a:lnTo>
                    <a:lnTo>
                      <a:pt x="1385" y="2532"/>
                    </a:lnTo>
                    <a:lnTo>
                      <a:pt x="1588" y="2114"/>
                    </a:lnTo>
                    <a:lnTo>
                      <a:pt x="1851" y="1577"/>
                    </a:lnTo>
                    <a:lnTo>
                      <a:pt x="2137" y="1051"/>
                    </a:lnTo>
                    <a:lnTo>
                      <a:pt x="2436" y="538"/>
                    </a:lnTo>
                    <a:lnTo>
                      <a:pt x="2746" y="24"/>
                    </a:lnTo>
                    <a:lnTo>
                      <a:pt x="2746" y="12"/>
                    </a:lnTo>
                    <a:lnTo>
                      <a:pt x="274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2" name="Google Shape;512;p18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extrusionOk="0">
                    <a:moveTo>
                      <a:pt x="1827" y="0"/>
                    </a:move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  <a:lnTo>
                      <a:pt x="1995" y="0"/>
                    </a:lnTo>
                    <a:close/>
                  </a:path>
                </a:pathLst>
              </a:custGeom>
              <a:solidFill>
                <a:srgbClr val="B4DDDD">
                  <a:alpha val="6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3" name="Google Shape;513;p18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fill="none" extrusionOk="0">
                    <a:moveTo>
                      <a:pt x="1995" y="0"/>
                    </a:moveTo>
                    <a:lnTo>
                      <a:pt x="1995" y="0"/>
                    </a:lnTo>
                    <a:lnTo>
                      <a:pt x="1827" y="0"/>
                    </a:ln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4" name="Google Shape;514;p18"/>
              <p:cNvSpPr/>
              <p:nvPr/>
            </p:nvSpPr>
            <p:spPr>
              <a:xfrm>
                <a:off x="156297" y="4084703"/>
                <a:ext cx="269691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3177" extrusionOk="0">
                    <a:moveTo>
                      <a:pt x="2281" y="0"/>
                    </a:moveTo>
                    <a:lnTo>
                      <a:pt x="2149" y="24"/>
                    </a:lnTo>
                    <a:lnTo>
                      <a:pt x="2018" y="48"/>
                    </a:lnTo>
                    <a:lnTo>
                      <a:pt x="1899" y="72"/>
                    </a:lnTo>
                    <a:lnTo>
                      <a:pt x="1767" y="108"/>
                    </a:lnTo>
                    <a:lnTo>
                      <a:pt x="1648" y="155"/>
                    </a:lnTo>
                    <a:lnTo>
                      <a:pt x="1528" y="215"/>
                    </a:lnTo>
                    <a:lnTo>
                      <a:pt x="1409" y="263"/>
                    </a:lnTo>
                    <a:lnTo>
                      <a:pt x="1290" y="334"/>
                    </a:lnTo>
                    <a:lnTo>
                      <a:pt x="1075" y="478"/>
                    </a:lnTo>
                    <a:lnTo>
                      <a:pt x="872" y="621"/>
                    </a:lnTo>
                    <a:lnTo>
                      <a:pt x="681" y="788"/>
                    </a:lnTo>
                    <a:lnTo>
                      <a:pt x="502" y="967"/>
                    </a:lnTo>
                    <a:lnTo>
                      <a:pt x="346" y="1158"/>
                    </a:lnTo>
                    <a:lnTo>
                      <a:pt x="275" y="1266"/>
                    </a:lnTo>
                    <a:lnTo>
                      <a:pt x="203" y="1385"/>
                    </a:lnTo>
                    <a:lnTo>
                      <a:pt x="143" y="1493"/>
                    </a:lnTo>
                    <a:lnTo>
                      <a:pt x="96" y="1624"/>
                    </a:lnTo>
                    <a:lnTo>
                      <a:pt x="36" y="1755"/>
                    </a:lnTo>
                    <a:lnTo>
                      <a:pt x="0" y="1899"/>
                    </a:lnTo>
                    <a:lnTo>
                      <a:pt x="36" y="1827"/>
                    </a:lnTo>
                    <a:lnTo>
                      <a:pt x="72" y="1755"/>
                    </a:lnTo>
                    <a:lnTo>
                      <a:pt x="179" y="1636"/>
                    </a:lnTo>
                    <a:lnTo>
                      <a:pt x="299" y="1540"/>
                    </a:lnTo>
                    <a:lnTo>
                      <a:pt x="430" y="1457"/>
                    </a:lnTo>
                    <a:lnTo>
                      <a:pt x="573" y="1385"/>
                    </a:lnTo>
                    <a:lnTo>
                      <a:pt x="728" y="1337"/>
                    </a:lnTo>
                    <a:lnTo>
                      <a:pt x="884" y="1302"/>
                    </a:lnTo>
                    <a:lnTo>
                      <a:pt x="1039" y="1290"/>
                    </a:lnTo>
                    <a:lnTo>
                      <a:pt x="1194" y="1290"/>
                    </a:lnTo>
                    <a:lnTo>
                      <a:pt x="1349" y="1313"/>
                    </a:lnTo>
                    <a:lnTo>
                      <a:pt x="1493" y="1349"/>
                    </a:lnTo>
                    <a:lnTo>
                      <a:pt x="1636" y="1397"/>
                    </a:lnTo>
                    <a:lnTo>
                      <a:pt x="1779" y="1469"/>
                    </a:lnTo>
                    <a:lnTo>
                      <a:pt x="1910" y="1540"/>
                    </a:lnTo>
                    <a:lnTo>
                      <a:pt x="2030" y="1624"/>
                    </a:lnTo>
                    <a:lnTo>
                      <a:pt x="2149" y="1719"/>
                    </a:lnTo>
                    <a:lnTo>
                      <a:pt x="2269" y="1827"/>
                    </a:lnTo>
                    <a:lnTo>
                      <a:pt x="2376" y="1934"/>
                    </a:lnTo>
                    <a:lnTo>
                      <a:pt x="2567" y="2173"/>
                    </a:lnTo>
                    <a:lnTo>
                      <a:pt x="2758" y="2412"/>
                    </a:lnTo>
                    <a:lnTo>
                      <a:pt x="2937" y="2663"/>
                    </a:lnTo>
                    <a:lnTo>
                      <a:pt x="3033" y="2806"/>
                    </a:lnTo>
                    <a:lnTo>
                      <a:pt x="3152" y="2949"/>
                    </a:lnTo>
                    <a:lnTo>
                      <a:pt x="3212" y="3009"/>
                    </a:lnTo>
                    <a:lnTo>
                      <a:pt x="3284" y="3069"/>
                    </a:lnTo>
                    <a:lnTo>
                      <a:pt x="3355" y="3104"/>
                    </a:lnTo>
                    <a:lnTo>
                      <a:pt x="3439" y="3140"/>
                    </a:lnTo>
                    <a:lnTo>
                      <a:pt x="3510" y="3164"/>
                    </a:lnTo>
                    <a:lnTo>
                      <a:pt x="3594" y="3176"/>
                    </a:lnTo>
                    <a:lnTo>
                      <a:pt x="3749" y="3176"/>
                    </a:lnTo>
                    <a:lnTo>
                      <a:pt x="3821" y="3164"/>
                    </a:lnTo>
                    <a:lnTo>
                      <a:pt x="3892" y="3140"/>
                    </a:lnTo>
                    <a:lnTo>
                      <a:pt x="3964" y="3104"/>
                    </a:lnTo>
                    <a:lnTo>
                      <a:pt x="4036" y="3069"/>
                    </a:lnTo>
                    <a:lnTo>
                      <a:pt x="4131" y="2985"/>
                    </a:lnTo>
                    <a:lnTo>
                      <a:pt x="4215" y="2901"/>
                    </a:lnTo>
                    <a:lnTo>
                      <a:pt x="4286" y="2806"/>
                    </a:lnTo>
                    <a:lnTo>
                      <a:pt x="4346" y="2698"/>
                    </a:lnTo>
                    <a:lnTo>
                      <a:pt x="4394" y="2579"/>
                    </a:lnTo>
                    <a:lnTo>
                      <a:pt x="4430" y="2460"/>
                    </a:lnTo>
                    <a:lnTo>
                      <a:pt x="4454" y="2340"/>
                    </a:lnTo>
                    <a:lnTo>
                      <a:pt x="4466" y="2221"/>
                    </a:lnTo>
                    <a:lnTo>
                      <a:pt x="4466" y="2102"/>
                    </a:lnTo>
                    <a:lnTo>
                      <a:pt x="4454" y="1982"/>
                    </a:lnTo>
                    <a:lnTo>
                      <a:pt x="4430" y="1851"/>
                    </a:lnTo>
                    <a:lnTo>
                      <a:pt x="4394" y="1743"/>
                    </a:lnTo>
                    <a:lnTo>
                      <a:pt x="4322" y="1505"/>
                    </a:lnTo>
                    <a:lnTo>
                      <a:pt x="4227" y="1278"/>
                    </a:lnTo>
                    <a:lnTo>
                      <a:pt x="4143" y="1111"/>
                    </a:lnTo>
                    <a:lnTo>
                      <a:pt x="4048" y="955"/>
                    </a:lnTo>
                    <a:lnTo>
                      <a:pt x="3940" y="800"/>
                    </a:lnTo>
                    <a:lnTo>
                      <a:pt x="3833" y="657"/>
                    </a:lnTo>
                    <a:lnTo>
                      <a:pt x="3713" y="525"/>
                    </a:lnTo>
                    <a:lnTo>
                      <a:pt x="3582" y="394"/>
                    </a:lnTo>
                    <a:lnTo>
                      <a:pt x="3439" y="287"/>
                    </a:lnTo>
                    <a:lnTo>
                      <a:pt x="3284" y="191"/>
                    </a:lnTo>
                    <a:lnTo>
                      <a:pt x="3164" y="131"/>
                    </a:lnTo>
                    <a:lnTo>
                      <a:pt x="3045" y="84"/>
                    </a:lnTo>
                    <a:lnTo>
                      <a:pt x="2913" y="48"/>
                    </a:lnTo>
                    <a:lnTo>
                      <a:pt x="2794" y="24"/>
                    </a:lnTo>
                    <a:lnTo>
                      <a:pt x="2663" y="12"/>
                    </a:lnTo>
                    <a:lnTo>
                      <a:pt x="25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5" name="Google Shape;515;p18"/>
              <p:cNvSpPr/>
              <p:nvPr/>
            </p:nvSpPr>
            <p:spPr>
              <a:xfrm>
                <a:off x="283894" y="4115681"/>
                <a:ext cx="184605" cy="227178"/>
              </a:xfrm>
              <a:custGeom>
                <a:avLst/>
                <a:gdLst/>
                <a:ahLst/>
                <a:cxnLst/>
                <a:rect l="l" t="t" r="r" b="b"/>
                <a:pathLst>
                  <a:path w="3057" h="3762" extrusionOk="0">
                    <a:moveTo>
                      <a:pt x="0" y="1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239" y="144"/>
                    </a:lnTo>
                    <a:lnTo>
                      <a:pt x="466" y="263"/>
                    </a:lnTo>
                    <a:lnTo>
                      <a:pt x="681" y="395"/>
                    </a:lnTo>
                    <a:lnTo>
                      <a:pt x="884" y="550"/>
                    </a:lnTo>
                    <a:lnTo>
                      <a:pt x="1087" y="717"/>
                    </a:lnTo>
                    <a:lnTo>
                      <a:pt x="1266" y="884"/>
                    </a:lnTo>
                    <a:lnTo>
                      <a:pt x="1445" y="1075"/>
                    </a:lnTo>
                    <a:lnTo>
                      <a:pt x="1612" y="1266"/>
                    </a:lnTo>
                    <a:lnTo>
                      <a:pt x="1756" y="1457"/>
                    </a:lnTo>
                    <a:lnTo>
                      <a:pt x="1899" y="1660"/>
                    </a:lnTo>
                    <a:lnTo>
                      <a:pt x="2030" y="1863"/>
                    </a:lnTo>
                    <a:lnTo>
                      <a:pt x="2150" y="2066"/>
                    </a:lnTo>
                    <a:lnTo>
                      <a:pt x="2388" y="2484"/>
                    </a:lnTo>
                    <a:lnTo>
                      <a:pt x="2603" y="2914"/>
                    </a:lnTo>
                    <a:lnTo>
                      <a:pt x="2818" y="3332"/>
                    </a:lnTo>
                    <a:lnTo>
                      <a:pt x="3033" y="3750"/>
                    </a:lnTo>
                    <a:lnTo>
                      <a:pt x="3045" y="3761"/>
                    </a:lnTo>
                    <a:lnTo>
                      <a:pt x="3057" y="3761"/>
                    </a:lnTo>
                    <a:lnTo>
                      <a:pt x="3057" y="3750"/>
                    </a:lnTo>
                    <a:lnTo>
                      <a:pt x="3057" y="3738"/>
                    </a:lnTo>
                    <a:lnTo>
                      <a:pt x="2854" y="3332"/>
                    </a:lnTo>
                    <a:lnTo>
                      <a:pt x="2651" y="2938"/>
                    </a:lnTo>
                    <a:lnTo>
                      <a:pt x="2448" y="2532"/>
                    </a:lnTo>
                    <a:lnTo>
                      <a:pt x="2233" y="2138"/>
                    </a:lnTo>
                    <a:lnTo>
                      <a:pt x="2114" y="1923"/>
                    </a:lnTo>
                    <a:lnTo>
                      <a:pt x="1982" y="1720"/>
                    </a:lnTo>
                    <a:lnTo>
                      <a:pt x="1839" y="1517"/>
                    </a:lnTo>
                    <a:lnTo>
                      <a:pt x="1684" y="1314"/>
                    </a:lnTo>
                    <a:lnTo>
                      <a:pt x="1529" y="1123"/>
                    </a:lnTo>
                    <a:lnTo>
                      <a:pt x="1362" y="932"/>
                    </a:lnTo>
                    <a:lnTo>
                      <a:pt x="1194" y="753"/>
                    </a:lnTo>
                    <a:lnTo>
                      <a:pt x="1003" y="598"/>
                    </a:lnTo>
                    <a:lnTo>
                      <a:pt x="777" y="418"/>
                    </a:lnTo>
                    <a:lnTo>
                      <a:pt x="538" y="251"/>
                    </a:lnTo>
                    <a:lnTo>
                      <a:pt x="275" y="12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6" name="Google Shape;516;p18"/>
              <p:cNvSpPr/>
              <p:nvPr/>
            </p:nvSpPr>
            <p:spPr>
              <a:xfrm>
                <a:off x="300500" y="4370210"/>
                <a:ext cx="330259" cy="214919"/>
              </a:xfrm>
              <a:custGeom>
                <a:avLst/>
                <a:gdLst/>
                <a:ahLst/>
                <a:cxnLst/>
                <a:rect l="l" t="t" r="r" b="b"/>
                <a:pathLst>
                  <a:path w="5469" h="3559" extrusionOk="0">
                    <a:moveTo>
                      <a:pt x="0" y="0"/>
                    </a:moveTo>
                    <a:lnTo>
                      <a:pt x="1098" y="3558"/>
                    </a:lnTo>
                    <a:lnTo>
                      <a:pt x="4442" y="3558"/>
                    </a:lnTo>
                    <a:lnTo>
                      <a:pt x="54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7" name="Google Shape;517;p18"/>
              <p:cNvSpPr/>
              <p:nvPr/>
            </p:nvSpPr>
            <p:spPr>
              <a:xfrm>
                <a:off x="284618" y="4370210"/>
                <a:ext cx="359849" cy="51209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848" extrusionOk="0">
                    <a:moveTo>
                      <a:pt x="0" y="0"/>
                    </a:moveTo>
                    <a:lnTo>
                      <a:pt x="0" y="848"/>
                    </a:lnTo>
                    <a:lnTo>
                      <a:pt x="5958" y="848"/>
                    </a:lnTo>
                    <a:lnTo>
                      <a:pt x="59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8" name="Google Shape;518;p18"/>
              <p:cNvSpPr/>
              <p:nvPr/>
            </p:nvSpPr>
            <p:spPr>
              <a:xfrm>
                <a:off x="288241" y="4418519"/>
                <a:ext cx="359064" cy="2174"/>
              </a:xfrm>
              <a:custGeom>
                <a:avLst/>
                <a:gdLst/>
                <a:ahLst/>
                <a:cxnLst/>
                <a:rect l="l" t="t" r="r" b="b"/>
                <a:pathLst>
                  <a:path w="5946" h="36" extrusionOk="0">
                    <a:moveTo>
                      <a:pt x="12" y="0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0" y="36"/>
                    </a:lnTo>
                    <a:lnTo>
                      <a:pt x="5946" y="36"/>
                    </a:lnTo>
                    <a:lnTo>
                      <a:pt x="5946" y="24"/>
                    </a:lnTo>
                    <a:lnTo>
                      <a:pt x="5946" y="12"/>
                    </a:lnTo>
                    <a:lnTo>
                      <a:pt x="5934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19" name="Google Shape;519;p18"/>
            <p:cNvGrpSpPr/>
            <p:nvPr/>
          </p:nvGrpSpPr>
          <p:grpSpPr>
            <a:xfrm flipH="1">
              <a:off x="101100" y="3293930"/>
              <a:ext cx="618900" cy="1305496"/>
              <a:chOff x="-2244625" y="2465880"/>
              <a:chExt cx="618900" cy="1305496"/>
            </a:xfrm>
          </p:grpSpPr>
          <p:sp>
            <p:nvSpPr>
              <p:cNvPr id="520" name="Google Shape;520;p18"/>
              <p:cNvSpPr/>
              <p:nvPr/>
            </p:nvSpPr>
            <p:spPr>
              <a:xfrm>
                <a:off x="-2197797" y="3142830"/>
                <a:ext cx="483826" cy="39301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872" extrusionOk="0">
                    <a:moveTo>
                      <a:pt x="430" y="0"/>
                    </a:moveTo>
                    <a:lnTo>
                      <a:pt x="347" y="12"/>
                    </a:lnTo>
                    <a:lnTo>
                      <a:pt x="263" y="36"/>
                    </a:lnTo>
                    <a:lnTo>
                      <a:pt x="192" y="72"/>
                    </a:lnTo>
                    <a:lnTo>
                      <a:pt x="120" y="132"/>
                    </a:lnTo>
                    <a:lnTo>
                      <a:pt x="72" y="191"/>
                    </a:lnTo>
                    <a:lnTo>
                      <a:pt x="36" y="263"/>
                    </a:lnTo>
                    <a:lnTo>
                      <a:pt x="12" y="347"/>
                    </a:lnTo>
                    <a:lnTo>
                      <a:pt x="1" y="430"/>
                    </a:lnTo>
                    <a:lnTo>
                      <a:pt x="12" y="526"/>
                    </a:lnTo>
                    <a:lnTo>
                      <a:pt x="36" y="609"/>
                    </a:lnTo>
                    <a:lnTo>
                      <a:pt x="72" y="681"/>
                    </a:lnTo>
                    <a:lnTo>
                      <a:pt x="120" y="741"/>
                    </a:lnTo>
                    <a:lnTo>
                      <a:pt x="192" y="800"/>
                    </a:lnTo>
                    <a:lnTo>
                      <a:pt x="263" y="836"/>
                    </a:lnTo>
                    <a:lnTo>
                      <a:pt x="347" y="860"/>
                    </a:lnTo>
                    <a:lnTo>
                      <a:pt x="430" y="872"/>
                    </a:lnTo>
                    <a:lnTo>
                      <a:pt x="10304" y="872"/>
                    </a:lnTo>
                    <a:lnTo>
                      <a:pt x="10388" y="860"/>
                    </a:lnTo>
                    <a:lnTo>
                      <a:pt x="10472" y="836"/>
                    </a:lnTo>
                    <a:lnTo>
                      <a:pt x="10543" y="800"/>
                    </a:lnTo>
                    <a:lnTo>
                      <a:pt x="10615" y="741"/>
                    </a:lnTo>
                    <a:lnTo>
                      <a:pt x="10663" y="681"/>
                    </a:lnTo>
                    <a:lnTo>
                      <a:pt x="10710" y="609"/>
                    </a:lnTo>
                    <a:lnTo>
                      <a:pt x="10734" y="526"/>
                    </a:lnTo>
                    <a:lnTo>
                      <a:pt x="10734" y="430"/>
                    </a:lnTo>
                    <a:lnTo>
                      <a:pt x="10734" y="347"/>
                    </a:lnTo>
                    <a:lnTo>
                      <a:pt x="10710" y="263"/>
                    </a:lnTo>
                    <a:lnTo>
                      <a:pt x="10663" y="191"/>
                    </a:lnTo>
                    <a:lnTo>
                      <a:pt x="10615" y="132"/>
                    </a:lnTo>
                    <a:lnTo>
                      <a:pt x="10543" y="72"/>
                    </a:lnTo>
                    <a:lnTo>
                      <a:pt x="10472" y="36"/>
                    </a:lnTo>
                    <a:lnTo>
                      <a:pt x="10388" y="12"/>
                    </a:lnTo>
                    <a:lnTo>
                      <a:pt x="10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1" name="Google Shape;521;p18"/>
              <p:cNvSpPr/>
              <p:nvPr/>
            </p:nvSpPr>
            <p:spPr>
              <a:xfrm>
                <a:off x="-1747414" y="2465880"/>
                <a:ext cx="116821" cy="714134"/>
              </a:xfrm>
              <a:custGeom>
                <a:avLst/>
                <a:gdLst/>
                <a:ahLst/>
                <a:cxnLst/>
                <a:rect l="l" t="t" r="r" b="b"/>
                <a:pathLst>
                  <a:path w="2592" h="15845" extrusionOk="0">
                    <a:moveTo>
                      <a:pt x="2102" y="0"/>
                    </a:moveTo>
                    <a:lnTo>
                      <a:pt x="2019" y="12"/>
                    </a:lnTo>
                    <a:lnTo>
                      <a:pt x="1935" y="48"/>
                    </a:lnTo>
                    <a:lnTo>
                      <a:pt x="1864" y="96"/>
                    </a:lnTo>
                    <a:lnTo>
                      <a:pt x="1792" y="156"/>
                    </a:lnTo>
                    <a:lnTo>
                      <a:pt x="1744" y="227"/>
                    </a:lnTo>
                    <a:lnTo>
                      <a:pt x="1708" y="311"/>
                    </a:lnTo>
                    <a:lnTo>
                      <a:pt x="1696" y="394"/>
                    </a:lnTo>
                    <a:lnTo>
                      <a:pt x="1" y="15343"/>
                    </a:lnTo>
                    <a:lnTo>
                      <a:pt x="1" y="15426"/>
                    </a:lnTo>
                    <a:lnTo>
                      <a:pt x="25" y="15522"/>
                    </a:lnTo>
                    <a:lnTo>
                      <a:pt x="49" y="15605"/>
                    </a:lnTo>
                    <a:lnTo>
                      <a:pt x="96" y="15677"/>
                    </a:lnTo>
                    <a:lnTo>
                      <a:pt x="156" y="15737"/>
                    </a:lnTo>
                    <a:lnTo>
                      <a:pt x="228" y="15784"/>
                    </a:lnTo>
                    <a:lnTo>
                      <a:pt x="311" y="15820"/>
                    </a:lnTo>
                    <a:lnTo>
                      <a:pt x="407" y="15844"/>
                    </a:lnTo>
                    <a:lnTo>
                      <a:pt x="502" y="15844"/>
                    </a:lnTo>
                    <a:lnTo>
                      <a:pt x="586" y="15820"/>
                    </a:lnTo>
                    <a:lnTo>
                      <a:pt x="670" y="15796"/>
                    </a:lnTo>
                    <a:lnTo>
                      <a:pt x="741" y="15749"/>
                    </a:lnTo>
                    <a:lnTo>
                      <a:pt x="801" y="15689"/>
                    </a:lnTo>
                    <a:lnTo>
                      <a:pt x="849" y="15617"/>
                    </a:lnTo>
                    <a:lnTo>
                      <a:pt x="884" y="15534"/>
                    </a:lnTo>
                    <a:lnTo>
                      <a:pt x="908" y="15438"/>
                    </a:lnTo>
                    <a:lnTo>
                      <a:pt x="2592" y="502"/>
                    </a:lnTo>
                    <a:lnTo>
                      <a:pt x="2592" y="406"/>
                    </a:lnTo>
                    <a:lnTo>
                      <a:pt x="2580" y="323"/>
                    </a:lnTo>
                    <a:lnTo>
                      <a:pt x="2544" y="239"/>
                    </a:lnTo>
                    <a:lnTo>
                      <a:pt x="2496" y="168"/>
                    </a:lnTo>
                    <a:lnTo>
                      <a:pt x="2437" y="108"/>
                    </a:lnTo>
                    <a:lnTo>
                      <a:pt x="2365" y="48"/>
                    </a:lnTo>
                    <a:lnTo>
                      <a:pt x="2281" y="12"/>
                    </a:lnTo>
                    <a:lnTo>
                      <a:pt x="219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2" name="Google Shape;522;p18"/>
              <p:cNvSpPr/>
              <p:nvPr/>
            </p:nvSpPr>
            <p:spPr>
              <a:xfrm>
                <a:off x="-1750614" y="3183708"/>
                <a:ext cx="124889" cy="586586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13015" extrusionOk="0">
                    <a:moveTo>
                      <a:pt x="12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72" y="371"/>
                    </a:lnTo>
                    <a:lnTo>
                      <a:pt x="275" y="1314"/>
                    </a:lnTo>
                    <a:lnTo>
                      <a:pt x="573" y="2711"/>
                    </a:lnTo>
                    <a:lnTo>
                      <a:pt x="932" y="4418"/>
                    </a:lnTo>
                    <a:lnTo>
                      <a:pt x="1326" y="6281"/>
                    </a:lnTo>
                    <a:lnTo>
                      <a:pt x="1720" y="8167"/>
                    </a:lnTo>
                    <a:lnTo>
                      <a:pt x="2090" y="9923"/>
                    </a:lnTo>
                    <a:lnTo>
                      <a:pt x="2400" y="11403"/>
                    </a:lnTo>
                    <a:lnTo>
                      <a:pt x="2627" y="12478"/>
                    </a:lnTo>
                    <a:lnTo>
                      <a:pt x="2723" y="12979"/>
                    </a:lnTo>
                    <a:lnTo>
                      <a:pt x="2734" y="13003"/>
                    </a:lnTo>
                    <a:lnTo>
                      <a:pt x="2734" y="13015"/>
                    </a:lnTo>
                    <a:lnTo>
                      <a:pt x="2758" y="13015"/>
                    </a:lnTo>
                    <a:lnTo>
                      <a:pt x="2758" y="13003"/>
                    </a:lnTo>
                    <a:lnTo>
                      <a:pt x="2770" y="12991"/>
                    </a:lnTo>
                    <a:lnTo>
                      <a:pt x="2699" y="12645"/>
                    </a:lnTo>
                    <a:lnTo>
                      <a:pt x="2496" y="11702"/>
                    </a:lnTo>
                    <a:lnTo>
                      <a:pt x="2197" y="10305"/>
                    </a:lnTo>
                    <a:lnTo>
                      <a:pt x="1839" y="8597"/>
                    </a:lnTo>
                    <a:lnTo>
                      <a:pt x="1445" y="6735"/>
                    </a:lnTo>
                    <a:lnTo>
                      <a:pt x="1051" y="4848"/>
                    </a:lnTo>
                    <a:lnTo>
                      <a:pt x="681" y="3093"/>
                    </a:lnTo>
                    <a:lnTo>
                      <a:pt x="370" y="1613"/>
                    </a:lnTo>
                    <a:lnTo>
                      <a:pt x="156" y="538"/>
                    </a:lnTo>
                    <a:lnTo>
                      <a:pt x="48" y="37"/>
                    </a:lnTo>
                    <a:lnTo>
                      <a:pt x="36" y="13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3" name="Google Shape;523;p18"/>
              <p:cNvSpPr/>
              <p:nvPr/>
            </p:nvSpPr>
            <p:spPr>
              <a:xfrm>
                <a:off x="-2244625" y="3184249"/>
                <a:ext cx="109836" cy="587127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13027" extrusionOk="0">
                    <a:moveTo>
                      <a:pt x="2413" y="1"/>
                    </a:moveTo>
                    <a:lnTo>
                      <a:pt x="2401" y="13"/>
                    </a:lnTo>
                    <a:lnTo>
                      <a:pt x="2341" y="359"/>
                    </a:lnTo>
                    <a:lnTo>
                      <a:pt x="2162" y="1302"/>
                    </a:lnTo>
                    <a:lnTo>
                      <a:pt x="1899" y="2699"/>
                    </a:lnTo>
                    <a:lnTo>
                      <a:pt x="1589" y="4406"/>
                    </a:lnTo>
                    <a:lnTo>
                      <a:pt x="1242" y="6281"/>
                    </a:lnTo>
                    <a:lnTo>
                      <a:pt x="896" y="8167"/>
                    </a:lnTo>
                    <a:lnTo>
                      <a:pt x="574" y="9922"/>
                    </a:lnTo>
                    <a:lnTo>
                      <a:pt x="299" y="11415"/>
                    </a:lnTo>
                    <a:lnTo>
                      <a:pt x="96" y="12478"/>
                    </a:lnTo>
                    <a:lnTo>
                      <a:pt x="13" y="12991"/>
                    </a:lnTo>
                    <a:lnTo>
                      <a:pt x="1" y="13015"/>
                    </a:lnTo>
                    <a:lnTo>
                      <a:pt x="13" y="13027"/>
                    </a:lnTo>
                    <a:lnTo>
                      <a:pt x="37" y="13027"/>
                    </a:lnTo>
                    <a:lnTo>
                      <a:pt x="37" y="13015"/>
                    </a:lnTo>
                    <a:lnTo>
                      <a:pt x="108" y="12669"/>
                    </a:lnTo>
                    <a:lnTo>
                      <a:pt x="275" y="11725"/>
                    </a:lnTo>
                    <a:lnTo>
                      <a:pt x="538" y="10328"/>
                    </a:lnTo>
                    <a:lnTo>
                      <a:pt x="848" y="8621"/>
                    </a:lnTo>
                    <a:lnTo>
                      <a:pt x="1195" y="6747"/>
                    </a:lnTo>
                    <a:lnTo>
                      <a:pt x="1541" y="4860"/>
                    </a:lnTo>
                    <a:lnTo>
                      <a:pt x="1863" y="3105"/>
                    </a:lnTo>
                    <a:lnTo>
                      <a:pt x="2138" y="1613"/>
                    </a:lnTo>
                    <a:lnTo>
                      <a:pt x="2341" y="550"/>
                    </a:lnTo>
                    <a:lnTo>
                      <a:pt x="2424" y="37"/>
                    </a:lnTo>
                    <a:lnTo>
                      <a:pt x="2436" y="13"/>
                    </a:lnTo>
                    <a:lnTo>
                      <a:pt x="24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3"/>
          <p:cNvSpPr/>
          <p:nvPr/>
        </p:nvSpPr>
        <p:spPr>
          <a:xfrm>
            <a:off x="50" y="4594900"/>
            <a:ext cx="9144000" cy="54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75" name="Google Shape;675;p23"/>
          <p:cNvCxnSpPr/>
          <p:nvPr/>
        </p:nvCxnSpPr>
        <p:spPr>
          <a:xfrm rot="10800000">
            <a:off x="0" y="4599425"/>
            <a:ext cx="420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6" name="Google Shape;676;p23"/>
          <p:cNvGrpSpPr/>
          <p:nvPr/>
        </p:nvGrpSpPr>
        <p:grpSpPr>
          <a:xfrm flipH="1">
            <a:off x="52375" y="1128050"/>
            <a:ext cx="9490022" cy="3471382"/>
            <a:chOff x="-404825" y="1128050"/>
            <a:chExt cx="9490022" cy="3471382"/>
          </a:xfrm>
        </p:grpSpPr>
        <p:grpSp>
          <p:nvGrpSpPr>
            <p:cNvPr id="677" name="Google Shape;677;p23"/>
            <p:cNvGrpSpPr/>
            <p:nvPr/>
          </p:nvGrpSpPr>
          <p:grpSpPr>
            <a:xfrm>
              <a:off x="-404825" y="1128050"/>
              <a:ext cx="1124813" cy="885613"/>
              <a:chOff x="5284625" y="-234825"/>
              <a:chExt cx="1124813" cy="885613"/>
            </a:xfrm>
          </p:grpSpPr>
          <p:sp>
            <p:nvSpPr>
              <p:cNvPr id="678" name="Google Shape;678;p23"/>
              <p:cNvSpPr/>
              <p:nvPr/>
            </p:nvSpPr>
            <p:spPr>
              <a:xfrm>
                <a:off x="5852234" y="19635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9" name="Google Shape;679;p23"/>
              <p:cNvSpPr/>
              <p:nvPr/>
            </p:nvSpPr>
            <p:spPr>
              <a:xfrm>
                <a:off x="5852234" y="56611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0" name="Google Shape;680;p23"/>
              <p:cNvSpPr/>
              <p:nvPr/>
            </p:nvSpPr>
            <p:spPr>
              <a:xfrm>
                <a:off x="5852234" y="9314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1" name="Google Shape;681;p23"/>
              <p:cNvSpPr/>
              <p:nvPr/>
            </p:nvSpPr>
            <p:spPr>
              <a:xfrm>
                <a:off x="5852234" y="130125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36"/>
                    </a:lnTo>
                    <a:lnTo>
                      <a:pt x="1875" y="12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2" name="Google Shape;682;p23"/>
              <p:cNvSpPr/>
              <p:nvPr/>
            </p:nvSpPr>
            <p:spPr>
              <a:xfrm>
                <a:off x="5852234" y="26363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5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3" name="Google Shape;683;p23"/>
              <p:cNvSpPr/>
              <p:nvPr/>
            </p:nvSpPr>
            <p:spPr>
              <a:xfrm>
                <a:off x="5852234" y="300178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4" name="Google Shape;684;p23"/>
              <p:cNvSpPr/>
              <p:nvPr/>
            </p:nvSpPr>
            <p:spPr>
              <a:xfrm>
                <a:off x="5852234" y="337154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5" name="Google Shape;685;p23"/>
              <p:cNvSpPr/>
              <p:nvPr/>
            </p:nvSpPr>
            <p:spPr>
              <a:xfrm>
                <a:off x="5852234" y="374130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12" y="0"/>
                    </a:move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24"/>
                    </a:lnTo>
                    <a:lnTo>
                      <a:pt x="187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6" name="Google Shape;686;p23"/>
              <p:cNvSpPr/>
              <p:nvPr/>
            </p:nvSpPr>
            <p:spPr>
              <a:xfrm>
                <a:off x="5445097" y="329759"/>
                <a:ext cx="270602" cy="20750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5696" fill="none" extrusionOk="0">
                    <a:moveTo>
                      <a:pt x="7224" y="5696"/>
                    </a:moveTo>
                    <a:lnTo>
                      <a:pt x="204" y="5696"/>
                    </a:lnTo>
                    <a:lnTo>
                      <a:pt x="204" y="5696"/>
                    </a:lnTo>
                    <a:lnTo>
                      <a:pt x="156" y="5696"/>
                    </a:lnTo>
                    <a:lnTo>
                      <a:pt x="120" y="5684"/>
                    </a:lnTo>
                    <a:lnTo>
                      <a:pt x="84" y="5660"/>
                    </a:lnTo>
                    <a:lnTo>
                      <a:pt x="61" y="5636"/>
                    </a:lnTo>
                    <a:lnTo>
                      <a:pt x="37" y="5600"/>
                    </a:lnTo>
                    <a:lnTo>
                      <a:pt x="13" y="5564"/>
                    </a:lnTo>
                    <a:lnTo>
                      <a:pt x="1" y="5528"/>
                    </a:lnTo>
                    <a:lnTo>
                      <a:pt x="1" y="5493"/>
                    </a:lnTo>
                    <a:lnTo>
                      <a:pt x="1" y="203"/>
                    </a:lnTo>
                    <a:lnTo>
                      <a:pt x="1" y="203"/>
                    </a:lnTo>
                    <a:lnTo>
                      <a:pt x="1" y="168"/>
                    </a:lnTo>
                    <a:lnTo>
                      <a:pt x="13" y="132"/>
                    </a:lnTo>
                    <a:lnTo>
                      <a:pt x="37" y="96"/>
                    </a:lnTo>
                    <a:lnTo>
                      <a:pt x="61" y="60"/>
                    </a:lnTo>
                    <a:lnTo>
                      <a:pt x="84" y="36"/>
                    </a:lnTo>
                    <a:lnTo>
                      <a:pt x="120" y="24"/>
                    </a:lnTo>
                    <a:lnTo>
                      <a:pt x="156" y="12"/>
                    </a:lnTo>
                    <a:lnTo>
                      <a:pt x="204" y="0"/>
                    </a:lnTo>
                    <a:lnTo>
                      <a:pt x="7224" y="0"/>
                    </a:lnTo>
                    <a:lnTo>
                      <a:pt x="7224" y="0"/>
                    </a:lnTo>
                    <a:lnTo>
                      <a:pt x="7260" y="12"/>
                    </a:lnTo>
                    <a:lnTo>
                      <a:pt x="7296" y="24"/>
                    </a:lnTo>
                    <a:lnTo>
                      <a:pt x="7332" y="36"/>
                    </a:lnTo>
                    <a:lnTo>
                      <a:pt x="7368" y="60"/>
                    </a:lnTo>
                    <a:lnTo>
                      <a:pt x="7391" y="96"/>
                    </a:lnTo>
                    <a:lnTo>
                      <a:pt x="7403" y="132"/>
                    </a:lnTo>
                    <a:lnTo>
                      <a:pt x="7415" y="168"/>
                    </a:lnTo>
                    <a:lnTo>
                      <a:pt x="7427" y="203"/>
                    </a:lnTo>
                    <a:lnTo>
                      <a:pt x="7427" y="5493"/>
                    </a:lnTo>
                    <a:lnTo>
                      <a:pt x="7427" y="5493"/>
                    </a:lnTo>
                    <a:lnTo>
                      <a:pt x="7415" y="5528"/>
                    </a:lnTo>
                    <a:lnTo>
                      <a:pt x="7403" y="5564"/>
                    </a:lnTo>
                    <a:lnTo>
                      <a:pt x="7391" y="5600"/>
                    </a:lnTo>
                    <a:lnTo>
                      <a:pt x="7368" y="5636"/>
                    </a:lnTo>
                    <a:lnTo>
                      <a:pt x="7332" y="5660"/>
                    </a:lnTo>
                    <a:lnTo>
                      <a:pt x="7296" y="5684"/>
                    </a:lnTo>
                    <a:lnTo>
                      <a:pt x="7260" y="5696"/>
                    </a:lnTo>
                    <a:lnTo>
                      <a:pt x="7224" y="5696"/>
                    </a:lnTo>
                    <a:lnTo>
                      <a:pt x="7224" y="569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7" name="Google Shape;687;p23"/>
              <p:cNvSpPr/>
              <p:nvPr/>
            </p:nvSpPr>
            <p:spPr>
              <a:xfrm>
                <a:off x="5443822" y="414129"/>
                <a:ext cx="272751" cy="73552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2019" extrusionOk="0">
                    <a:moveTo>
                      <a:pt x="7450" y="1"/>
                    </a:moveTo>
                    <a:lnTo>
                      <a:pt x="7259" y="48"/>
                    </a:lnTo>
                    <a:lnTo>
                      <a:pt x="7080" y="132"/>
                    </a:lnTo>
                    <a:lnTo>
                      <a:pt x="6913" y="216"/>
                    </a:lnTo>
                    <a:lnTo>
                      <a:pt x="6746" y="335"/>
                    </a:lnTo>
                    <a:lnTo>
                      <a:pt x="6615" y="442"/>
                    </a:lnTo>
                    <a:lnTo>
                      <a:pt x="6495" y="550"/>
                    </a:lnTo>
                    <a:lnTo>
                      <a:pt x="6388" y="681"/>
                    </a:lnTo>
                    <a:lnTo>
                      <a:pt x="6280" y="801"/>
                    </a:lnTo>
                    <a:lnTo>
                      <a:pt x="6065" y="1063"/>
                    </a:lnTo>
                    <a:lnTo>
                      <a:pt x="5958" y="1183"/>
                    </a:lnTo>
                    <a:lnTo>
                      <a:pt x="5839" y="1302"/>
                    </a:lnTo>
                    <a:lnTo>
                      <a:pt x="5671" y="1445"/>
                    </a:lnTo>
                    <a:lnTo>
                      <a:pt x="5504" y="1565"/>
                    </a:lnTo>
                    <a:lnTo>
                      <a:pt x="5313" y="1672"/>
                    </a:lnTo>
                    <a:lnTo>
                      <a:pt x="5122" y="1768"/>
                    </a:lnTo>
                    <a:lnTo>
                      <a:pt x="4907" y="1851"/>
                    </a:lnTo>
                    <a:lnTo>
                      <a:pt x="4680" y="1923"/>
                    </a:lnTo>
                    <a:lnTo>
                      <a:pt x="4561" y="1947"/>
                    </a:lnTo>
                    <a:lnTo>
                      <a:pt x="4442" y="1959"/>
                    </a:lnTo>
                    <a:lnTo>
                      <a:pt x="4203" y="1959"/>
                    </a:lnTo>
                    <a:lnTo>
                      <a:pt x="4083" y="1947"/>
                    </a:lnTo>
                    <a:lnTo>
                      <a:pt x="3976" y="1923"/>
                    </a:lnTo>
                    <a:lnTo>
                      <a:pt x="3868" y="1899"/>
                    </a:lnTo>
                    <a:lnTo>
                      <a:pt x="3761" y="1851"/>
                    </a:lnTo>
                    <a:lnTo>
                      <a:pt x="3654" y="1804"/>
                    </a:lnTo>
                    <a:lnTo>
                      <a:pt x="3558" y="1744"/>
                    </a:lnTo>
                    <a:lnTo>
                      <a:pt x="3463" y="1684"/>
                    </a:lnTo>
                    <a:lnTo>
                      <a:pt x="3367" y="1601"/>
                    </a:lnTo>
                    <a:lnTo>
                      <a:pt x="3188" y="1445"/>
                    </a:lnTo>
                    <a:lnTo>
                      <a:pt x="3021" y="1278"/>
                    </a:lnTo>
                    <a:lnTo>
                      <a:pt x="2854" y="1099"/>
                    </a:lnTo>
                    <a:lnTo>
                      <a:pt x="2675" y="944"/>
                    </a:lnTo>
                    <a:lnTo>
                      <a:pt x="2507" y="789"/>
                    </a:lnTo>
                    <a:lnTo>
                      <a:pt x="2316" y="657"/>
                    </a:lnTo>
                    <a:lnTo>
                      <a:pt x="2125" y="550"/>
                    </a:lnTo>
                    <a:lnTo>
                      <a:pt x="1934" y="442"/>
                    </a:lnTo>
                    <a:lnTo>
                      <a:pt x="1707" y="347"/>
                    </a:lnTo>
                    <a:lnTo>
                      <a:pt x="1469" y="275"/>
                    </a:lnTo>
                    <a:lnTo>
                      <a:pt x="1230" y="216"/>
                    </a:lnTo>
                    <a:lnTo>
                      <a:pt x="991" y="192"/>
                    </a:lnTo>
                    <a:lnTo>
                      <a:pt x="752" y="180"/>
                    </a:lnTo>
                    <a:lnTo>
                      <a:pt x="502" y="180"/>
                    </a:lnTo>
                    <a:lnTo>
                      <a:pt x="263" y="216"/>
                    </a:lnTo>
                    <a:lnTo>
                      <a:pt x="24" y="275"/>
                    </a:lnTo>
                    <a:lnTo>
                      <a:pt x="0" y="287"/>
                    </a:lnTo>
                    <a:lnTo>
                      <a:pt x="0" y="311"/>
                    </a:lnTo>
                    <a:lnTo>
                      <a:pt x="12" y="323"/>
                    </a:lnTo>
                    <a:lnTo>
                      <a:pt x="36" y="335"/>
                    </a:lnTo>
                    <a:lnTo>
                      <a:pt x="263" y="275"/>
                    </a:lnTo>
                    <a:lnTo>
                      <a:pt x="478" y="251"/>
                    </a:lnTo>
                    <a:lnTo>
                      <a:pt x="704" y="240"/>
                    </a:lnTo>
                    <a:lnTo>
                      <a:pt x="919" y="240"/>
                    </a:lnTo>
                    <a:lnTo>
                      <a:pt x="1146" y="263"/>
                    </a:lnTo>
                    <a:lnTo>
                      <a:pt x="1361" y="311"/>
                    </a:lnTo>
                    <a:lnTo>
                      <a:pt x="1576" y="371"/>
                    </a:lnTo>
                    <a:lnTo>
                      <a:pt x="1779" y="442"/>
                    </a:lnTo>
                    <a:lnTo>
                      <a:pt x="1994" y="538"/>
                    </a:lnTo>
                    <a:lnTo>
                      <a:pt x="2209" y="657"/>
                    </a:lnTo>
                    <a:lnTo>
                      <a:pt x="2400" y="789"/>
                    </a:lnTo>
                    <a:lnTo>
                      <a:pt x="2591" y="944"/>
                    </a:lnTo>
                    <a:lnTo>
                      <a:pt x="2758" y="1099"/>
                    </a:lnTo>
                    <a:lnTo>
                      <a:pt x="2925" y="1266"/>
                    </a:lnTo>
                    <a:lnTo>
                      <a:pt x="3092" y="1433"/>
                    </a:lnTo>
                    <a:lnTo>
                      <a:pt x="3260" y="1601"/>
                    </a:lnTo>
                    <a:lnTo>
                      <a:pt x="3439" y="1744"/>
                    </a:lnTo>
                    <a:lnTo>
                      <a:pt x="3534" y="1804"/>
                    </a:lnTo>
                    <a:lnTo>
                      <a:pt x="3630" y="1851"/>
                    </a:lnTo>
                    <a:lnTo>
                      <a:pt x="3725" y="1911"/>
                    </a:lnTo>
                    <a:lnTo>
                      <a:pt x="3833" y="1947"/>
                    </a:lnTo>
                    <a:lnTo>
                      <a:pt x="3940" y="1983"/>
                    </a:lnTo>
                    <a:lnTo>
                      <a:pt x="4048" y="2007"/>
                    </a:lnTo>
                    <a:lnTo>
                      <a:pt x="4155" y="2019"/>
                    </a:lnTo>
                    <a:lnTo>
                      <a:pt x="4262" y="2019"/>
                    </a:lnTo>
                    <a:lnTo>
                      <a:pt x="4489" y="2007"/>
                    </a:lnTo>
                    <a:lnTo>
                      <a:pt x="4692" y="1971"/>
                    </a:lnTo>
                    <a:lnTo>
                      <a:pt x="4907" y="1911"/>
                    </a:lnTo>
                    <a:lnTo>
                      <a:pt x="5122" y="1827"/>
                    </a:lnTo>
                    <a:lnTo>
                      <a:pt x="5337" y="1732"/>
                    </a:lnTo>
                    <a:lnTo>
                      <a:pt x="5528" y="1613"/>
                    </a:lnTo>
                    <a:lnTo>
                      <a:pt x="5719" y="1481"/>
                    </a:lnTo>
                    <a:lnTo>
                      <a:pt x="5850" y="1374"/>
                    </a:lnTo>
                    <a:lnTo>
                      <a:pt x="5970" y="1266"/>
                    </a:lnTo>
                    <a:lnTo>
                      <a:pt x="6077" y="1147"/>
                    </a:lnTo>
                    <a:lnTo>
                      <a:pt x="6185" y="1016"/>
                    </a:lnTo>
                    <a:lnTo>
                      <a:pt x="6424" y="729"/>
                    </a:lnTo>
                    <a:lnTo>
                      <a:pt x="6543" y="598"/>
                    </a:lnTo>
                    <a:lnTo>
                      <a:pt x="6674" y="466"/>
                    </a:lnTo>
                    <a:lnTo>
                      <a:pt x="6770" y="395"/>
                    </a:lnTo>
                    <a:lnTo>
                      <a:pt x="6853" y="323"/>
                    </a:lnTo>
                    <a:lnTo>
                      <a:pt x="7044" y="216"/>
                    </a:lnTo>
                    <a:lnTo>
                      <a:pt x="7247" y="120"/>
                    </a:lnTo>
                    <a:lnTo>
                      <a:pt x="7474" y="48"/>
                    </a:lnTo>
                    <a:lnTo>
                      <a:pt x="7486" y="37"/>
                    </a:lnTo>
                    <a:lnTo>
                      <a:pt x="7486" y="13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8" name="Google Shape;688;p23"/>
              <p:cNvSpPr/>
              <p:nvPr/>
            </p:nvSpPr>
            <p:spPr>
              <a:xfrm>
                <a:off x="5525133" y="364112"/>
                <a:ext cx="48743" cy="4830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326" fill="none" extrusionOk="0">
                    <a:moveTo>
                      <a:pt x="1326" y="753"/>
                    </a:moveTo>
                    <a:lnTo>
                      <a:pt x="1326" y="753"/>
                    </a:lnTo>
                    <a:lnTo>
                      <a:pt x="1302" y="884"/>
                    </a:lnTo>
                    <a:lnTo>
                      <a:pt x="1242" y="1004"/>
                    </a:lnTo>
                    <a:lnTo>
                      <a:pt x="1171" y="1099"/>
                    </a:lnTo>
                    <a:lnTo>
                      <a:pt x="1075" y="1195"/>
                    </a:lnTo>
                    <a:lnTo>
                      <a:pt x="968" y="1254"/>
                    </a:lnTo>
                    <a:lnTo>
                      <a:pt x="848" y="1302"/>
                    </a:lnTo>
                    <a:lnTo>
                      <a:pt x="717" y="1326"/>
                    </a:lnTo>
                    <a:lnTo>
                      <a:pt x="586" y="1326"/>
                    </a:lnTo>
                    <a:lnTo>
                      <a:pt x="586" y="1326"/>
                    </a:lnTo>
                    <a:lnTo>
                      <a:pt x="454" y="1302"/>
                    </a:lnTo>
                    <a:lnTo>
                      <a:pt x="335" y="1242"/>
                    </a:lnTo>
                    <a:lnTo>
                      <a:pt x="228" y="1171"/>
                    </a:lnTo>
                    <a:lnTo>
                      <a:pt x="144" y="1075"/>
                    </a:lnTo>
                    <a:lnTo>
                      <a:pt x="72" y="968"/>
                    </a:lnTo>
                    <a:lnTo>
                      <a:pt x="25" y="848"/>
                    </a:lnTo>
                    <a:lnTo>
                      <a:pt x="1" y="717"/>
                    </a:lnTo>
                    <a:lnTo>
                      <a:pt x="1" y="586"/>
                    </a:lnTo>
                    <a:lnTo>
                      <a:pt x="1" y="586"/>
                    </a:lnTo>
                    <a:lnTo>
                      <a:pt x="37" y="454"/>
                    </a:lnTo>
                    <a:lnTo>
                      <a:pt x="84" y="335"/>
                    </a:lnTo>
                    <a:lnTo>
                      <a:pt x="168" y="228"/>
                    </a:lnTo>
                    <a:lnTo>
                      <a:pt x="263" y="144"/>
                    </a:lnTo>
                    <a:lnTo>
                      <a:pt x="371" y="72"/>
                    </a:lnTo>
                    <a:lnTo>
                      <a:pt x="490" y="25"/>
                    </a:lnTo>
                    <a:lnTo>
                      <a:pt x="610" y="1"/>
                    </a:lnTo>
                    <a:lnTo>
                      <a:pt x="753" y="1"/>
                    </a:lnTo>
                    <a:lnTo>
                      <a:pt x="753" y="1"/>
                    </a:lnTo>
                    <a:lnTo>
                      <a:pt x="884" y="37"/>
                    </a:lnTo>
                    <a:lnTo>
                      <a:pt x="1004" y="84"/>
                    </a:lnTo>
                    <a:lnTo>
                      <a:pt x="1111" y="168"/>
                    </a:lnTo>
                    <a:lnTo>
                      <a:pt x="1195" y="251"/>
                    </a:lnTo>
                    <a:lnTo>
                      <a:pt x="1266" y="359"/>
                    </a:lnTo>
                    <a:lnTo>
                      <a:pt x="1314" y="478"/>
                    </a:lnTo>
                    <a:lnTo>
                      <a:pt x="1338" y="610"/>
                    </a:lnTo>
                    <a:lnTo>
                      <a:pt x="1326" y="753"/>
                    </a:lnTo>
                    <a:lnTo>
                      <a:pt x="1326" y="75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9" name="Google Shape;689;p23"/>
              <p:cNvSpPr/>
              <p:nvPr/>
            </p:nvSpPr>
            <p:spPr>
              <a:xfrm>
                <a:off x="5284625" y="-234825"/>
                <a:ext cx="1124813" cy="885613"/>
              </a:xfrm>
              <a:custGeom>
                <a:avLst/>
                <a:gdLst/>
                <a:ahLst/>
                <a:cxnLst/>
                <a:rect l="l" t="t" r="r" b="b"/>
                <a:pathLst>
                  <a:path w="30876" h="24310" extrusionOk="0">
                    <a:moveTo>
                      <a:pt x="30339" y="61"/>
                    </a:moveTo>
                    <a:lnTo>
                      <a:pt x="30482" y="73"/>
                    </a:lnTo>
                    <a:lnTo>
                      <a:pt x="30601" y="108"/>
                    </a:lnTo>
                    <a:lnTo>
                      <a:pt x="30661" y="132"/>
                    </a:lnTo>
                    <a:lnTo>
                      <a:pt x="30709" y="168"/>
                    </a:lnTo>
                    <a:lnTo>
                      <a:pt x="30745" y="204"/>
                    </a:lnTo>
                    <a:lnTo>
                      <a:pt x="30780" y="264"/>
                    </a:lnTo>
                    <a:lnTo>
                      <a:pt x="30792" y="323"/>
                    </a:lnTo>
                    <a:lnTo>
                      <a:pt x="30804" y="395"/>
                    </a:lnTo>
                    <a:lnTo>
                      <a:pt x="30816" y="610"/>
                    </a:lnTo>
                    <a:lnTo>
                      <a:pt x="30816" y="837"/>
                    </a:lnTo>
                    <a:lnTo>
                      <a:pt x="30804" y="1267"/>
                    </a:lnTo>
                    <a:lnTo>
                      <a:pt x="30804" y="3499"/>
                    </a:lnTo>
                    <a:lnTo>
                      <a:pt x="30804" y="6687"/>
                    </a:lnTo>
                    <a:lnTo>
                      <a:pt x="30804" y="10460"/>
                    </a:lnTo>
                    <a:lnTo>
                      <a:pt x="30804" y="14376"/>
                    </a:lnTo>
                    <a:lnTo>
                      <a:pt x="30804" y="18089"/>
                    </a:lnTo>
                    <a:lnTo>
                      <a:pt x="30804" y="21182"/>
                    </a:lnTo>
                    <a:lnTo>
                      <a:pt x="30804" y="23259"/>
                    </a:lnTo>
                    <a:lnTo>
                      <a:pt x="30804" y="23773"/>
                    </a:lnTo>
                    <a:lnTo>
                      <a:pt x="30792" y="23940"/>
                    </a:lnTo>
                    <a:lnTo>
                      <a:pt x="30780" y="24023"/>
                    </a:lnTo>
                    <a:lnTo>
                      <a:pt x="30757" y="24095"/>
                    </a:lnTo>
                    <a:lnTo>
                      <a:pt x="30721" y="24155"/>
                    </a:lnTo>
                    <a:lnTo>
                      <a:pt x="30661" y="24202"/>
                    </a:lnTo>
                    <a:lnTo>
                      <a:pt x="30577" y="24238"/>
                    </a:lnTo>
                    <a:lnTo>
                      <a:pt x="30482" y="24250"/>
                    </a:lnTo>
                    <a:lnTo>
                      <a:pt x="430" y="24250"/>
                    </a:lnTo>
                    <a:lnTo>
                      <a:pt x="346" y="24238"/>
                    </a:lnTo>
                    <a:lnTo>
                      <a:pt x="275" y="24226"/>
                    </a:lnTo>
                    <a:lnTo>
                      <a:pt x="215" y="24190"/>
                    </a:lnTo>
                    <a:lnTo>
                      <a:pt x="155" y="24155"/>
                    </a:lnTo>
                    <a:lnTo>
                      <a:pt x="108" y="24095"/>
                    </a:lnTo>
                    <a:lnTo>
                      <a:pt x="72" y="24023"/>
                    </a:lnTo>
                    <a:lnTo>
                      <a:pt x="60" y="23928"/>
                    </a:lnTo>
                    <a:lnTo>
                      <a:pt x="60" y="23701"/>
                    </a:lnTo>
                    <a:lnTo>
                      <a:pt x="60" y="22113"/>
                    </a:lnTo>
                    <a:lnTo>
                      <a:pt x="60" y="19379"/>
                    </a:lnTo>
                    <a:lnTo>
                      <a:pt x="60" y="15857"/>
                    </a:lnTo>
                    <a:lnTo>
                      <a:pt x="60" y="11964"/>
                    </a:lnTo>
                    <a:lnTo>
                      <a:pt x="60" y="8096"/>
                    </a:lnTo>
                    <a:lnTo>
                      <a:pt x="60" y="4633"/>
                    </a:lnTo>
                    <a:lnTo>
                      <a:pt x="60" y="1983"/>
                    </a:lnTo>
                    <a:lnTo>
                      <a:pt x="60" y="550"/>
                    </a:lnTo>
                    <a:lnTo>
                      <a:pt x="72" y="383"/>
                    </a:lnTo>
                    <a:lnTo>
                      <a:pt x="84" y="299"/>
                    </a:lnTo>
                    <a:lnTo>
                      <a:pt x="120" y="228"/>
                    </a:lnTo>
                    <a:lnTo>
                      <a:pt x="155" y="168"/>
                    </a:lnTo>
                    <a:lnTo>
                      <a:pt x="215" y="120"/>
                    </a:lnTo>
                    <a:lnTo>
                      <a:pt x="287" y="85"/>
                    </a:lnTo>
                    <a:lnTo>
                      <a:pt x="394" y="73"/>
                    </a:lnTo>
                    <a:lnTo>
                      <a:pt x="29945" y="73"/>
                    </a:lnTo>
                    <a:lnTo>
                      <a:pt x="30195" y="61"/>
                    </a:lnTo>
                    <a:close/>
                    <a:moveTo>
                      <a:pt x="430" y="1"/>
                    </a:moveTo>
                    <a:lnTo>
                      <a:pt x="323" y="13"/>
                    </a:lnTo>
                    <a:lnTo>
                      <a:pt x="227" y="37"/>
                    </a:lnTo>
                    <a:lnTo>
                      <a:pt x="155" y="85"/>
                    </a:lnTo>
                    <a:lnTo>
                      <a:pt x="108" y="132"/>
                    </a:lnTo>
                    <a:lnTo>
                      <a:pt x="60" y="192"/>
                    </a:lnTo>
                    <a:lnTo>
                      <a:pt x="36" y="264"/>
                    </a:lnTo>
                    <a:lnTo>
                      <a:pt x="12" y="347"/>
                    </a:lnTo>
                    <a:lnTo>
                      <a:pt x="0" y="431"/>
                    </a:lnTo>
                    <a:lnTo>
                      <a:pt x="0" y="514"/>
                    </a:lnTo>
                    <a:lnTo>
                      <a:pt x="0" y="1899"/>
                    </a:lnTo>
                    <a:lnTo>
                      <a:pt x="0" y="4526"/>
                    </a:lnTo>
                    <a:lnTo>
                      <a:pt x="0" y="8012"/>
                    </a:lnTo>
                    <a:lnTo>
                      <a:pt x="0" y="11905"/>
                    </a:lnTo>
                    <a:lnTo>
                      <a:pt x="0" y="15845"/>
                    </a:lnTo>
                    <a:lnTo>
                      <a:pt x="0" y="19391"/>
                    </a:lnTo>
                    <a:lnTo>
                      <a:pt x="0" y="22149"/>
                    </a:lnTo>
                    <a:lnTo>
                      <a:pt x="0" y="23725"/>
                    </a:lnTo>
                    <a:lnTo>
                      <a:pt x="0" y="23844"/>
                    </a:lnTo>
                    <a:lnTo>
                      <a:pt x="0" y="23964"/>
                    </a:lnTo>
                    <a:lnTo>
                      <a:pt x="24" y="24059"/>
                    </a:lnTo>
                    <a:lnTo>
                      <a:pt x="60" y="24131"/>
                    </a:lnTo>
                    <a:lnTo>
                      <a:pt x="108" y="24190"/>
                    </a:lnTo>
                    <a:lnTo>
                      <a:pt x="167" y="24238"/>
                    </a:lnTo>
                    <a:lnTo>
                      <a:pt x="239" y="24274"/>
                    </a:lnTo>
                    <a:lnTo>
                      <a:pt x="311" y="24298"/>
                    </a:lnTo>
                    <a:lnTo>
                      <a:pt x="394" y="24310"/>
                    </a:lnTo>
                    <a:lnTo>
                      <a:pt x="30506" y="24310"/>
                    </a:lnTo>
                    <a:lnTo>
                      <a:pt x="30506" y="24307"/>
                    </a:lnTo>
                    <a:lnTo>
                      <a:pt x="30577" y="24298"/>
                    </a:lnTo>
                    <a:lnTo>
                      <a:pt x="30661" y="24262"/>
                    </a:lnTo>
                    <a:lnTo>
                      <a:pt x="30733" y="24214"/>
                    </a:lnTo>
                    <a:lnTo>
                      <a:pt x="30780" y="24155"/>
                    </a:lnTo>
                    <a:lnTo>
                      <a:pt x="30816" y="24083"/>
                    </a:lnTo>
                    <a:lnTo>
                      <a:pt x="30852" y="23999"/>
                    </a:lnTo>
                    <a:lnTo>
                      <a:pt x="30864" y="23916"/>
                    </a:lnTo>
                    <a:lnTo>
                      <a:pt x="30864" y="23820"/>
                    </a:lnTo>
                    <a:lnTo>
                      <a:pt x="30864" y="23331"/>
                    </a:lnTo>
                    <a:lnTo>
                      <a:pt x="30864" y="21289"/>
                    </a:lnTo>
                    <a:lnTo>
                      <a:pt x="30864" y="18185"/>
                    </a:lnTo>
                    <a:lnTo>
                      <a:pt x="30864" y="14472"/>
                    </a:lnTo>
                    <a:lnTo>
                      <a:pt x="30864" y="10484"/>
                    </a:lnTo>
                    <a:lnTo>
                      <a:pt x="30864" y="6711"/>
                    </a:lnTo>
                    <a:lnTo>
                      <a:pt x="30864" y="3475"/>
                    </a:lnTo>
                    <a:lnTo>
                      <a:pt x="30864" y="1243"/>
                    </a:lnTo>
                    <a:lnTo>
                      <a:pt x="30876" y="813"/>
                    </a:lnTo>
                    <a:lnTo>
                      <a:pt x="30876" y="610"/>
                    </a:lnTo>
                    <a:lnTo>
                      <a:pt x="30864" y="395"/>
                    </a:lnTo>
                    <a:lnTo>
                      <a:pt x="30852" y="311"/>
                    </a:lnTo>
                    <a:lnTo>
                      <a:pt x="30840" y="240"/>
                    </a:lnTo>
                    <a:lnTo>
                      <a:pt x="30804" y="180"/>
                    </a:lnTo>
                    <a:lnTo>
                      <a:pt x="30768" y="132"/>
                    </a:lnTo>
                    <a:lnTo>
                      <a:pt x="30721" y="96"/>
                    </a:lnTo>
                    <a:lnTo>
                      <a:pt x="30673" y="61"/>
                    </a:lnTo>
                    <a:lnTo>
                      <a:pt x="30613" y="49"/>
                    </a:lnTo>
                    <a:lnTo>
                      <a:pt x="30554" y="25"/>
                    </a:lnTo>
                    <a:lnTo>
                      <a:pt x="30422" y="13"/>
                    </a:lnTo>
                    <a:lnTo>
                      <a:pt x="30279" y="1"/>
                    </a:lnTo>
                    <a:lnTo>
                      <a:pt x="30016" y="13"/>
                    </a:lnTo>
                    <a:lnTo>
                      <a:pt x="549" y="13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0" name="Google Shape;690;p23"/>
              <p:cNvSpPr/>
              <p:nvPr/>
            </p:nvSpPr>
            <p:spPr>
              <a:xfrm>
                <a:off x="5410744" y="51838"/>
                <a:ext cx="316249" cy="217924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5982" extrusionOk="0">
                    <a:moveTo>
                      <a:pt x="323" y="0"/>
                    </a:moveTo>
                    <a:lnTo>
                      <a:pt x="239" y="203"/>
                    </a:lnTo>
                    <a:lnTo>
                      <a:pt x="168" y="418"/>
                    </a:lnTo>
                    <a:lnTo>
                      <a:pt x="120" y="633"/>
                    </a:lnTo>
                    <a:lnTo>
                      <a:pt x="72" y="848"/>
                    </a:lnTo>
                    <a:lnTo>
                      <a:pt x="36" y="1051"/>
                    </a:lnTo>
                    <a:lnTo>
                      <a:pt x="13" y="1266"/>
                    </a:lnTo>
                    <a:lnTo>
                      <a:pt x="1" y="1481"/>
                    </a:lnTo>
                    <a:lnTo>
                      <a:pt x="1" y="1696"/>
                    </a:lnTo>
                    <a:lnTo>
                      <a:pt x="13" y="1910"/>
                    </a:lnTo>
                    <a:lnTo>
                      <a:pt x="36" y="2113"/>
                    </a:lnTo>
                    <a:lnTo>
                      <a:pt x="60" y="2328"/>
                    </a:lnTo>
                    <a:lnTo>
                      <a:pt x="96" y="2531"/>
                    </a:lnTo>
                    <a:lnTo>
                      <a:pt x="156" y="2734"/>
                    </a:lnTo>
                    <a:lnTo>
                      <a:pt x="204" y="2937"/>
                    </a:lnTo>
                    <a:lnTo>
                      <a:pt x="275" y="3140"/>
                    </a:lnTo>
                    <a:lnTo>
                      <a:pt x="359" y="3331"/>
                    </a:lnTo>
                    <a:lnTo>
                      <a:pt x="442" y="3522"/>
                    </a:lnTo>
                    <a:lnTo>
                      <a:pt x="538" y="3701"/>
                    </a:lnTo>
                    <a:lnTo>
                      <a:pt x="645" y="3892"/>
                    </a:lnTo>
                    <a:lnTo>
                      <a:pt x="753" y="4071"/>
                    </a:lnTo>
                    <a:lnTo>
                      <a:pt x="872" y="4239"/>
                    </a:lnTo>
                    <a:lnTo>
                      <a:pt x="1004" y="4406"/>
                    </a:lnTo>
                    <a:lnTo>
                      <a:pt x="1147" y="4561"/>
                    </a:lnTo>
                    <a:lnTo>
                      <a:pt x="1290" y="4716"/>
                    </a:lnTo>
                    <a:lnTo>
                      <a:pt x="1445" y="4859"/>
                    </a:lnTo>
                    <a:lnTo>
                      <a:pt x="1601" y="5003"/>
                    </a:lnTo>
                    <a:lnTo>
                      <a:pt x="1768" y="5134"/>
                    </a:lnTo>
                    <a:lnTo>
                      <a:pt x="1947" y="5265"/>
                    </a:lnTo>
                    <a:lnTo>
                      <a:pt x="2126" y="5373"/>
                    </a:lnTo>
                    <a:lnTo>
                      <a:pt x="2317" y="5480"/>
                    </a:lnTo>
                    <a:lnTo>
                      <a:pt x="2520" y="5576"/>
                    </a:lnTo>
                    <a:lnTo>
                      <a:pt x="2723" y="5671"/>
                    </a:lnTo>
                    <a:lnTo>
                      <a:pt x="2938" y="5743"/>
                    </a:lnTo>
                    <a:lnTo>
                      <a:pt x="3141" y="5815"/>
                    </a:lnTo>
                    <a:lnTo>
                      <a:pt x="3356" y="5874"/>
                    </a:lnTo>
                    <a:lnTo>
                      <a:pt x="3571" y="5910"/>
                    </a:lnTo>
                    <a:lnTo>
                      <a:pt x="3774" y="5946"/>
                    </a:lnTo>
                    <a:lnTo>
                      <a:pt x="3988" y="5970"/>
                    </a:lnTo>
                    <a:lnTo>
                      <a:pt x="4203" y="5982"/>
                    </a:lnTo>
                    <a:lnTo>
                      <a:pt x="4418" y="5982"/>
                    </a:lnTo>
                    <a:lnTo>
                      <a:pt x="4633" y="5970"/>
                    </a:lnTo>
                    <a:lnTo>
                      <a:pt x="4836" y="5958"/>
                    </a:lnTo>
                    <a:lnTo>
                      <a:pt x="5051" y="5922"/>
                    </a:lnTo>
                    <a:lnTo>
                      <a:pt x="5254" y="5886"/>
                    </a:lnTo>
                    <a:lnTo>
                      <a:pt x="5457" y="5839"/>
                    </a:lnTo>
                    <a:lnTo>
                      <a:pt x="5660" y="5779"/>
                    </a:lnTo>
                    <a:lnTo>
                      <a:pt x="5863" y="5707"/>
                    </a:lnTo>
                    <a:lnTo>
                      <a:pt x="6054" y="5636"/>
                    </a:lnTo>
                    <a:lnTo>
                      <a:pt x="6245" y="5552"/>
                    </a:lnTo>
                    <a:lnTo>
                      <a:pt x="6436" y="5456"/>
                    </a:lnTo>
                    <a:lnTo>
                      <a:pt x="6615" y="5349"/>
                    </a:lnTo>
                    <a:lnTo>
                      <a:pt x="6794" y="5230"/>
                    </a:lnTo>
                    <a:lnTo>
                      <a:pt x="6961" y="5110"/>
                    </a:lnTo>
                    <a:lnTo>
                      <a:pt x="7129" y="4979"/>
                    </a:lnTo>
                    <a:lnTo>
                      <a:pt x="7284" y="4848"/>
                    </a:lnTo>
                    <a:lnTo>
                      <a:pt x="7439" y="4704"/>
                    </a:lnTo>
                    <a:lnTo>
                      <a:pt x="7582" y="4549"/>
                    </a:lnTo>
                    <a:lnTo>
                      <a:pt x="7726" y="4382"/>
                    </a:lnTo>
                    <a:lnTo>
                      <a:pt x="7857" y="4215"/>
                    </a:lnTo>
                    <a:lnTo>
                      <a:pt x="7988" y="4036"/>
                    </a:lnTo>
                    <a:lnTo>
                      <a:pt x="8096" y="3857"/>
                    </a:lnTo>
                    <a:lnTo>
                      <a:pt x="8203" y="3666"/>
                    </a:lnTo>
                    <a:lnTo>
                      <a:pt x="8311" y="3475"/>
                    </a:lnTo>
                    <a:lnTo>
                      <a:pt x="8394" y="3260"/>
                    </a:lnTo>
                    <a:lnTo>
                      <a:pt x="8490" y="2997"/>
                    </a:lnTo>
                    <a:lnTo>
                      <a:pt x="8573" y="2722"/>
                    </a:lnTo>
                    <a:lnTo>
                      <a:pt x="8633" y="2448"/>
                    </a:lnTo>
                    <a:lnTo>
                      <a:pt x="8681" y="2173"/>
                    </a:lnTo>
                    <a:lnTo>
                      <a:pt x="4359" y="1636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1" name="Google Shape;691;p23"/>
              <p:cNvSpPr/>
              <p:nvPr/>
            </p:nvSpPr>
            <p:spPr>
              <a:xfrm>
                <a:off x="5572564" y="-60838"/>
                <a:ext cx="151840" cy="170565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682" extrusionOk="0">
                    <a:moveTo>
                      <a:pt x="24" y="1"/>
                    </a:moveTo>
                    <a:lnTo>
                      <a:pt x="0" y="4168"/>
                    </a:lnTo>
                    <a:lnTo>
                      <a:pt x="4143" y="4681"/>
                    </a:lnTo>
                    <a:lnTo>
                      <a:pt x="4155" y="4502"/>
                    </a:lnTo>
                    <a:lnTo>
                      <a:pt x="4167" y="4323"/>
                    </a:lnTo>
                    <a:lnTo>
                      <a:pt x="4167" y="4156"/>
                    </a:lnTo>
                    <a:lnTo>
                      <a:pt x="4167" y="3977"/>
                    </a:lnTo>
                    <a:lnTo>
                      <a:pt x="4155" y="3798"/>
                    </a:lnTo>
                    <a:lnTo>
                      <a:pt x="4131" y="3630"/>
                    </a:lnTo>
                    <a:lnTo>
                      <a:pt x="4107" y="3451"/>
                    </a:lnTo>
                    <a:lnTo>
                      <a:pt x="4072" y="3284"/>
                    </a:lnTo>
                    <a:lnTo>
                      <a:pt x="3988" y="2950"/>
                    </a:lnTo>
                    <a:lnTo>
                      <a:pt x="3881" y="2627"/>
                    </a:lnTo>
                    <a:lnTo>
                      <a:pt x="3737" y="2317"/>
                    </a:lnTo>
                    <a:lnTo>
                      <a:pt x="3570" y="2019"/>
                    </a:lnTo>
                    <a:lnTo>
                      <a:pt x="3379" y="1732"/>
                    </a:lnTo>
                    <a:lnTo>
                      <a:pt x="3176" y="1469"/>
                    </a:lnTo>
                    <a:lnTo>
                      <a:pt x="2937" y="1219"/>
                    </a:lnTo>
                    <a:lnTo>
                      <a:pt x="2687" y="980"/>
                    </a:lnTo>
                    <a:lnTo>
                      <a:pt x="2555" y="872"/>
                    </a:lnTo>
                    <a:lnTo>
                      <a:pt x="2412" y="765"/>
                    </a:lnTo>
                    <a:lnTo>
                      <a:pt x="2269" y="669"/>
                    </a:lnTo>
                    <a:lnTo>
                      <a:pt x="2125" y="586"/>
                    </a:lnTo>
                    <a:lnTo>
                      <a:pt x="1970" y="490"/>
                    </a:lnTo>
                    <a:lnTo>
                      <a:pt x="1815" y="419"/>
                    </a:lnTo>
                    <a:lnTo>
                      <a:pt x="1648" y="335"/>
                    </a:lnTo>
                    <a:lnTo>
                      <a:pt x="1481" y="275"/>
                    </a:lnTo>
                    <a:lnTo>
                      <a:pt x="1302" y="216"/>
                    </a:lnTo>
                    <a:lnTo>
                      <a:pt x="1122" y="156"/>
                    </a:lnTo>
                    <a:lnTo>
                      <a:pt x="943" y="108"/>
                    </a:lnTo>
                    <a:lnTo>
                      <a:pt x="764" y="72"/>
                    </a:lnTo>
                    <a:lnTo>
                      <a:pt x="573" y="49"/>
                    </a:lnTo>
                    <a:lnTo>
                      <a:pt x="394" y="25"/>
                    </a:lnTo>
                    <a:lnTo>
                      <a:pt x="203" y="13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2" name="Google Shape;692;p23"/>
              <p:cNvSpPr/>
              <p:nvPr/>
            </p:nvSpPr>
            <p:spPr>
              <a:xfrm>
                <a:off x="5431181" y="-48197"/>
                <a:ext cx="118361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439" extrusionOk="0">
                    <a:moveTo>
                      <a:pt x="3248" y="0"/>
                    </a:moveTo>
                    <a:lnTo>
                      <a:pt x="2986" y="12"/>
                    </a:lnTo>
                    <a:lnTo>
                      <a:pt x="2735" y="36"/>
                    </a:lnTo>
                    <a:lnTo>
                      <a:pt x="2472" y="72"/>
                    </a:lnTo>
                    <a:lnTo>
                      <a:pt x="2234" y="131"/>
                    </a:lnTo>
                    <a:lnTo>
                      <a:pt x="1983" y="215"/>
                    </a:lnTo>
                    <a:lnTo>
                      <a:pt x="1744" y="310"/>
                    </a:lnTo>
                    <a:lnTo>
                      <a:pt x="1517" y="430"/>
                    </a:lnTo>
                    <a:lnTo>
                      <a:pt x="1302" y="561"/>
                    </a:lnTo>
                    <a:lnTo>
                      <a:pt x="1087" y="716"/>
                    </a:lnTo>
                    <a:lnTo>
                      <a:pt x="884" y="884"/>
                    </a:lnTo>
                    <a:lnTo>
                      <a:pt x="705" y="1063"/>
                    </a:lnTo>
                    <a:lnTo>
                      <a:pt x="538" y="1254"/>
                    </a:lnTo>
                    <a:lnTo>
                      <a:pt x="383" y="1457"/>
                    </a:lnTo>
                    <a:lnTo>
                      <a:pt x="240" y="1672"/>
                    </a:lnTo>
                    <a:lnTo>
                      <a:pt x="108" y="1898"/>
                    </a:lnTo>
                    <a:lnTo>
                      <a:pt x="1" y="2125"/>
                    </a:lnTo>
                    <a:lnTo>
                      <a:pt x="3189" y="3439"/>
                    </a:lnTo>
                    <a:lnTo>
                      <a:pt x="324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3" name="Google Shape;693;p23"/>
              <p:cNvSpPr/>
              <p:nvPr/>
            </p:nvSpPr>
            <p:spPr>
              <a:xfrm>
                <a:off x="5289397" y="-152167"/>
                <a:ext cx="1115268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30614" h="61" extrusionOk="0">
                    <a:moveTo>
                      <a:pt x="24" y="0"/>
                    </a:moveTo>
                    <a:lnTo>
                      <a:pt x="1" y="12"/>
                    </a:lnTo>
                    <a:lnTo>
                      <a:pt x="1" y="24"/>
                    </a:lnTo>
                    <a:lnTo>
                      <a:pt x="1" y="48"/>
                    </a:lnTo>
                    <a:lnTo>
                      <a:pt x="24" y="60"/>
                    </a:lnTo>
                    <a:lnTo>
                      <a:pt x="30578" y="60"/>
                    </a:lnTo>
                    <a:lnTo>
                      <a:pt x="30602" y="48"/>
                    </a:lnTo>
                    <a:lnTo>
                      <a:pt x="30614" y="24"/>
                    </a:lnTo>
                    <a:lnTo>
                      <a:pt x="30602" y="12"/>
                    </a:lnTo>
                    <a:lnTo>
                      <a:pt x="3057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4" name="Google Shape;694;p23"/>
              <p:cNvSpPr/>
              <p:nvPr/>
            </p:nvSpPr>
            <p:spPr>
              <a:xfrm>
                <a:off x="5424660" y="70527"/>
                <a:ext cx="50929" cy="101822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2795" extrusionOk="0">
                    <a:moveTo>
                      <a:pt x="1183" y="0"/>
                    </a:moveTo>
                    <a:lnTo>
                      <a:pt x="1171" y="12"/>
                    </a:lnTo>
                    <a:lnTo>
                      <a:pt x="1230" y="192"/>
                    </a:lnTo>
                    <a:lnTo>
                      <a:pt x="1278" y="383"/>
                    </a:lnTo>
                    <a:lnTo>
                      <a:pt x="1314" y="562"/>
                    </a:lnTo>
                    <a:lnTo>
                      <a:pt x="1338" y="741"/>
                    </a:lnTo>
                    <a:lnTo>
                      <a:pt x="1362" y="932"/>
                    </a:lnTo>
                    <a:lnTo>
                      <a:pt x="1350" y="1123"/>
                    </a:lnTo>
                    <a:lnTo>
                      <a:pt x="1338" y="1302"/>
                    </a:lnTo>
                    <a:lnTo>
                      <a:pt x="1314" y="1493"/>
                    </a:lnTo>
                    <a:lnTo>
                      <a:pt x="1266" y="1636"/>
                    </a:lnTo>
                    <a:lnTo>
                      <a:pt x="1219" y="1791"/>
                    </a:lnTo>
                    <a:lnTo>
                      <a:pt x="1147" y="1935"/>
                    </a:lnTo>
                    <a:lnTo>
                      <a:pt x="1075" y="2066"/>
                    </a:lnTo>
                    <a:lnTo>
                      <a:pt x="980" y="2197"/>
                    </a:lnTo>
                    <a:lnTo>
                      <a:pt x="884" y="2317"/>
                    </a:lnTo>
                    <a:lnTo>
                      <a:pt x="765" y="2424"/>
                    </a:lnTo>
                    <a:lnTo>
                      <a:pt x="645" y="2520"/>
                    </a:lnTo>
                    <a:lnTo>
                      <a:pt x="502" y="2603"/>
                    </a:lnTo>
                    <a:lnTo>
                      <a:pt x="347" y="2675"/>
                    </a:lnTo>
                    <a:lnTo>
                      <a:pt x="180" y="2723"/>
                    </a:lnTo>
                    <a:lnTo>
                      <a:pt x="13" y="2759"/>
                    </a:lnTo>
                    <a:lnTo>
                      <a:pt x="1" y="2759"/>
                    </a:lnTo>
                    <a:lnTo>
                      <a:pt x="1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168" y="2770"/>
                    </a:lnTo>
                    <a:lnTo>
                      <a:pt x="311" y="2723"/>
                    </a:lnTo>
                    <a:lnTo>
                      <a:pt x="454" y="2675"/>
                    </a:lnTo>
                    <a:lnTo>
                      <a:pt x="586" y="2603"/>
                    </a:lnTo>
                    <a:lnTo>
                      <a:pt x="705" y="2520"/>
                    </a:lnTo>
                    <a:lnTo>
                      <a:pt x="825" y="2424"/>
                    </a:lnTo>
                    <a:lnTo>
                      <a:pt x="932" y="2317"/>
                    </a:lnTo>
                    <a:lnTo>
                      <a:pt x="1028" y="2197"/>
                    </a:lnTo>
                    <a:lnTo>
                      <a:pt x="1123" y="2054"/>
                    </a:lnTo>
                    <a:lnTo>
                      <a:pt x="1207" y="1899"/>
                    </a:lnTo>
                    <a:lnTo>
                      <a:pt x="1278" y="1732"/>
                    </a:lnTo>
                    <a:lnTo>
                      <a:pt x="1326" y="1565"/>
                    </a:lnTo>
                    <a:lnTo>
                      <a:pt x="1362" y="1385"/>
                    </a:lnTo>
                    <a:lnTo>
                      <a:pt x="1386" y="1218"/>
                    </a:lnTo>
                    <a:lnTo>
                      <a:pt x="1398" y="1039"/>
                    </a:lnTo>
                    <a:lnTo>
                      <a:pt x="1386" y="860"/>
                    </a:lnTo>
                    <a:lnTo>
                      <a:pt x="1362" y="645"/>
                    </a:lnTo>
                    <a:lnTo>
                      <a:pt x="1326" y="430"/>
                    </a:lnTo>
                    <a:lnTo>
                      <a:pt x="1278" y="215"/>
                    </a:lnTo>
                    <a:lnTo>
                      <a:pt x="1207" y="12"/>
                    </a:lnTo>
                    <a:lnTo>
                      <a:pt x="120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5459888" y="121856"/>
                <a:ext cx="153589" cy="102259"/>
              </a:xfrm>
              <a:custGeom>
                <a:avLst/>
                <a:gdLst/>
                <a:ahLst/>
                <a:cxnLst/>
                <a:rect l="l" t="t" r="r" b="b"/>
                <a:pathLst>
                  <a:path w="4216" h="2807" extrusionOk="0">
                    <a:moveTo>
                      <a:pt x="4072" y="0"/>
                    </a:moveTo>
                    <a:lnTo>
                      <a:pt x="3941" y="24"/>
                    </a:lnTo>
                    <a:lnTo>
                      <a:pt x="3833" y="60"/>
                    </a:lnTo>
                    <a:lnTo>
                      <a:pt x="3714" y="108"/>
                    </a:lnTo>
                    <a:lnTo>
                      <a:pt x="3607" y="168"/>
                    </a:lnTo>
                    <a:lnTo>
                      <a:pt x="3511" y="239"/>
                    </a:lnTo>
                    <a:lnTo>
                      <a:pt x="3416" y="311"/>
                    </a:lnTo>
                    <a:lnTo>
                      <a:pt x="3320" y="394"/>
                    </a:lnTo>
                    <a:lnTo>
                      <a:pt x="3236" y="490"/>
                    </a:lnTo>
                    <a:lnTo>
                      <a:pt x="3153" y="585"/>
                    </a:lnTo>
                    <a:lnTo>
                      <a:pt x="2998" y="788"/>
                    </a:lnTo>
                    <a:lnTo>
                      <a:pt x="2866" y="1003"/>
                    </a:lnTo>
                    <a:lnTo>
                      <a:pt x="2747" y="1218"/>
                    </a:lnTo>
                    <a:lnTo>
                      <a:pt x="2616" y="1457"/>
                    </a:lnTo>
                    <a:lnTo>
                      <a:pt x="2484" y="1684"/>
                    </a:lnTo>
                    <a:lnTo>
                      <a:pt x="2329" y="1911"/>
                    </a:lnTo>
                    <a:lnTo>
                      <a:pt x="2245" y="2018"/>
                    </a:lnTo>
                    <a:lnTo>
                      <a:pt x="2150" y="2126"/>
                    </a:lnTo>
                    <a:lnTo>
                      <a:pt x="2054" y="2221"/>
                    </a:lnTo>
                    <a:lnTo>
                      <a:pt x="1959" y="2305"/>
                    </a:lnTo>
                    <a:lnTo>
                      <a:pt x="1840" y="2376"/>
                    </a:lnTo>
                    <a:lnTo>
                      <a:pt x="1732" y="2448"/>
                    </a:lnTo>
                    <a:lnTo>
                      <a:pt x="1613" y="2508"/>
                    </a:lnTo>
                    <a:lnTo>
                      <a:pt x="1493" y="2567"/>
                    </a:lnTo>
                    <a:lnTo>
                      <a:pt x="1362" y="2603"/>
                    </a:lnTo>
                    <a:lnTo>
                      <a:pt x="1231" y="2651"/>
                    </a:lnTo>
                    <a:lnTo>
                      <a:pt x="1087" y="2675"/>
                    </a:lnTo>
                    <a:lnTo>
                      <a:pt x="932" y="2711"/>
                    </a:lnTo>
                    <a:lnTo>
                      <a:pt x="634" y="2746"/>
                    </a:lnTo>
                    <a:lnTo>
                      <a:pt x="323" y="2758"/>
                    </a:lnTo>
                    <a:lnTo>
                      <a:pt x="25" y="2770"/>
                    </a:lnTo>
                    <a:lnTo>
                      <a:pt x="13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25" y="2806"/>
                    </a:lnTo>
                    <a:lnTo>
                      <a:pt x="275" y="2794"/>
                    </a:lnTo>
                    <a:lnTo>
                      <a:pt x="538" y="2782"/>
                    </a:lnTo>
                    <a:lnTo>
                      <a:pt x="801" y="2758"/>
                    </a:lnTo>
                    <a:lnTo>
                      <a:pt x="1052" y="2723"/>
                    </a:lnTo>
                    <a:lnTo>
                      <a:pt x="1314" y="2663"/>
                    </a:lnTo>
                    <a:lnTo>
                      <a:pt x="1434" y="2627"/>
                    </a:lnTo>
                    <a:lnTo>
                      <a:pt x="1553" y="2579"/>
                    </a:lnTo>
                    <a:lnTo>
                      <a:pt x="1672" y="2520"/>
                    </a:lnTo>
                    <a:lnTo>
                      <a:pt x="1780" y="2460"/>
                    </a:lnTo>
                    <a:lnTo>
                      <a:pt x="1899" y="2388"/>
                    </a:lnTo>
                    <a:lnTo>
                      <a:pt x="1995" y="2317"/>
                    </a:lnTo>
                    <a:lnTo>
                      <a:pt x="2102" y="2233"/>
                    </a:lnTo>
                    <a:lnTo>
                      <a:pt x="2198" y="2138"/>
                    </a:lnTo>
                    <a:lnTo>
                      <a:pt x="2281" y="2030"/>
                    </a:lnTo>
                    <a:lnTo>
                      <a:pt x="2365" y="1923"/>
                    </a:lnTo>
                    <a:lnTo>
                      <a:pt x="2508" y="1708"/>
                    </a:lnTo>
                    <a:lnTo>
                      <a:pt x="2639" y="1481"/>
                    </a:lnTo>
                    <a:lnTo>
                      <a:pt x="2902" y="1015"/>
                    </a:lnTo>
                    <a:lnTo>
                      <a:pt x="3045" y="788"/>
                    </a:lnTo>
                    <a:lnTo>
                      <a:pt x="3117" y="681"/>
                    </a:lnTo>
                    <a:lnTo>
                      <a:pt x="3201" y="573"/>
                    </a:lnTo>
                    <a:lnTo>
                      <a:pt x="3308" y="466"/>
                    </a:lnTo>
                    <a:lnTo>
                      <a:pt x="3416" y="370"/>
                    </a:lnTo>
                    <a:lnTo>
                      <a:pt x="3523" y="275"/>
                    </a:lnTo>
                    <a:lnTo>
                      <a:pt x="3642" y="191"/>
                    </a:lnTo>
                    <a:lnTo>
                      <a:pt x="3774" y="132"/>
                    </a:lnTo>
                    <a:lnTo>
                      <a:pt x="3905" y="72"/>
                    </a:lnTo>
                    <a:lnTo>
                      <a:pt x="4048" y="48"/>
                    </a:lnTo>
                    <a:lnTo>
                      <a:pt x="4204" y="36"/>
                    </a:lnTo>
                    <a:lnTo>
                      <a:pt x="4215" y="24"/>
                    </a:lnTo>
                    <a:lnTo>
                      <a:pt x="4215" y="12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6" name="Google Shape;696;p23"/>
              <p:cNvSpPr/>
              <p:nvPr/>
            </p:nvSpPr>
            <p:spPr>
              <a:xfrm>
                <a:off x="5581235" y="128814"/>
                <a:ext cx="136613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3750" h="2640" extrusionOk="0">
                    <a:moveTo>
                      <a:pt x="2592" y="0"/>
                    </a:moveTo>
                    <a:lnTo>
                      <a:pt x="2592" y="12"/>
                    </a:lnTo>
                    <a:lnTo>
                      <a:pt x="2508" y="215"/>
                    </a:lnTo>
                    <a:lnTo>
                      <a:pt x="2413" y="418"/>
                    </a:lnTo>
                    <a:lnTo>
                      <a:pt x="2293" y="597"/>
                    </a:lnTo>
                    <a:lnTo>
                      <a:pt x="2150" y="765"/>
                    </a:lnTo>
                    <a:lnTo>
                      <a:pt x="1983" y="908"/>
                    </a:lnTo>
                    <a:lnTo>
                      <a:pt x="1804" y="1039"/>
                    </a:lnTo>
                    <a:lnTo>
                      <a:pt x="1625" y="1135"/>
                    </a:lnTo>
                    <a:lnTo>
                      <a:pt x="1422" y="1230"/>
                    </a:lnTo>
                    <a:lnTo>
                      <a:pt x="1064" y="1350"/>
                    </a:lnTo>
                    <a:lnTo>
                      <a:pt x="873" y="1409"/>
                    </a:lnTo>
                    <a:lnTo>
                      <a:pt x="693" y="1481"/>
                    </a:lnTo>
                    <a:lnTo>
                      <a:pt x="514" y="1564"/>
                    </a:lnTo>
                    <a:lnTo>
                      <a:pt x="359" y="1660"/>
                    </a:lnTo>
                    <a:lnTo>
                      <a:pt x="288" y="1720"/>
                    </a:lnTo>
                    <a:lnTo>
                      <a:pt x="216" y="1791"/>
                    </a:lnTo>
                    <a:lnTo>
                      <a:pt x="156" y="1863"/>
                    </a:lnTo>
                    <a:lnTo>
                      <a:pt x="96" y="1935"/>
                    </a:lnTo>
                    <a:lnTo>
                      <a:pt x="49" y="2018"/>
                    </a:lnTo>
                    <a:lnTo>
                      <a:pt x="25" y="2102"/>
                    </a:lnTo>
                    <a:lnTo>
                      <a:pt x="1" y="2197"/>
                    </a:lnTo>
                    <a:lnTo>
                      <a:pt x="1" y="2281"/>
                    </a:lnTo>
                    <a:lnTo>
                      <a:pt x="13" y="2364"/>
                    </a:lnTo>
                    <a:lnTo>
                      <a:pt x="49" y="2448"/>
                    </a:lnTo>
                    <a:lnTo>
                      <a:pt x="96" y="2520"/>
                    </a:lnTo>
                    <a:lnTo>
                      <a:pt x="180" y="2567"/>
                    </a:lnTo>
                    <a:lnTo>
                      <a:pt x="264" y="2603"/>
                    </a:lnTo>
                    <a:lnTo>
                      <a:pt x="359" y="2627"/>
                    </a:lnTo>
                    <a:lnTo>
                      <a:pt x="455" y="2639"/>
                    </a:lnTo>
                    <a:lnTo>
                      <a:pt x="801" y="2639"/>
                    </a:lnTo>
                    <a:lnTo>
                      <a:pt x="1040" y="2627"/>
                    </a:lnTo>
                    <a:lnTo>
                      <a:pt x="1267" y="2591"/>
                    </a:lnTo>
                    <a:lnTo>
                      <a:pt x="1493" y="2532"/>
                    </a:lnTo>
                    <a:lnTo>
                      <a:pt x="1720" y="2472"/>
                    </a:lnTo>
                    <a:lnTo>
                      <a:pt x="1923" y="2388"/>
                    </a:lnTo>
                    <a:lnTo>
                      <a:pt x="2138" y="2281"/>
                    </a:lnTo>
                    <a:lnTo>
                      <a:pt x="2341" y="2173"/>
                    </a:lnTo>
                    <a:lnTo>
                      <a:pt x="2532" y="2042"/>
                    </a:lnTo>
                    <a:lnTo>
                      <a:pt x="2711" y="1899"/>
                    </a:lnTo>
                    <a:lnTo>
                      <a:pt x="2890" y="1732"/>
                    </a:lnTo>
                    <a:lnTo>
                      <a:pt x="3069" y="1553"/>
                    </a:lnTo>
                    <a:lnTo>
                      <a:pt x="3225" y="1362"/>
                    </a:lnTo>
                    <a:lnTo>
                      <a:pt x="3356" y="1159"/>
                    </a:lnTo>
                    <a:lnTo>
                      <a:pt x="3487" y="956"/>
                    </a:lnTo>
                    <a:lnTo>
                      <a:pt x="3595" y="729"/>
                    </a:lnTo>
                    <a:lnTo>
                      <a:pt x="3678" y="502"/>
                    </a:lnTo>
                    <a:lnTo>
                      <a:pt x="3750" y="263"/>
                    </a:lnTo>
                    <a:lnTo>
                      <a:pt x="3750" y="251"/>
                    </a:lnTo>
                    <a:lnTo>
                      <a:pt x="3738" y="239"/>
                    </a:lnTo>
                    <a:lnTo>
                      <a:pt x="3726" y="239"/>
                    </a:lnTo>
                    <a:lnTo>
                      <a:pt x="3714" y="251"/>
                    </a:lnTo>
                    <a:lnTo>
                      <a:pt x="3654" y="466"/>
                    </a:lnTo>
                    <a:lnTo>
                      <a:pt x="3583" y="657"/>
                    </a:lnTo>
                    <a:lnTo>
                      <a:pt x="3487" y="860"/>
                    </a:lnTo>
                    <a:lnTo>
                      <a:pt x="3392" y="1051"/>
                    </a:lnTo>
                    <a:lnTo>
                      <a:pt x="3272" y="1230"/>
                    </a:lnTo>
                    <a:lnTo>
                      <a:pt x="3141" y="1409"/>
                    </a:lnTo>
                    <a:lnTo>
                      <a:pt x="3010" y="1564"/>
                    </a:lnTo>
                    <a:lnTo>
                      <a:pt x="2855" y="1732"/>
                    </a:lnTo>
                    <a:lnTo>
                      <a:pt x="2687" y="1875"/>
                    </a:lnTo>
                    <a:lnTo>
                      <a:pt x="2508" y="2018"/>
                    </a:lnTo>
                    <a:lnTo>
                      <a:pt x="2317" y="2138"/>
                    </a:lnTo>
                    <a:lnTo>
                      <a:pt x="2126" y="2245"/>
                    </a:lnTo>
                    <a:lnTo>
                      <a:pt x="1923" y="2352"/>
                    </a:lnTo>
                    <a:lnTo>
                      <a:pt x="1708" y="2424"/>
                    </a:lnTo>
                    <a:lnTo>
                      <a:pt x="1493" y="2496"/>
                    </a:lnTo>
                    <a:lnTo>
                      <a:pt x="1279" y="2544"/>
                    </a:lnTo>
                    <a:lnTo>
                      <a:pt x="1040" y="2591"/>
                    </a:lnTo>
                    <a:lnTo>
                      <a:pt x="801" y="2603"/>
                    </a:lnTo>
                    <a:lnTo>
                      <a:pt x="574" y="2615"/>
                    </a:lnTo>
                    <a:lnTo>
                      <a:pt x="467" y="2603"/>
                    </a:lnTo>
                    <a:lnTo>
                      <a:pt x="359" y="2591"/>
                    </a:lnTo>
                    <a:lnTo>
                      <a:pt x="252" y="2567"/>
                    </a:lnTo>
                    <a:lnTo>
                      <a:pt x="156" y="2508"/>
                    </a:lnTo>
                    <a:lnTo>
                      <a:pt x="120" y="2484"/>
                    </a:lnTo>
                    <a:lnTo>
                      <a:pt x="85" y="2436"/>
                    </a:lnTo>
                    <a:lnTo>
                      <a:pt x="61" y="2388"/>
                    </a:lnTo>
                    <a:lnTo>
                      <a:pt x="37" y="2341"/>
                    </a:lnTo>
                    <a:lnTo>
                      <a:pt x="37" y="2293"/>
                    </a:lnTo>
                    <a:lnTo>
                      <a:pt x="37" y="2233"/>
                    </a:lnTo>
                    <a:lnTo>
                      <a:pt x="49" y="2138"/>
                    </a:lnTo>
                    <a:lnTo>
                      <a:pt x="85" y="2030"/>
                    </a:lnTo>
                    <a:lnTo>
                      <a:pt x="132" y="1947"/>
                    </a:lnTo>
                    <a:lnTo>
                      <a:pt x="192" y="1863"/>
                    </a:lnTo>
                    <a:lnTo>
                      <a:pt x="252" y="1791"/>
                    </a:lnTo>
                    <a:lnTo>
                      <a:pt x="323" y="1732"/>
                    </a:lnTo>
                    <a:lnTo>
                      <a:pt x="407" y="1672"/>
                    </a:lnTo>
                    <a:lnTo>
                      <a:pt x="562" y="1576"/>
                    </a:lnTo>
                    <a:lnTo>
                      <a:pt x="741" y="1493"/>
                    </a:lnTo>
                    <a:lnTo>
                      <a:pt x="920" y="1433"/>
                    </a:lnTo>
                    <a:lnTo>
                      <a:pt x="1099" y="1373"/>
                    </a:lnTo>
                    <a:lnTo>
                      <a:pt x="1290" y="1314"/>
                    </a:lnTo>
                    <a:lnTo>
                      <a:pt x="1458" y="1242"/>
                    </a:lnTo>
                    <a:lnTo>
                      <a:pt x="1661" y="1159"/>
                    </a:lnTo>
                    <a:lnTo>
                      <a:pt x="1840" y="1051"/>
                    </a:lnTo>
                    <a:lnTo>
                      <a:pt x="2019" y="932"/>
                    </a:lnTo>
                    <a:lnTo>
                      <a:pt x="2174" y="788"/>
                    </a:lnTo>
                    <a:lnTo>
                      <a:pt x="2317" y="621"/>
                    </a:lnTo>
                    <a:lnTo>
                      <a:pt x="2449" y="430"/>
                    </a:lnTo>
                    <a:lnTo>
                      <a:pt x="2544" y="227"/>
                    </a:lnTo>
                    <a:lnTo>
                      <a:pt x="2616" y="24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7" name="Google Shape;697;p23"/>
              <p:cNvSpPr/>
              <p:nvPr/>
            </p:nvSpPr>
            <p:spPr>
              <a:xfrm>
                <a:off x="5492529" y="155772"/>
                <a:ext cx="26120" cy="26995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1" extrusionOk="0">
                    <a:moveTo>
                      <a:pt x="406" y="36"/>
                    </a:moveTo>
                    <a:lnTo>
                      <a:pt x="454" y="48"/>
                    </a:lnTo>
                    <a:lnTo>
                      <a:pt x="502" y="72"/>
                    </a:lnTo>
                    <a:lnTo>
                      <a:pt x="561" y="96"/>
                    </a:lnTo>
                    <a:lnTo>
                      <a:pt x="621" y="168"/>
                    </a:lnTo>
                    <a:lnTo>
                      <a:pt x="657" y="251"/>
                    </a:lnTo>
                    <a:lnTo>
                      <a:pt x="681" y="335"/>
                    </a:lnTo>
                    <a:lnTo>
                      <a:pt x="681" y="430"/>
                    </a:lnTo>
                    <a:lnTo>
                      <a:pt x="669" y="478"/>
                    </a:lnTo>
                    <a:lnTo>
                      <a:pt x="645" y="526"/>
                    </a:lnTo>
                    <a:lnTo>
                      <a:pt x="609" y="574"/>
                    </a:lnTo>
                    <a:lnTo>
                      <a:pt x="573" y="610"/>
                    </a:lnTo>
                    <a:lnTo>
                      <a:pt x="490" y="669"/>
                    </a:lnTo>
                    <a:lnTo>
                      <a:pt x="442" y="693"/>
                    </a:lnTo>
                    <a:lnTo>
                      <a:pt x="394" y="705"/>
                    </a:lnTo>
                    <a:lnTo>
                      <a:pt x="287" y="705"/>
                    </a:lnTo>
                    <a:lnTo>
                      <a:pt x="239" y="693"/>
                    </a:lnTo>
                    <a:lnTo>
                      <a:pt x="191" y="669"/>
                    </a:lnTo>
                    <a:lnTo>
                      <a:pt x="156" y="645"/>
                    </a:lnTo>
                    <a:lnTo>
                      <a:pt x="120" y="610"/>
                    </a:lnTo>
                    <a:lnTo>
                      <a:pt x="84" y="562"/>
                    </a:lnTo>
                    <a:lnTo>
                      <a:pt x="60" y="526"/>
                    </a:lnTo>
                    <a:lnTo>
                      <a:pt x="48" y="466"/>
                    </a:lnTo>
                    <a:lnTo>
                      <a:pt x="36" y="419"/>
                    </a:lnTo>
                    <a:lnTo>
                      <a:pt x="36" y="359"/>
                    </a:lnTo>
                    <a:lnTo>
                      <a:pt x="36" y="299"/>
                    </a:lnTo>
                    <a:lnTo>
                      <a:pt x="48" y="251"/>
                    </a:lnTo>
                    <a:lnTo>
                      <a:pt x="72" y="204"/>
                    </a:lnTo>
                    <a:lnTo>
                      <a:pt x="108" y="156"/>
                    </a:lnTo>
                    <a:lnTo>
                      <a:pt x="144" y="120"/>
                    </a:lnTo>
                    <a:lnTo>
                      <a:pt x="239" y="72"/>
                    </a:lnTo>
                    <a:lnTo>
                      <a:pt x="299" y="48"/>
                    </a:lnTo>
                    <a:lnTo>
                      <a:pt x="347" y="36"/>
                    </a:lnTo>
                    <a:close/>
                    <a:moveTo>
                      <a:pt x="335" y="1"/>
                    </a:moveTo>
                    <a:lnTo>
                      <a:pt x="263" y="25"/>
                    </a:lnTo>
                    <a:lnTo>
                      <a:pt x="191" y="48"/>
                    </a:lnTo>
                    <a:lnTo>
                      <a:pt x="134" y="87"/>
                    </a:lnTo>
                    <a:lnTo>
                      <a:pt x="132" y="84"/>
                    </a:lnTo>
                    <a:lnTo>
                      <a:pt x="120" y="96"/>
                    </a:lnTo>
                    <a:lnTo>
                      <a:pt x="84" y="132"/>
                    </a:lnTo>
                    <a:lnTo>
                      <a:pt x="48" y="180"/>
                    </a:lnTo>
                    <a:lnTo>
                      <a:pt x="24" y="227"/>
                    </a:lnTo>
                    <a:lnTo>
                      <a:pt x="12" y="275"/>
                    </a:lnTo>
                    <a:lnTo>
                      <a:pt x="0" y="335"/>
                    </a:lnTo>
                    <a:lnTo>
                      <a:pt x="0" y="383"/>
                    </a:lnTo>
                    <a:lnTo>
                      <a:pt x="12" y="490"/>
                    </a:lnTo>
                    <a:lnTo>
                      <a:pt x="36" y="550"/>
                    </a:lnTo>
                    <a:lnTo>
                      <a:pt x="60" y="598"/>
                    </a:lnTo>
                    <a:lnTo>
                      <a:pt x="96" y="633"/>
                    </a:lnTo>
                    <a:lnTo>
                      <a:pt x="132" y="669"/>
                    </a:lnTo>
                    <a:lnTo>
                      <a:pt x="179" y="705"/>
                    </a:lnTo>
                    <a:lnTo>
                      <a:pt x="227" y="729"/>
                    </a:lnTo>
                    <a:lnTo>
                      <a:pt x="275" y="741"/>
                    </a:lnTo>
                    <a:lnTo>
                      <a:pt x="394" y="741"/>
                    </a:lnTo>
                    <a:lnTo>
                      <a:pt x="454" y="717"/>
                    </a:lnTo>
                    <a:lnTo>
                      <a:pt x="502" y="705"/>
                    </a:lnTo>
                    <a:lnTo>
                      <a:pt x="550" y="669"/>
                    </a:lnTo>
                    <a:lnTo>
                      <a:pt x="597" y="633"/>
                    </a:lnTo>
                    <a:lnTo>
                      <a:pt x="633" y="598"/>
                    </a:lnTo>
                    <a:lnTo>
                      <a:pt x="669" y="550"/>
                    </a:lnTo>
                    <a:lnTo>
                      <a:pt x="693" y="490"/>
                    </a:lnTo>
                    <a:lnTo>
                      <a:pt x="717" y="442"/>
                    </a:lnTo>
                    <a:lnTo>
                      <a:pt x="717" y="395"/>
                    </a:lnTo>
                    <a:lnTo>
                      <a:pt x="717" y="347"/>
                    </a:lnTo>
                    <a:lnTo>
                      <a:pt x="705" y="287"/>
                    </a:lnTo>
                    <a:lnTo>
                      <a:pt x="669" y="192"/>
                    </a:lnTo>
                    <a:lnTo>
                      <a:pt x="609" y="108"/>
                    </a:lnTo>
                    <a:lnTo>
                      <a:pt x="573" y="72"/>
                    </a:lnTo>
                    <a:lnTo>
                      <a:pt x="526" y="36"/>
                    </a:lnTo>
                    <a:lnTo>
                      <a:pt x="466" y="13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8" name="Google Shape;698;p23"/>
              <p:cNvSpPr/>
              <p:nvPr/>
            </p:nvSpPr>
            <p:spPr>
              <a:xfrm>
                <a:off x="5334643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5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5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66" y="645"/>
                    </a:lnTo>
                    <a:lnTo>
                      <a:pt x="526" y="609"/>
                    </a:lnTo>
                    <a:lnTo>
                      <a:pt x="573" y="573"/>
                    </a:lnTo>
                    <a:lnTo>
                      <a:pt x="621" y="525"/>
                    </a:lnTo>
                    <a:lnTo>
                      <a:pt x="645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45" y="203"/>
                    </a:lnTo>
                    <a:lnTo>
                      <a:pt x="621" y="143"/>
                    </a:lnTo>
                    <a:lnTo>
                      <a:pt x="573" y="96"/>
                    </a:lnTo>
                    <a:lnTo>
                      <a:pt x="526" y="48"/>
                    </a:lnTo>
                    <a:lnTo>
                      <a:pt x="466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9" name="Google Shape;699;p23"/>
              <p:cNvSpPr/>
              <p:nvPr/>
            </p:nvSpPr>
            <p:spPr>
              <a:xfrm>
                <a:off x="5369870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6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6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0" name="Google Shape;700;p23"/>
              <p:cNvSpPr/>
              <p:nvPr/>
            </p:nvSpPr>
            <p:spPr>
              <a:xfrm>
                <a:off x="5405098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15" y="24"/>
                    </a:lnTo>
                    <a:lnTo>
                      <a:pt x="156" y="48"/>
                    </a:lnTo>
                    <a:lnTo>
                      <a:pt x="108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108" y="573"/>
                    </a:lnTo>
                    <a:lnTo>
                      <a:pt x="156" y="609"/>
                    </a:lnTo>
                    <a:lnTo>
                      <a:pt x="215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01" name="Google Shape;701;p23"/>
            <p:cNvGrpSpPr/>
            <p:nvPr/>
          </p:nvGrpSpPr>
          <p:grpSpPr>
            <a:xfrm>
              <a:off x="8466294" y="3771366"/>
              <a:ext cx="618903" cy="828066"/>
              <a:chOff x="150500" y="3822988"/>
              <a:chExt cx="569630" cy="762141"/>
            </a:xfrm>
          </p:grpSpPr>
          <p:sp>
            <p:nvSpPr>
              <p:cNvPr id="702" name="Google Shape;702;p23"/>
              <p:cNvSpPr/>
              <p:nvPr/>
            </p:nvSpPr>
            <p:spPr>
              <a:xfrm>
                <a:off x="461248" y="3822988"/>
                <a:ext cx="258881" cy="404536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6699" extrusionOk="0">
                    <a:moveTo>
                      <a:pt x="3332" y="0"/>
                    </a:moveTo>
                    <a:lnTo>
                      <a:pt x="3224" y="12"/>
                    </a:lnTo>
                    <a:lnTo>
                      <a:pt x="3105" y="24"/>
                    </a:lnTo>
                    <a:lnTo>
                      <a:pt x="2997" y="48"/>
                    </a:lnTo>
                    <a:lnTo>
                      <a:pt x="2890" y="84"/>
                    </a:lnTo>
                    <a:lnTo>
                      <a:pt x="2794" y="131"/>
                    </a:lnTo>
                    <a:lnTo>
                      <a:pt x="2687" y="179"/>
                    </a:lnTo>
                    <a:lnTo>
                      <a:pt x="2591" y="239"/>
                    </a:lnTo>
                    <a:lnTo>
                      <a:pt x="2388" y="382"/>
                    </a:lnTo>
                    <a:lnTo>
                      <a:pt x="2209" y="549"/>
                    </a:lnTo>
                    <a:lnTo>
                      <a:pt x="2030" y="716"/>
                    </a:lnTo>
                    <a:lnTo>
                      <a:pt x="1875" y="907"/>
                    </a:lnTo>
                    <a:lnTo>
                      <a:pt x="1720" y="1099"/>
                    </a:lnTo>
                    <a:lnTo>
                      <a:pt x="1553" y="1325"/>
                    </a:lnTo>
                    <a:lnTo>
                      <a:pt x="1398" y="1564"/>
                    </a:lnTo>
                    <a:lnTo>
                      <a:pt x="1242" y="1803"/>
                    </a:lnTo>
                    <a:lnTo>
                      <a:pt x="1099" y="2042"/>
                    </a:lnTo>
                    <a:lnTo>
                      <a:pt x="956" y="2292"/>
                    </a:lnTo>
                    <a:lnTo>
                      <a:pt x="824" y="2531"/>
                    </a:lnTo>
                    <a:lnTo>
                      <a:pt x="705" y="2782"/>
                    </a:lnTo>
                    <a:lnTo>
                      <a:pt x="598" y="3033"/>
                    </a:lnTo>
                    <a:lnTo>
                      <a:pt x="490" y="3283"/>
                    </a:lnTo>
                    <a:lnTo>
                      <a:pt x="407" y="3546"/>
                    </a:lnTo>
                    <a:lnTo>
                      <a:pt x="323" y="3797"/>
                    </a:lnTo>
                    <a:lnTo>
                      <a:pt x="239" y="4048"/>
                    </a:lnTo>
                    <a:lnTo>
                      <a:pt x="180" y="4310"/>
                    </a:lnTo>
                    <a:lnTo>
                      <a:pt x="120" y="4561"/>
                    </a:lnTo>
                    <a:lnTo>
                      <a:pt x="72" y="4824"/>
                    </a:lnTo>
                    <a:lnTo>
                      <a:pt x="36" y="5074"/>
                    </a:lnTo>
                    <a:lnTo>
                      <a:pt x="13" y="5349"/>
                    </a:lnTo>
                    <a:lnTo>
                      <a:pt x="1" y="5624"/>
                    </a:lnTo>
                    <a:lnTo>
                      <a:pt x="13" y="5767"/>
                    </a:lnTo>
                    <a:lnTo>
                      <a:pt x="24" y="5886"/>
                    </a:lnTo>
                    <a:lnTo>
                      <a:pt x="60" y="6018"/>
                    </a:lnTo>
                    <a:lnTo>
                      <a:pt x="96" y="6137"/>
                    </a:lnTo>
                    <a:lnTo>
                      <a:pt x="144" y="6256"/>
                    </a:lnTo>
                    <a:lnTo>
                      <a:pt x="215" y="6364"/>
                    </a:lnTo>
                    <a:lnTo>
                      <a:pt x="299" y="6459"/>
                    </a:lnTo>
                    <a:lnTo>
                      <a:pt x="395" y="6543"/>
                    </a:lnTo>
                    <a:lnTo>
                      <a:pt x="502" y="6603"/>
                    </a:lnTo>
                    <a:lnTo>
                      <a:pt x="621" y="6662"/>
                    </a:lnTo>
                    <a:lnTo>
                      <a:pt x="753" y="6686"/>
                    </a:lnTo>
                    <a:lnTo>
                      <a:pt x="884" y="6698"/>
                    </a:lnTo>
                    <a:lnTo>
                      <a:pt x="956" y="6686"/>
                    </a:lnTo>
                    <a:lnTo>
                      <a:pt x="1039" y="6662"/>
                    </a:lnTo>
                    <a:lnTo>
                      <a:pt x="1123" y="6615"/>
                    </a:lnTo>
                    <a:lnTo>
                      <a:pt x="1206" y="6567"/>
                    </a:lnTo>
                    <a:lnTo>
                      <a:pt x="1398" y="6424"/>
                    </a:lnTo>
                    <a:lnTo>
                      <a:pt x="1589" y="6244"/>
                    </a:lnTo>
                    <a:lnTo>
                      <a:pt x="1803" y="6030"/>
                    </a:lnTo>
                    <a:lnTo>
                      <a:pt x="2018" y="5779"/>
                    </a:lnTo>
                    <a:lnTo>
                      <a:pt x="2245" y="5504"/>
                    </a:lnTo>
                    <a:lnTo>
                      <a:pt x="2460" y="5206"/>
                    </a:lnTo>
                    <a:lnTo>
                      <a:pt x="2687" y="4895"/>
                    </a:lnTo>
                    <a:lnTo>
                      <a:pt x="2902" y="4573"/>
                    </a:lnTo>
                    <a:lnTo>
                      <a:pt x="3105" y="4239"/>
                    </a:lnTo>
                    <a:lnTo>
                      <a:pt x="3296" y="3904"/>
                    </a:lnTo>
                    <a:lnTo>
                      <a:pt x="3487" y="3570"/>
                    </a:lnTo>
                    <a:lnTo>
                      <a:pt x="3642" y="3248"/>
                    </a:lnTo>
                    <a:lnTo>
                      <a:pt x="3785" y="2937"/>
                    </a:lnTo>
                    <a:lnTo>
                      <a:pt x="3917" y="2651"/>
                    </a:lnTo>
                    <a:lnTo>
                      <a:pt x="4072" y="2221"/>
                    </a:lnTo>
                    <a:lnTo>
                      <a:pt x="4144" y="2006"/>
                    </a:lnTo>
                    <a:lnTo>
                      <a:pt x="4203" y="1791"/>
                    </a:lnTo>
                    <a:lnTo>
                      <a:pt x="4251" y="1576"/>
                    </a:lnTo>
                    <a:lnTo>
                      <a:pt x="4275" y="1373"/>
                    </a:lnTo>
                    <a:lnTo>
                      <a:pt x="4287" y="1158"/>
                    </a:lnTo>
                    <a:lnTo>
                      <a:pt x="4287" y="955"/>
                    </a:lnTo>
                    <a:lnTo>
                      <a:pt x="4263" y="860"/>
                    </a:lnTo>
                    <a:lnTo>
                      <a:pt x="4239" y="764"/>
                    </a:lnTo>
                    <a:lnTo>
                      <a:pt x="4215" y="669"/>
                    </a:lnTo>
                    <a:lnTo>
                      <a:pt x="4167" y="573"/>
                    </a:lnTo>
                    <a:lnTo>
                      <a:pt x="4132" y="490"/>
                    </a:lnTo>
                    <a:lnTo>
                      <a:pt x="4072" y="406"/>
                    </a:lnTo>
                    <a:lnTo>
                      <a:pt x="4012" y="322"/>
                    </a:lnTo>
                    <a:lnTo>
                      <a:pt x="3953" y="263"/>
                    </a:lnTo>
                    <a:lnTo>
                      <a:pt x="3881" y="191"/>
                    </a:lnTo>
                    <a:lnTo>
                      <a:pt x="3797" y="143"/>
                    </a:lnTo>
                    <a:lnTo>
                      <a:pt x="3714" y="96"/>
                    </a:lnTo>
                    <a:lnTo>
                      <a:pt x="3630" y="60"/>
                    </a:lnTo>
                    <a:lnTo>
                      <a:pt x="3535" y="24"/>
                    </a:lnTo>
                    <a:lnTo>
                      <a:pt x="3427" y="12"/>
                    </a:lnTo>
                    <a:lnTo>
                      <a:pt x="3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3" name="Google Shape;703;p23"/>
              <p:cNvSpPr/>
              <p:nvPr/>
            </p:nvSpPr>
            <p:spPr>
              <a:xfrm>
                <a:off x="465596" y="3936877"/>
                <a:ext cx="165884" cy="523499"/>
              </a:xfrm>
              <a:custGeom>
                <a:avLst/>
                <a:gdLst/>
                <a:ahLst/>
                <a:cxnLst/>
                <a:rect l="l" t="t" r="r" b="b"/>
                <a:pathLst>
                  <a:path w="2747" h="8669" extrusionOk="0">
                    <a:moveTo>
                      <a:pt x="2734" y="1"/>
                    </a:moveTo>
                    <a:lnTo>
                      <a:pt x="2722" y="12"/>
                    </a:lnTo>
                    <a:lnTo>
                      <a:pt x="2448" y="454"/>
                    </a:lnTo>
                    <a:lnTo>
                      <a:pt x="2185" y="896"/>
                    </a:lnTo>
                    <a:lnTo>
                      <a:pt x="1934" y="1350"/>
                    </a:lnTo>
                    <a:lnTo>
                      <a:pt x="1696" y="1803"/>
                    </a:lnTo>
                    <a:lnTo>
                      <a:pt x="1469" y="2269"/>
                    </a:lnTo>
                    <a:lnTo>
                      <a:pt x="1254" y="2735"/>
                    </a:lnTo>
                    <a:lnTo>
                      <a:pt x="1051" y="3200"/>
                    </a:lnTo>
                    <a:lnTo>
                      <a:pt x="860" y="3678"/>
                    </a:lnTo>
                    <a:lnTo>
                      <a:pt x="717" y="4084"/>
                    </a:lnTo>
                    <a:lnTo>
                      <a:pt x="573" y="4490"/>
                    </a:lnTo>
                    <a:lnTo>
                      <a:pt x="454" y="4896"/>
                    </a:lnTo>
                    <a:lnTo>
                      <a:pt x="335" y="5314"/>
                    </a:lnTo>
                    <a:lnTo>
                      <a:pt x="239" y="5732"/>
                    </a:lnTo>
                    <a:lnTo>
                      <a:pt x="155" y="6149"/>
                    </a:lnTo>
                    <a:lnTo>
                      <a:pt x="96" y="6567"/>
                    </a:lnTo>
                    <a:lnTo>
                      <a:pt x="36" y="6997"/>
                    </a:lnTo>
                    <a:lnTo>
                      <a:pt x="12" y="7403"/>
                    </a:lnTo>
                    <a:lnTo>
                      <a:pt x="0" y="7821"/>
                    </a:lnTo>
                    <a:lnTo>
                      <a:pt x="12" y="8239"/>
                    </a:lnTo>
                    <a:lnTo>
                      <a:pt x="36" y="8645"/>
                    </a:lnTo>
                    <a:lnTo>
                      <a:pt x="48" y="8657"/>
                    </a:lnTo>
                    <a:lnTo>
                      <a:pt x="60" y="8669"/>
                    </a:lnTo>
                    <a:lnTo>
                      <a:pt x="72" y="8657"/>
                    </a:lnTo>
                    <a:lnTo>
                      <a:pt x="72" y="8645"/>
                    </a:lnTo>
                    <a:lnTo>
                      <a:pt x="48" y="8263"/>
                    </a:lnTo>
                    <a:lnTo>
                      <a:pt x="36" y="7881"/>
                    </a:lnTo>
                    <a:lnTo>
                      <a:pt x="36" y="7499"/>
                    </a:lnTo>
                    <a:lnTo>
                      <a:pt x="72" y="7105"/>
                    </a:lnTo>
                    <a:lnTo>
                      <a:pt x="108" y="6722"/>
                    </a:lnTo>
                    <a:lnTo>
                      <a:pt x="155" y="6340"/>
                    </a:lnTo>
                    <a:lnTo>
                      <a:pt x="227" y="5970"/>
                    </a:lnTo>
                    <a:lnTo>
                      <a:pt x="311" y="5588"/>
                    </a:lnTo>
                    <a:lnTo>
                      <a:pt x="418" y="5146"/>
                    </a:lnTo>
                    <a:lnTo>
                      <a:pt x="549" y="4693"/>
                    </a:lnTo>
                    <a:lnTo>
                      <a:pt x="693" y="4251"/>
                    </a:lnTo>
                    <a:lnTo>
                      <a:pt x="848" y="3821"/>
                    </a:lnTo>
                    <a:lnTo>
                      <a:pt x="1015" y="3379"/>
                    </a:lnTo>
                    <a:lnTo>
                      <a:pt x="1194" y="2962"/>
                    </a:lnTo>
                    <a:lnTo>
                      <a:pt x="1385" y="2532"/>
                    </a:lnTo>
                    <a:lnTo>
                      <a:pt x="1588" y="2114"/>
                    </a:lnTo>
                    <a:lnTo>
                      <a:pt x="1851" y="1577"/>
                    </a:lnTo>
                    <a:lnTo>
                      <a:pt x="2137" y="1051"/>
                    </a:lnTo>
                    <a:lnTo>
                      <a:pt x="2436" y="538"/>
                    </a:lnTo>
                    <a:lnTo>
                      <a:pt x="2746" y="24"/>
                    </a:lnTo>
                    <a:lnTo>
                      <a:pt x="2746" y="12"/>
                    </a:lnTo>
                    <a:lnTo>
                      <a:pt x="274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4" name="Google Shape;704;p23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extrusionOk="0">
                    <a:moveTo>
                      <a:pt x="1827" y="0"/>
                    </a:move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  <a:lnTo>
                      <a:pt x="1995" y="0"/>
                    </a:lnTo>
                    <a:close/>
                  </a:path>
                </a:pathLst>
              </a:custGeom>
              <a:solidFill>
                <a:srgbClr val="B4DDDD">
                  <a:alpha val="6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5" name="Google Shape;705;p23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fill="none" extrusionOk="0">
                    <a:moveTo>
                      <a:pt x="1995" y="0"/>
                    </a:moveTo>
                    <a:lnTo>
                      <a:pt x="1995" y="0"/>
                    </a:lnTo>
                    <a:lnTo>
                      <a:pt x="1827" y="0"/>
                    </a:ln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6" name="Google Shape;706;p23"/>
              <p:cNvSpPr/>
              <p:nvPr/>
            </p:nvSpPr>
            <p:spPr>
              <a:xfrm>
                <a:off x="156297" y="4084703"/>
                <a:ext cx="269691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3177" extrusionOk="0">
                    <a:moveTo>
                      <a:pt x="2281" y="0"/>
                    </a:moveTo>
                    <a:lnTo>
                      <a:pt x="2149" y="24"/>
                    </a:lnTo>
                    <a:lnTo>
                      <a:pt x="2018" y="48"/>
                    </a:lnTo>
                    <a:lnTo>
                      <a:pt x="1899" y="72"/>
                    </a:lnTo>
                    <a:lnTo>
                      <a:pt x="1767" y="108"/>
                    </a:lnTo>
                    <a:lnTo>
                      <a:pt x="1648" y="155"/>
                    </a:lnTo>
                    <a:lnTo>
                      <a:pt x="1528" y="215"/>
                    </a:lnTo>
                    <a:lnTo>
                      <a:pt x="1409" y="263"/>
                    </a:lnTo>
                    <a:lnTo>
                      <a:pt x="1290" y="334"/>
                    </a:lnTo>
                    <a:lnTo>
                      <a:pt x="1075" y="478"/>
                    </a:lnTo>
                    <a:lnTo>
                      <a:pt x="872" y="621"/>
                    </a:lnTo>
                    <a:lnTo>
                      <a:pt x="681" y="788"/>
                    </a:lnTo>
                    <a:lnTo>
                      <a:pt x="502" y="967"/>
                    </a:lnTo>
                    <a:lnTo>
                      <a:pt x="346" y="1158"/>
                    </a:lnTo>
                    <a:lnTo>
                      <a:pt x="275" y="1266"/>
                    </a:lnTo>
                    <a:lnTo>
                      <a:pt x="203" y="1385"/>
                    </a:lnTo>
                    <a:lnTo>
                      <a:pt x="143" y="1493"/>
                    </a:lnTo>
                    <a:lnTo>
                      <a:pt x="96" y="1624"/>
                    </a:lnTo>
                    <a:lnTo>
                      <a:pt x="36" y="1755"/>
                    </a:lnTo>
                    <a:lnTo>
                      <a:pt x="0" y="1899"/>
                    </a:lnTo>
                    <a:lnTo>
                      <a:pt x="36" y="1827"/>
                    </a:lnTo>
                    <a:lnTo>
                      <a:pt x="72" y="1755"/>
                    </a:lnTo>
                    <a:lnTo>
                      <a:pt x="179" y="1636"/>
                    </a:lnTo>
                    <a:lnTo>
                      <a:pt x="299" y="1540"/>
                    </a:lnTo>
                    <a:lnTo>
                      <a:pt x="430" y="1457"/>
                    </a:lnTo>
                    <a:lnTo>
                      <a:pt x="573" y="1385"/>
                    </a:lnTo>
                    <a:lnTo>
                      <a:pt x="728" y="1337"/>
                    </a:lnTo>
                    <a:lnTo>
                      <a:pt x="884" y="1302"/>
                    </a:lnTo>
                    <a:lnTo>
                      <a:pt x="1039" y="1290"/>
                    </a:lnTo>
                    <a:lnTo>
                      <a:pt x="1194" y="1290"/>
                    </a:lnTo>
                    <a:lnTo>
                      <a:pt x="1349" y="1313"/>
                    </a:lnTo>
                    <a:lnTo>
                      <a:pt x="1493" y="1349"/>
                    </a:lnTo>
                    <a:lnTo>
                      <a:pt x="1636" y="1397"/>
                    </a:lnTo>
                    <a:lnTo>
                      <a:pt x="1779" y="1469"/>
                    </a:lnTo>
                    <a:lnTo>
                      <a:pt x="1910" y="1540"/>
                    </a:lnTo>
                    <a:lnTo>
                      <a:pt x="2030" y="1624"/>
                    </a:lnTo>
                    <a:lnTo>
                      <a:pt x="2149" y="1719"/>
                    </a:lnTo>
                    <a:lnTo>
                      <a:pt x="2269" y="1827"/>
                    </a:lnTo>
                    <a:lnTo>
                      <a:pt x="2376" y="1934"/>
                    </a:lnTo>
                    <a:lnTo>
                      <a:pt x="2567" y="2173"/>
                    </a:lnTo>
                    <a:lnTo>
                      <a:pt x="2758" y="2412"/>
                    </a:lnTo>
                    <a:lnTo>
                      <a:pt x="2937" y="2663"/>
                    </a:lnTo>
                    <a:lnTo>
                      <a:pt x="3033" y="2806"/>
                    </a:lnTo>
                    <a:lnTo>
                      <a:pt x="3152" y="2949"/>
                    </a:lnTo>
                    <a:lnTo>
                      <a:pt x="3212" y="3009"/>
                    </a:lnTo>
                    <a:lnTo>
                      <a:pt x="3284" y="3069"/>
                    </a:lnTo>
                    <a:lnTo>
                      <a:pt x="3355" y="3104"/>
                    </a:lnTo>
                    <a:lnTo>
                      <a:pt x="3439" y="3140"/>
                    </a:lnTo>
                    <a:lnTo>
                      <a:pt x="3510" y="3164"/>
                    </a:lnTo>
                    <a:lnTo>
                      <a:pt x="3594" y="3176"/>
                    </a:lnTo>
                    <a:lnTo>
                      <a:pt x="3749" y="3176"/>
                    </a:lnTo>
                    <a:lnTo>
                      <a:pt x="3821" y="3164"/>
                    </a:lnTo>
                    <a:lnTo>
                      <a:pt x="3892" y="3140"/>
                    </a:lnTo>
                    <a:lnTo>
                      <a:pt x="3964" y="3104"/>
                    </a:lnTo>
                    <a:lnTo>
                      <a:pt x="4036" y="3069"/>
                    </a:lnTo>
                    <a:lnTo>
                      <a:pt x="4131" y="2985"/>
                    </a:lnTo>
                    <a:lnTo>
                      <a:pt x="4215" y="2901"/>
                    </a:lnTo>
                    <a:lnTo>
                      <a:pt x="4286" y="2806"/>
                    </a:lnTo>
                    <a:lnTo>
                      <a:pt x="4346" y="2698"/>
                    </a:lnTo>
                    <a:lnTo>
                      <a:pt x="4394" y="2579"/>
                    </a:lnTo>
                    <a:lnTo>
                      <a:pt x="4430" y="2460"/>
                    </a:lnTo>
                    <a:lnTo>
                      <a:pt x="4454" y="2340"/>
                    </a:lnTo>
                    <a:lnTo>
                      <a:pt x="4466" y="2221"/>
                    </a:lnTo>
                    <a:lnTo>
                      <a:pt x="4466" y="2102"/>
                    </a:lnTo>
                    <a:lnTo>
                      <a:pt x="4454" y="1982"/>
                    </a:lnTo>
                    <a:lnTo>
                      <a:pt x="4430" y="1851"/>
                    </a:lnTo>
                    <a:lnTo>
                      <a:pt x="4394" y="1743"/>
                    </a:lnTo>
                    <a:lnTo>
                      <a:pt x="4322" y="1505"/>
                    </a:lnTo>
                    <a:lnTo>
                      <a:pt x="4227" y="1278"/>
                    </a:lnTo>
                    <a:lnTo>
                      <a:pt x="4143" y="1111"/>
                    </a:lnTo>
                    <a:lnTo>
                      <a:pt x="4048" y="955"/>
                    </a:lnTo>
                    <a:lnTo>
                      <a:pt x="3940" y="800"/>
                    </a:lnTo>
                    <a:lnTo>
                      <a:pt x="3833" y="657"/>
                    </a:lnTo>
                    <a:lnTo>
                      <a:pt x="3713" y="525"/>
                    </a:lnTo>
                    <a:lnTo>
                      <a:pt x="3582" y="394"/>
                    </a:lnTo>
                    <a:lnTo>
                      <a:pt x="3439" y="287"/>
                    </a:lnTo>
                    <a:lnTo>
                      <a:pt x="3284" y="191"/>
                    </a:lnTo>
                    <a:lnTo>
                      <a:pt x="3164" y="131"/>
                    </a:lnTo>
                    <a:lnTo>
                      <a:pt x="3045" y="84"/>
                    </a:lnTo>
                    <a:lnTo>
                      <a:pt x="2913" y="48"/>
                    </a:lnTo>
                    <a:lnTo>
                      <a:pt x="2794" y="24"/>
                    </a:lnTo>
                    <a:lnTo>
                      <a:pt x="2663" y="12"/>
                    </a:lnTo>
                    <a:lnTo>
                      <a:pt x="25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7" name="Google Shape;707;p23"/>
              <p:cNvSpPr/>
              <p:nvPr/>
            </p:nvSpPr>
            <p:spPr>
              <a:xfrm>
                <a:off x="283894" y="4115681"/>
                <a:ext cx="184605" cy="227178"/>
              </a:xfrm>
              <a:custGeom>
                <a:avLst/>
                <a:gdLst/>
                <a:ahLst/>
                <a:cxnLst/>
                <a:rect l="l" t="t" r="r" b="b"/>
                <a:pathLst>
                  <a:path w="3057" h="3762" extrusionOk="0">
                    <a:moveTo>
                      <a:pt x="0" y="1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239" y="144"/>
                    </a:lnTo>
                    <a:lnTo>
                      <a:pt x="466" y="263"/>
                    </a:lnTo>
                    <a:lnTo>
                      <a:pt x="681" y="395"/>
                    </a:lnTo>
                    <a:lnTo>
                      <a:pt x="884" y="550"/>
                    </a:lnTo>
                    <a:lnTo>
                      <a:pt x="1087" y="717"/>
                    </a:lnTo>
                    <a:lnTo>
                      <a:pt x="1266" y="884"/>
                    </a:lnTo>
                    <a:lnTo>
                      <a:pt x="1445" y="1075"/>
                    </a:lnTo>
                    <a:lnTo>
                      <a:pt x="1612" y="1266"/>
                    </a:lnTo>
                    <a:lnTo>
                      <a:pt x="1756" y="1457"/>
                    </a:lnTo>
                    <a:lnTo>
                      <a:pt x="1899" y="1660"/>
                    </a:lnTo>
                    <a:lnTo>
                      <a:pt x="2030" y="1863"/>
                    </a:lnTo>
                    <a:lnTo>
                      <a:pt x="2150" y="2066"/>
                    </a:lnTo>
                    <a:lnTo>
                      <a:pt x="2388" y="2484"/>
                    </a:lnTo>
                    <a:lnTo>
                      <a:pt x="2603" y="2914"/>
                    </a:lnTo>
                    <a:lnTo>
                      <a:pt x="2818" y="3332"/>
                    </a:lnTo>
                    <a:lnTo>
                      <a:pt x="3033" y="3750"/>
                    </a:lnTo>
                    <a:lnTo>
                      <a:pt x="3045" y="3761"/>
                    </a:lnTo>
                    <a:lnTo>
                      <a:pt x="3057" y="3761"/>
                    </a:lnTo>
                    <a:lnTo>
                      <a:pt x="3057" y="3750"/>
                    </a:lnTo>
                    <a:lnTo>
                      <a:pt x="3057" y="3738"/>
                    </a:lnTo>
                    <a:lnTo>
                      <a:pt x="2854" y="3332"/>
                    </a:lnTo>
                    <a:lnTo>
                      <a:pt x="2651" y="2938"/>
                    </a:lnTo>
                    <a:lnTo>
                      <a:pt x="2448" y="2532"/>
                    </a:lnTo>
                    <a:lnTo>
                      <a:pt x="2233" y="2138"/>
                    </a:lnTo>
                    <a:lnTo>
                      <a:pt x="2114" y="1923"/>
                    </a:lnTo>
                    <a:lnTo>
                      <a:pt x="1982" y="1720"/>
                    </a:lnTo>
                    <a:lnTo>
                      <a:pt x="1839" y="1517"/>
                    </a:lnTo>
                    <a:lnTo>
                      <a:pt x="1684" y="1314"/>
                    </a:lnTo>
                    <a:lnTo>
                      <a:pt x="1529" y="1123"/>
                    </a:lnTo>
                    <a:lnTo>
                      <a:pt x="1362" y="932"/>
                    </a:lnTo>
                    <a:lnTo>
                      <a:pt x="1194" y="753"/>
                    </a:lnTo>
                    <a:lnTo>
                      <a:pt x="1003" y="598"/>
                    </a:lnTo>
                    <a:lnTo>
                      <a:pt x="777" y="418"/>
                    </a:lnTo>
                    <a:lnTo>
                      <a:pt x="538" y="251"/>
                    </a:lnTo>
                    <a:lnTo>
                      <a:pt x="275" y="12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8" name="Google Shape;708;p23"/>
              <p:cNvSpPr/>
              <p:nvPr/>
            </p:nvSpPr>
            <p:spPr>
              <a:xfrm>
                <a:off x="300500" y="4370210"/>
                <a:ext cx="330259" cy="214919"/>
              </a:xfrm>
              <a:custGeom>
                <a:avLst/>
                <a:gdLst/>
                <a:ahLst/>
                <a:cxnLst/>
                <a:rect l="l" t="t" r="r" b="b"/>
                <a:pathLst>
                  <a:path w="5469" h="3559" extrusionOk="0">
                    <a:moveTo>
                      <a:pt x="0" y="0"/>
                    </a:moveTo>
                    <a:lnTo>
                      <a:pt x="1098" y="3558"/>
                    </a:lnTo>
                    <a:lnTo>
                      <a:pt x="4442" y="3558"/>
                    </a:lnTo>
                    <a:lnTo>
                      <a:pt x="54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9" name="Google Shape;709;p23"/>
              <p:cNvSpPr/>
              <p:nvPr/>
            </p:nvSpPr>
            <p:spPr>
              <a:xfrm>
                <a:off x="284618" y="4370210"/>
                <a:ext cx="359849" cy="51209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848" extrusionOk="0">
                    <a:moveTo>
                      <a:pt x="0" y="0"/>
                    </a:moveTo>
                    <a:lnTo>
                      <a:pt x="0" y="848"/>
                    </a:lnTo>
                    <a:lnTo>
                      <a:pt x="5958" y="848"/>
                    </a:lnTo>
                    <a:lnTo>
                      <a:pt x="59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0" name="Google Shape;710;p23"/>
              <p:cNvSpPr/>
              <p:nvPr/>
            </p:nvSpPr>
            <p:spPr>
              <a:xfrm>
                <a:off x="288241" y="4418519"/>
                <a:ext cx="359064" cy="2174"/>
              </a:xfrm>
              <a:custGeom>
                <a:avLst/>
                <a:gdLst/>
                <a:ahLst/>
                <a:cxnLst/>
                <a:rect l="l" t="t" r="r" b="b"/>
                <a:pathLst>
                  <a:path w="5946" h="36" extrusionOk="0">
                    <a:moveTo>
                      <a:pt x="12" y="0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0" y="36"/>
                    </a:lnTo>
                    <a:lnTo>
                      <a:pt x="5946" y="36"/>
                    </a:lnTo>
                    <a:lnTo>
                      <a:pt x="5946" y="24"/>
                    </a:lnTo>
                    <a:lnTo>
                      <a:pt x="5946" y="12"/>
                    </a:lnTo>
                    <a:lnTo>
                      <a:pt x="5934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 flipH="1">
              <a:off x="101100" y="3293930"/>
              <a:ext cx="618900" cy="1305496"/>
              <a:chOff x="-2244625" y="2465880"/>
              <a:chExt cx="618900" cy="1305496"/>
            </a:xfrm>
          </p:grpSpPr>
          <p:sp>
            <p:nvSpPr>
              <p:cNvPr id="712" name="Google Shape;712;p23"/>
              <p:cNvSpPr/>
              <p:nvPr/>
            </p:nvSpPr>
            <p:spPr>
              <a:xfrm>
                <a:off x="-2197797" y="3142830"/>
                <a:ext cx="483826" cy="39301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872" extrusionOk="0">
                    <a:moveTo>
                      <a:pt x="430" y="0"/>
                    </a:moveTo>
                    <a:lnTo>
                      <a:pt x="347" y="12"/>
                    </a:lnTo>
                    <a:lnTo>
                      <a:pt x="263" y="36"/>
                    </a:lnTo>
                    <a:lnTo>
                      <a:pt x="192" y="72"/>
                    </a:lnTo>
                    <a:lnTo>
                      <a:pt x="120" y="132"/>
                    </a:lnTo>
                    <a:lnTo>
                      <a:pt x="72" y="191"/>
                    </a:lnTo>
                    <a:lnTo>
                      <a:pt x="36" y="263"/>
                    </a:lnTo>
                    <a:lnTo>
                      <a:pt x="12" y="347"/>
                    </a:lnTo>
                    <a:lnTo>
                      <a:pt x="1" y="430"/>
                    </a:lnTo>
                    <a:lnTo>
                      <a:pt x="12" y="526"/>
                    </a:lnTo>
                    <a:lnTo>
                      <a:pt x="36" y="609"/>
                    </a:lnTo>
                    <a:lnTo>
                      <a:pt x="72" y="681"/>
                    </a:lnTo>
                    <a:lnTo>
                      <a:pt x="120" y="741"/>
                    </a:lnTo>
                    <a:lnTo>
                      <a:pt x="192" y="800"/>
                    </a:lnTo>
                    <a:lnTo>
                      <a:pt x="263" y="836"/>
                    </a:lnTo>
                    <a:lnTo>
                      <a:pt x="347" y="860"/>
                    </a:lnTo>
                    <a:lnTo>
                      <a:pt x="430" y="872"/>
                    </a:lnTo>
                    <a:lnTo>
                      <a:pt x="10304" y="872"/>
                    </a:lnTo>
                    <a:lnTo>
                      <a:pt x="10388" y="860"/>
                    </a:lnTo>
                    <a:lnTo>
                      <a:pt x="10472" y="836"/>
                    </a:lnTo>
                    <a:lnTo>
                      <a:pt x="10543" y="800"/>
                    </a:lnTo>
                    <a:lnTo>
                      <a:pt x="10615" y="741"/>
                    </a:lnTo>
                    <a:lnTo>
                      <a:pt x="10663" y="681"/>
                    </a:lnTo>
                    <a:lnTo>
                      <a:pt x="10710" y="609"/>
                    </a:lnTo>
                    <a:lnTo>
                      <a:pt x="10734" y="526"/>
                    </a:lnTo>
                    <a:lnTo>
                      <a:pt x="10734" y="430"/>
                    </a:lnTo>
                    <a:lnTo>
                      <a:pt x="10734" y="347"/>
                    </a:lnTo>
                    <a:lnTo>
                      <a:pt x="10710" y="263"/>
                    </a:lnTo>
                    <a:lnTo>
                      <a:pt x="10663" y="191"/>
                    </a:lnTo>
                    <a:lnTo>
                      <a:pt x="10615" y="132"/>
                    </a:lnTo>
                    <a:lnTo>
                      <a:pt x="10543" y="72"/>
                    </a:lnTo>
                    <a:lnTo>
                      <a:pt x="10472" y="36"/>
                    </a:lnTo>
                    <a:lnTo>
                      <a:pt x="10388" y="12"/>
                    </a:lnTo>
                    <a:lnTo>
                      <a:pt x="10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3" name="Google Shape;713;p23"/>
              <p:cNvSpPr/>
              <p:nvPr/>
            </p:nvSpPr>
            <p:spPr>
              <a:xfrm>
                <a:off x="-1747414" y="2465880"/>
                <a:ext cx="116821" cy="714134"/>
              </a:xfrm>
              <a:custGeom>
                <a:avLst/>
                <a:gdLst/>
                <a:ahLst/>
                <a:cxnLst/>
                <a:rect l="l" t="t" r="r" b="b"/>
                <a:pathLst>
                  <a:path w="2592" h="15845" extrusionOk="0">
                    <a:moveTo>
                      <a:pt x="2102" y="0"/>
                    </a:moveTo>
                    <a:lnTo>
                      <a:pt x="2019" y="12"/>
                    </a:lnTo>
                    <a:lnTo>
                      <a:pt x="1935" y="48"/>
                    </a:lnTo>
                    <a:lnTo>
                      <a:pt x="1864" y="96"/>
                    </a:lnTo>
                    <a:lnTo>
                      <a:pt x="1792" y="156"/>
                    </a:lnTo>
                    <a:lnTo>
                      <a:pt x="1744" y="227"/>
                    </a:lnTo>
                    <a:lnTo>
                      <a:pt x="1708" y="311"/>
                    </a:lnTo>
                    <a:lnTo>
                      <a:pt x="1696" y="394"/>
                    </a:lnTo>
                    <a:lnTo>
                      <a:pt x="1" y="15343"/>
                    </a:lnTo>
                    <a:lnTo>
                      <a:pt x="1" y="15426"/>
                    </a:lnTo>
                    <a:lnTo>
                      <a:pt x="25" y="15522"/>
                    </a:lnTo>
                    <a:lnTo>
                      <a:pt x="49" y="15605"/>
                    </a:lnTo>
                    <a:lnTo>
                      <a:pt x="96" y="15677"/>
                    </a:lnTo>
                    <a:lnTo>
                      <a:pt x="156" y="15737"/>
                    </a:lnTo>
                    <a:lnTo>
                      <a:pt x="228" y="15784"/>
                    </a:lnTo>
                    <a:lnTo>
                      <a:pt x="311" y="15820"/>
                    </a:lnTo>
                    <a:lnTo>
                      <a:pt x="407" y="15844"/>
                    </a:lnTo>
                    <a:lnTo>
                      <a:pt x="502" y="15844"/>
                    </a:lnTo>
                    <a:lnTo>
                      <a:pt x="586" y="15820"/>
                    </a:lnTo>
                    <a:lnTo>
                      <a:pt x="670" y="15796"/>
                    </a:lnTo>
                    <a:lnTo>
                      <a:pt x="741" y="15749"/>
                    </a:lnTo>
                    <a:lnTo>
                      <a:pt x="801" y="15689"/>
                    </a:lnTo>
                    <a:lnTo>
                      <a:pt x="849" y="15617"/>
                    </a:lnTo>
                    <a:lnTo>
                      <a:pt x="884" y="15534"/>
                    </a:lnTo>
                    <a:lnTo>
                      <a:pt x="908" y="15438"/>
                    </a:lnTo>
                    <a:lnTo>
                      <a:pt x="2592" y="502"/>
                    </a:lnTo>
                    <a:lnTo>
                      <a:pt x="2592" y="406"/>
                    </a:lnTo>
                    <a:lnTo>
                      <a:pt x="2580" y="323"/>
                    </a:lnTo>
                    <a:lnTo>
                      <a:pt x="2544" y="239"/>
                    </a:lnTo>
                    <a:lnTo>
                      <a:pt x="2496" y="168"/>
                    </a:lnTo>
                    <a:lnTo>
                      <a:pt x="2437" y="108"/>
                    </a:lnTo>
                    <a:lnTo>
                      <a:pt x="2365" y="48"/>
                    </a:lnTo>
                    <a:lnTo>
                      <a:pt x="2281" y="12"/>
                    </a:lnTo>
                    <a:lnTo>
                      <a:pt x="219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4" name="Google Shape;714;p23"/>
              <p:cNvSpPr/>
              <p:nvPr/>
            </p:nvSpPr>
            <p:spPr>
              <a:xfrm>
                <a:off x="-1750614" y="3183708"/>
                <a:ext cx="124889" cy="586586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13015" extrusionOk="0">
                    <a:moveTo>
                      <a:pt x="12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72" y="371"/>
                    </a:lnTo>
                    <a:lnTo>
                      <a:pt x="275" y="1314"/>
                    </a:lnTo>
                    <a:lnTo>
                      <a:pt x="573" y="2711"/>
                    </a:lnTo>
                    <a:lnTo>
                      <a:pt x="932" y="4418"/>
                    </a:lnTo>
                    <a:lnTo>
                      <a:pt x="1326" y="6281"/>
                    </a:lnTo>
                    <a:lnTo>
                      <a:pt x="1720" y="8167"/>
                    </a:lnTo>
                    <a:lnTo>
                      <a:pt x="2090" y="9923"/>
                    </a:lnTo>
                    <a:lnTo>
                      <a:pt x="2400" y="11403"/>
                    </a:lnTo>
                    <a:lnTo>
                      <a:pt x="2627" y="12478"/>
                    </a:lnTo>
                    <a:lnTo>
                      <a:pt x="2723" y="12979"/>
                    </a:lnTo>
                    <a:lnTo>
                      <a:pt x="2734" y="13003"/>
                    </a:lnTo>
                    <a:lnTo>
                      <a:pt x="2734" y="13015"/>
                    </a:lnTo>
                    <a:lnTo>
                      <a:pt x="2758" y="13015"/>
                    </a:lnTo>
                    <a:lnTo>
                      <a:pt x="2758" y="13003"/>
                    </a:lnTo>
                    <a:lnTo>
                      <a:pt x="2770" y="12991"/>
                    </a:lnTo>
                    <a:lnTo>
                      <a:pt x="2699" y="12645"/>
                    </a:lnTo>
                    <a:lnTo>
                      <a:pt x="2496" y="11702"/>
                    </a:lnTo>
                    <a:lnTo>
                      <a:pt x="2197" y="10305"/>
                    </a:lnTo>
                    <a:lnTo>
                      <a:pt x="1839" y="8597"/>
                    </a:lnTo>
                    <a:lnTo>
                      <a:pt x="1445" y="6735"/>
                    </a:lnTo>
                    <a:lnTo>
                      <a:pt x="1051" y="4848"/>
                    </a:lnTo>
                    <a:lnTo>
                      <a:pt x="681" y="3093"/>
                    </a:lnTo>
                    <a:lnTo>
                      <a:pt x="370" y="1613"/>
                    </a:lnTo>
                    <a:lnTo>
                      <a:pt x="156" y="538"/>
                    </a:lnTo>
                    <a:lnTo>
                      <a:pt x="48" y="37"/>
                    </a:lnTo>
                    <a:lnTo>
                      <a:pt x="36" y="13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5" name="Google Shape;715;p23"/>
              <p:cNvSpPr/>
              <p:nvPr/>
            </p:nvSpPr>
            <p:spPr>
              <a:xfrm>
                <a:off x="-2244625" y="3184249"/>
                <a:ext cx="109836" cy="587127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13027" extrusionOk="0">
                    <a:moveTo>
                      <a:pt x="2413" y="1"/>
                    </a:moveTo>
                    <a:lnTo>
                      <a:pt x="2401" y="13"/>
                    </a:lnTo>
                    <a:lnTo>
                      <a:pt x="2341" y="359"/>
                    </a:lnTo>
                    <a:lnTo>
                      <a:pt x="2162" y="1302"/>
                    </a:lnTo>
                    <a:lnTo>
                      <a:pt x="1899" y="2699"/>
                    </a:lnTo>
                    <a:lnTo>
                      <a:pt x="1589" y="4406"/>
                    </a:lnTo>
                    <a:lnTo>
                      <a:pt x="1242" y="6281"/>
                    </a:lnTo>
                    <a:lnTo>
                      <a:pt x="896" y="8167"/>
                    </a:lnTo>
                    <a:lnTo>
                      <a:pt x="574" y="9922"/>
                    </a:lnTo>
                    <a:lnTo>
                      <a:pt x="299" y="11415"/>
                    </a:lnTo>
                    <a:lnTo>
                      <a:pt x="96" y="12478"/>
                    </a:lnTo>
                    <a:lnTo>
                      <a:pt x="13" y="12991"/>
                    </a:lnTo>
                    <a:lnTo>
                      <a:pt x="1" y="13015"/>
                    </a:lnTo>
                    <a:lnTo>
                      <a:pt x="13" y="13027"/>
                    </a:lnTo>
                    <a:lnTo>
                      <a:pt x="37" y="13027"/>
                    </a:lnTo>
                    <a:lnTo>
                      <a:pt x="37" y="13015"/>
                    </a:lnTo>
                    <a:lnTo>
                      <a:pt x="108" y="12669"/>
                    </a:lnTo>
                    <a:lnTo>
                      <a:pt x="275" y="11725"/>
                    </a:lnTo>
                    <a:lnTo>
                      <a:pt x="538" y="10328"/>
                    </a:lnTo>
                    <a:lnTo>
                      <a:pt x="848" y="8621"/>
                    </a:lnTo>
                    <a:lnTo>
                      <a:pt x="1195" y="6747"/>
                    </a:lnTo>
                    <a:lnTo>
                      <a:pt x="1541" y="4860"/>
                    </a:lnTo>
                    <a:lnTo>
                      <a:pt x="1863" y="3105"/>
                    </a:lnTo>
                    <a:lnTo>
                      <a:pt x="2138" y="1613"/>
                    </a:lnTo>
                    <a:lnTo>
                      <a:pt x="2341" y="550"/>
                    </a:lnTo>
                    <a:lnTo>
                      <a:pt x="2424" y="37"/>
                    </a:lnTo>
                    <a:lnTo>
                      <a:pt x="2436" y="13"/>
                    </a:lnTo>
                    <a:lnTo>
                      <a:pt x="24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>
            <a:off x="50" y="4594900"/>
            <a:ext cx="9144000" cy="54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718" name="Google Shape;718;p24"/>
          <p:cNvGrpSpPr/>
          <p:nvPr/>
        </p:nvGrpSpPr>
        <p:grpSpPr>
          <a:xfrm>
            <a:off x="-404825" y="1128050"/>
            <a:ext cx="9490022" cy="3471382"/>
            <a:chOff x="-404825" y="1128050"/>
            <a:chExt cx="9490022" cy="3471382"/>
          </a:xfrm>
        </p:grpSpPr>
        <p:grpSp>
          <p:nvGrpSpPr>
            <p:cNvPr id="719" name="Google Shape;719;p24"/>
            <p:cNvGrpSpPr/>
            <p:nvPr/>
          </p:nvGrpSpPr>
          <p:grpSpPr>
            <a:xfrm>
              <a:off x="-404825" y="1128050"/>
              <a:ext cx="1124813" cy="885613"/>
              <a:chOff x="5284625" y="-234825"/>
              <a:chExt cx="1124813" cy="885613"/>
            </a:xfrm>
          </p:grpSpPr>
          <p:sp>
            <p:nvSpPr>
              <p:cNvPr id="720" name="Google Shape;720;p24"/>
              <p:cNvSpPr/>
              <p:nvPr/>
            </p:nvSpPr>
            <p:spPr>
              <a:xfrm>
                <a:off x="5852234" y="19635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1" name="Google Shape;721;p24"/>
              <p:cNvSpPr/>
              <p:nvPr/>
            </p:nvSpPr>
            <p:spPr>
              <a:xfrm>
                <a:off x="5852234" y="56611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5852234" y="9314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5852234" y="130125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36"/>
                    </a:lnTo>
                    <a:lnTo>
                      <a:pt x="1875" y="12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4" name="Google Shape;724;p24"/>
              <p:cNvSpPr/>
              <p:nvPr/>
            </p:nvSpPr>
            <p:spPr>
              <a:xfrm>
                <a:off x="5852234" y="26363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5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5" name="Google Shape;725;p24"/>
              <p:cNvSpPr/>
              <p:nvPr/>
            </p:nvSpPr>
            <p:spPr>
              <a:xfrm>
                <a:off x="5852234" y="300178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6" name="Google Shape;726;p24"/>
              <p:cNvSpPr/>
              <p:nvPr/>
            </p:nvSpPr>
            <p:spPr>
              <a:xfrm>
                <a:off x="5852234" y="337154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7" name="Google Shape;727;p24"/>
              <p:cNvSpPr/>
              <p:nvPr/>
            </p:nvSpPr>
            <p:spPr>
              <a:xfrm>
                <a:off x="5852234" y="374130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12" y="0"/>
                    </a:move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24"/>
                    </a:lnTo>
                    <a:lnTo>
                      <a:pt x="187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8" name="Google Shape;728;p24"/>
              <p:cNvSpPr/>
              <p:nvPr/>
            </p:nvSpPr>
            <p:spPr>
              <a:xfrm>
                <a:off x="5445097" y="329759"/>
                <a:ext cx="270602" cy="20750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5696" fill="none" extrusionOk="0">
                    <a:moveTo>
                      <a:pt x="7224" y="5696"/>
                    </a:moveTo>
                    <a:lnTo>
                      <a:pt x="204" y="5696"/>
                    </a:lnTo>
                    <a:lnTo>
                      <a:pt x="204" y="5696"/>
                    </a:lnTo>
                    <a:lnTo>
                      <a:pt x="156" y="5696"/>
                    </a:lnTo>
                    <a:lnTo>
                      <a:pt x="120" y="5684"/>
                    </a:lnTo>
                    <a:lnTo>
                      <a:pt x="84" y="5660"/>
                    </a:lnTo>
                    <a:lnTo>
                      <a:pt x="61" y="5636"/>
                    </a:lnTo>
                    <a:lnTo>
                      <a:pt x="37" y="5600"/>
                    </a:lnTo>
                    <a:lnTo>
                      <a:pt x="13" y="5564"/>
                    </a:lnTo>
                    <a:lnTo>
                      <a:pt x="1" y="5528"/>
                    </a:lnTo>
                    <a:lnTo>
                      <a:pt x="1" y="5493"/>
                    </a:lnTo>
                    <a:lnTo>
                      <a:pt x="1" y="203"/>
                    </a:lnTo>
                    <a:lnTo>
                      <a:pt x="1" y="203"/>
                    </a:lnTo>
                    <a:lnTo>
                      <a:pt x="1" y="168"/>
                    </a:lnTo>
                    <a:lnTo>
                      <a:pt x="13" y="132"/>
                    </a:lnTo>
                    <a:lnTo>
                      <a:pt x="37" y="96"/>
                    </a:lnTo>
                    <a:lnTo>
                      <a:pt x="61" y="60"/>
                    </a:lnTo>
                    <a:lnTo>
                      <a:pt x="84" y="36"/>
                    </a:lnTo>
                    <a:lnTo>
                      <a:pt x="120" y="24"/>
                    </a:lnTo>
                    <a:lnTo>
                      <a:pt x="156" y="12"/>
                    </a:lnTo>
                    <a:lnTo>
                      <a:pt x="204" y="0"/>
                    </a:lnTo>
                    <a:lnTo>
                      <a:pt x="7224" y="0"/>
                    </a:lnTo>
                    <a:lnTo>
                      <a:pt x="7224" y="0"/>
                    </a:lnTo>
                    <a:lnTo>
                      <a:pt x="7260" y="12"/>
                    </a:lnTo>
                    <a:lnTo>
                      <a:pt x="7296" y="24"/>
                    </a:lnTo>
                    <a:lnTo>
                      <a:pt x="7332" y="36"/>
                    </a:lnTo>
                    <a:lnTo>
                      <a:pt x="7368" y="60"/>
                    </a:lnTo>
                    <a:lnTo>
                      <a:pt x="7391" y="96"/>
                    </a:lnTo>
                    <a:lnTo>
                      <a:pt x="7403" y="132"/>
                    </a:lnTo>
                    <a:lnTo>
                      <a:pt x="7415" y="168"/>
                    </a:lnTo>
                    <a:lnTo>
                      <a:pt x="7427" y="203"/>
                    </a:lnTo>
                    <a:lnTo>
                      <a:pt x="7427" y="5493"/>
                    </a:lnTo>
                    <a:lnTo>
                      <a:pt x="7427" y="5493"/>
                    </a:lnTo>
                    <a:lnTo>
                      <a:pt x="7415" y="5528"/>
                    </a:lnTo>
                    <a:lnTo>
                      <a:pt x="7403" y="5564"/>
                    </a:lnTo>
                    <a:lnTo>
                      <a:pt x="7391" y="5600"/>
                    </a:lnTo>
                    <a:lnTo>
                      <a:pt x="7368" y="5636"/>
                    </a:lnTo>
                    <a:lnTo>
                      <a:pt x="7332" y="5660"/>
                    </a:lnTo>
                    <a:lnTo>
                      <a:pt x="7296" y="5684"/>
                    </a:lnTo>
                    <a:lnTo>
                      <a:pt x="7260" y="5696"/>
                    </a:lnTo>
                    <a:lnTo>
                      <a:pt x="7224" y="5696"/>
                    </a:lnTo>
                    <a:lnTo>
                      <a:pt x="7224" y="569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9" name="Google Shape;729;p24"/>
              <p:cNvSpPr/>
              <p:nvPr/>
            </p:nvSpPr>
            <p:spPr>
              <a:xfrm>
                <a:off x="5443822" y="414129"/>
                <a:ext cx="272751" cy="73552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2019" extrusionOk="0">
                    <a:moveTo>
                      <a:pt x="7450" y="1"/>
                    </a:moveTo>
                    <a:lnTo>
                      <a:pt x="7259" y="48"/>
                    </a:lnTo>
                    <a:lnTo>
                      <a:pt x="7080" y="132"/>
                    </a:lnTo>
                    <a:lnTo>
                      <a:pt x="6913" y="216"/>
                    </a:lnTo>
                    <a:lnTo>
                      <a:pt x="6746" y="335"/>
                    </a:lnTo>
                    <a:lnTo>
                      <a:pt x="6615" y="442"/>
                    </a:lnTo>
                    <a:lnTo>
                      <a:pt x="6495" y="550"/>
                    </a:lnTo>
                    <a:lnTo>
                      <a:pt x="6388" y="681"/>
                    </a:lnTo>
                    <a:lnTo>
                      <a:pt x="6280" y="801"/>
                    </a:lnTo>
                    <a:lnTo>
                      <a:pt x="6065" y="1063"/>
                    </a:lnTo>
                    <a:lnTo>
                      <a:pt x="5958" y="1183"/>
                    </a:lnTo>
                    <a:lnTo>
                      <a:pt x="5839" y="1302"/>
                    </a:lnTo>
                    <a:lnTo>
                      <a:pt x="5671" y="1445"/>
                    </a:lnTo>
                    <a:lnTo>
                      <a:pt x="5504" y="1565"/>
                    </a:lnTo>
                    <a:lnTo>
                      <a:pt x="5313" y="1672"/>
                    </a:lnTo>
                    <a:lnTo>
                      <a:pt x="5122" y="1768"/>
                    </a:lnTo>
                    <a:lnTo>
                      <a:pt x="4907" y="1851"/>
                    </a:lnTo>
                    <a:lnTo>
                      <a:pt x="4680" y="1923"/>
                    </a:lnTo>
                    <a:lnTo>
                      <a:pt x="4561" y="1947"/>
                    </a:lnTo>
                    <a:lnTo>
                      <a:pt x="4442" y="1959"/>
                    </a:lnTo>
                    <a:lnTo>
                      <a:pt x="4203" y="1959"/>
                    </a:lnTo>
                    <a:lnTo>
                      <a:pt x="4083" y="1947"/>
                    </a:lnTo>
                    <a:lnTo>
                      <a:pt x="3976" y="1923"/>
                    </a:lnTo>
                    <a:lnTo>
                      <a:pt x="3868" y="1899"/>
                    </a:lnTo>
                    <a:lnTo>
                      <a:pt x="3761" y="1851"/>
                    </a:lnTo>
                    <a:lnTo>
                      <a:pt x="3654" y="1804"/>
                    </a:lnTo>
                    <a:lnTo>
                      <a:pt x="3558" y="1744"/>
                    </a:lnTo>
                    <a:lnTo>
                      <a:pt x="3463" y="1684"/>
                    </a:lnTo>
                    <a:lnTo>
                      <a:pt x="3367" y="1601"/>
                    </a:lnTo>
                    <a:lnTo>
                      <a:pt x="3188" y="1445"/>
                    </a:lnTo>
                    <a:lnTo>
                      <a:pt x="3021" y="1278"/>
                    </a:lnTo>
                    <a:lnTo>
                      <a:pt x="2854" y="1099"/>
                    </a:lnTo>
                    <a:lnTo>
                      <a:pt x="2675" y="944"/>
                    </a:lnTo>
                    <a:lnTo>
                      <a:pt x="2507" y="789"/>
                    </a:lnTo>
                    <a:lnTo>
                      <a:pt x="2316" y="657"/>
                    </a:lnTo>
                    <a:lnTo>
                      <a:pt x="2125" y="550"/>
                    </a:lnTo>
                    <a:lnTo>
                      <a:pt x="1934" y="442"/>
                    </a:lnTo>
                    <a:lnTo>
                      <a:pt x="1707" y="347"/>
                    </a:lnTo>
                    <a:lnTo>
                      <a:pt x="1469" y="275"/>
                    </a:lnTo>
                    <a:lnTo>
                      <a:pt x="1230" y="216"/>
                    </a:lnTo>
                    <a:lnTo>
                      <a:pt x="991" y="192"/>
                    </a:lnTo>
                    <a:lnTo>
                      <a:pt x="752" y="180"/>
                    </a:lnTo>
                    <a:lnTo>
                      <a:pt x="502" y="180"/>
                    </a:lnTo>
                    <a:lnTo>
                      <a:pt x="263" y="216"/>
                    </a:lnTo>
                    <a:lnTo>
                      <a:pt x="24" y="275"/>
                    </a:lnTo>
                    <a:lnTo>
                      <a:pt x="0" y="287"/>
                    </a:lnTo>
                    <a:lnTo>
                      <a:pt x="0" y="311"/>
                    </a:lnTo>
                    <a:lnTo>
                      <a:pt x="12" y="323"/>
                    </a:lnTo>
                    <a:lnTo>
                      <a:pt x="36" y="335"/>
                    </a:lnTo>
                    <a:lnTo>
                      <a:pt x="263" y="275"/>
                    </a:lnTo>
                    <a:lnTo>
                      <a:pt x="478" y="251"/>
                    </a:lnTo>
                    <a:lnTo>
                      <a:pt x="704" y="240"/>
                    </a:lnTo>
                    <a:lnTo>
                      <a:pt x="919" y="240"/>
                    </a:lnTo>
                    <a:lnTo>
                      <a:pt x="1146" y="263"/>
                    </a:lnTo>
                    <a:lnTo>
                      <a:pt x="1361" y="311"/>
                    </a:lnTo>
                    <a:lnTo>
                      <a:pt x="1576" y="371"/>
                    </a:lnTo>
                    <a:lnTo>
                      <a:pt x="1779" y="442"/>
                    </a:lnTo>
                    <a:lnTo>
                      <a:pt x="1994" y="538"/>
                    </a:lnTo>
                    <a:lnTo>
                      <a:pt x="2209" y="657"/>
                    </a:lnTo>
                    <a:lnTo>
                      <a:pt x="2400" y="789"/>
                    </a:lnTo>
                    <a:lnTo>
                      <a:pt x="2591" y="944"/>
                    </a:lnTo>
                    <a:lnTo>
                      <a:pt x="2758" y="1099"/>
                    </a:lnTo>
                    <a:lnTo>
                      <a:pt x="2925" y="1266"/>
                    </a:lnTo>
                    <a:lnTo>
                      <a:pt x="3092" y="1433"/>
                    </a:lnTo>
                    <a:lnTo>
                      <a:pt x="3260" y="1601"/>
                    </a:lnTo>
                    <a:lnTo>
                      <a:pt x="3439" y="1744"/>
                    </a:lnTo>
                    <a:lnTo>
                      <a:pt x="3534" y="1804"/>
                    </a:lnTo>
                    <a:lnTo>
                      <a:pt x="3630" y="1851"/>
                    </a:lnTo>
                    <a:lnTo>
                      <a:pt x="3725" y="1911"/>
                    </a:lnTo>
                    <a:lnTo>
                      <a:pt x="3833" y="1947"/>
                    </a:lnTo>
                    <a:lnTo>
                      <a:pt x="3940" y="1983"/>
                    </a:lnTo>
                    <a:lnTo>
                      <a:pt x="4048" y="2007"/>
                    </a:lnTo>
                    <a:lnTo>
                      <a:pt x="4155" y="2019"/>
                    </a:lnTo>
                    <a:lnTo>
                      <a:pt x="4262" y="2019"/>
                    </a:lnTo>
                    <a:lnTo>
                      <a:pt x="4489" y="2007"/>
                    </a:lnTo>
                    <a:lnTo>
                      <a:pt x="4692" y="1971"/>
                    </a:lnTo>
                    <a:lnTo>
                      <a:pt x="4907" y="1911"/>
                    </a:lnTo>
                    <a:lnTo>
                      <a:pt x="5122" y="1827"/>
                    </a:lnTo>
                    <a:lnTo>
                      <a:pt x="5337" y="1732"/>
                    </a:lnTo>
                    <a:lnTo>
                      <a:pt x="5528" y="1613"/>
                    </a:lnTo>
                    <a:lnTo>
                      <a:pt x="5719" y="1481"/>
                    </a:lnTo>
                    <a:lnTo>
                      <a:pt x="5850" y="1374"/>
                    </a:lnTo>
                    <a:lnTo>
                      <a:pt x="5970" y="1266"/>
                    </a:lnTo>
                    <a:lnTo>
                      <a:pt x="6077" y="1147"/>
                    </a:lnTo>
                    <a:lnTo>
                      <a:pt x="6185" y="1016"/>
                    </a:lnTo>
                    <a:lnTo>
                      <a:pt x="6424" y="729"/>
                    </a:lnTo>
                    <a:lnTo>
                      <a:pt x="6543" y="598"/>
                    </a:lnTo>
                    <a:lnTo>
                      <a:pt x="6674" y="466"/>
                    </a:lnTo>
                    <a:lnTo>
                      <a:pt x="6770" y="395"/>
                    </a:lnTo>
                    <a:lnTo>
                      <a:pt x="6853" y="323"/>
                    </a:lnTo>
                    <a:lnTo>
                      <a:pt x="7044" y="216"/>
                    </a:lnTo>
                    <a:lnTo>
                      <a:pt x="7247" y="120"/>
                    </a:lnTo>
                    <a:lnTo>
                      <a:pt x="7474" y="48"/>
                    </a:lnTo>
                    <a:lnTo>
                      <a:pt x="7486" y="37"/>
                    </a:lnTo>
                    <a:lnTo>
                      <a:pt x="7486" y="13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0" name="Google Shape;730;p24"/>
              <p:cNvSpPr/>
              <p:nvPr/>
            </p:nvSpPr>
            <p:spPr>
              <a:xfrm>
                <a:off x="5525133" y="364112"/>
                <a:ext cx="48743" cy="4830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326" fill="none" extrusionOk="0">
                    <a:moveTo>
                      <a:pt x="1326" y="753"/>
                    </a:moveTo>
                    <a:lnTo>
                      <a:pt x="1326" y="753"/>
                    </a:lnTo>
                    <a:lnTo>
                      <a:pt x="1302" y="884"/>
                    </a:lnTo>
                    <a:lnTo>
                      <a:pt x="1242" y="1004"/>
                    </a:lnTo>
                    <a:lnTo>
                      <a:pt x="1171" y="1099"/>
                    </a:lnTo>
                    <a:lnTo>
                      <a:pt x="1075" y="1195"/>
                    </a:lnTo>
                    <a:lnTo>
                      <a:pt x="968" y="1254"/>
                    </a:lnTo>
                    <a:lnTo>
                      <a:pt x="848" y="1302"/>
                    </a:lnTo>
                    <a:lnTo>
                      <a:pt x="717" y="1326"/>
                    </a:lnTo>
                    <a:lnTo>
                      <a:pt x="586" y="1326"/>
                    </a:lnTo>
                    <a:lnTo>
                      <a:pt x="586" y="1326"/>
                    </a:lnTo>
                    <a:lnTo>
                      <a:pt x="454" y="1302"/>
                    </a:lnTo>
                    <a:lnTo>
                      <a:pt x="335" y="1242"/>
                    </a:lnTo>
                    <a:lnTo>
                      <a:pt x="228" y="1171"/>
                    </a:lnTo>
                    <a:lnTo>
                      <a:pt x="144" y="1075"/>
                    </a:lnTo>
                    <a:lnTo>
                      <a:pt x="72" y="968"/>
                    </a:lnTo>
                    <a:lnTo>
                      <a:pt x="25" y="848"/>
                    </a:lnTo>
                    <a:lnTo>
                      <a:pt x="1" y="717"/>
                    </a:lnTo>
                    <a:lnTo>
                      <a:pt x="1" y="586"/>
                    </a:lnTo>
                    <a:lnTo>
                      <a:pt x="1" y="586"/>
                    </a:lnTo>
                    <a:lnTo>
                      <a:pt x="37" y="454"/>
                    </a:lnTo>
                    <a:lnTo>
                      <a:pt x="84" y="335"/>
                    </a:lnTo>
                    <a:lnTo>
                      <a:pt x="168" y="228"/>
                    </a:lnTo>
                    <a:lnTo>
                      <a:pt x="263" y="144"/>
                    </a:lnTo>
                    <a:lnTo>
                      <a:pt x="371" y="72"/>
                    </a:lnTo>
                    <a:lnTo>
                      <a:pt x="490" y="25"/>
                    </a:lnTo>
                    <a:lnTo>
                      <a:pt x="610" y="1"/>
                    </a:lnTo>
                    <a:lnTo>
                      <a:pt x="753" y="1"/>
                    </a:lnTo>
                    <a:lnTo>
                      <a:pt x="753" y="1"/>
                    </a:lnTo>
                    <a:lnTo>
                      <a:pt x="884" y="37"/>
                    </a:lnTo>
                    <a:lnTo>
                      <a:pt x="1004" y="84"/>
                    </a:lnTo>
                    <a:lnTo>
                      <a:pt x="1111" y="168"/>
                    </a:lnTo>
                    <a:lnTo>
                      <a:pt x="1195" y="251"/>
                    </a:lnTo>
                    <a:lnTo>
                      <a:pt x="1266" y="359"/>
                    </a:lnTo>
                    <a:lnTo>
                      <a:pt x="1314" y="478"/>
                    </a:lnTo>
                    <a:lnTo>
                      <a:pt x="1338" y="610"/>
                    </a:lnTo>
                    <a:lnTo>
                      <a:pt x="1326" y="753"/>
                    </a:lnTo>
                    <a:lnTo>
                      <a:pt x="1326" y="75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1" name="Google Shape;731;p24"/>
              <p:cNvSpPr/>
              <p:nvPr/>
            </p:nvSpPr>
            <p:spPr>
              <a:xfrm>
                <a:off x="5284625" y="-234825"/>
                <a:ext cx="1124813" cy="885613"/>
              </a:xfrm>
              <a:custGeom>
                <a:avLst/>
                <a:gdLst/>
                <a:ahLst/>
                <a:cxnLst/>
                <a:rect l="l" t="t" r="r" b="b"/>
                <a:pathLst>
                  <a:path w="30876" h="24310" extrusionOk="0">
                    <a:moveTo>
                      <a:pt x="30339" y="61"/>
                    </a:moveTo>
                    <a:lnTo>
                      <a:pt x="30482" y="73"/>
                    </a:lnTo>
                    <a:lnTo>
                      <a:pt x="30601" y="108"/>
                    </a:lnTo>
                    <a:lnTo>
                      <a:pt x="30661" y="132"/>
                    </a:lnTo>
                    <a:lnTo>
                      <a:pt x="30709" y="168"/>
                    </a:lnTo>
                    <a:lnTo>
                      <a:pt x="30745" y="204"/>
                    </a:lnTo>
                    <a:lnTo>
                      <a:pt x="30780" y="264"/>
                    </a:lnTo>
                    <a:lnTo>
                      <a:pt x="30792" y="323"/>
                    </a:lnTo>
                    <a:lnTo>
                      <a:pt x="30804" y="395"/>
                    </a:lnTo>
                    <a:lnTo>
                      <a:pt x="30816" y="610"/>
                    </a:lnTo>
                    <a:lnTo>
                      <a:pt x="30816" y="837"/>
                    </a:lnTo>
                    <a:lnTo>
                      <a:pt x="30804" y="1267"/>
                    </a:lnTo>
                    <a:lnTo>
                      <a:pt x="30804" y="3499"/>
                    </a:lnTo>
                    <a:lnTo>
                      <a:pt x="30804" y="6687"/>
                    </a:lnTo>
                    <a:lnTo>
                      <a:pt x="30804" y="10460"/>
                    </a:lnTo>
                    <a:lnTo>
                      <a:pt x="30804" y="14376"/>
                    </a:lnTo>
                    <a:lnTo>
                      <a:pt x="30804" y="18089"/>
                    </a:lnTo>
                    <a:lnTo>
                      <a:pt x="30804" y="21182"/>
                    </a:lnTo>
                    <a:lnTo>
                      <a:pt x="30804" y="23259"/>
                    </a:lnTo>
                    <a:lnTo>
                      <a:pt x="30804" y="23773"/>
                    </a:lnTo>
                    <a:lnTo>
                      <a:pt x="30792" y="23940"/>
                    </a:lnTo>
                    <a:lnTo>
                      <a:pt x="30780" y="24023"/>
                    </a:lnTo>
                    <a:lnTo>
                      <a:pt x="30757" y="24095"/>
                    </a:lnTo>
                    <a:lnTo>
                      <a:pt x="30721" y="24155"/>
                    </a:lnTo>
                    <a:lnTo>
                      <a:pt x="30661" y="24202"/>
                    </a:lnTo>
                    <a:lnTo>
                      <a:pt x="30577" y="24238"/>
                    </a:lnTo>
                    <a:lnTo>
                      <a:pt x="30482" y="24250"/>
                    </a:lnTo>
                    <a:lnTo>
                      <a:pt x="430" y="24250"/>
                    </a:lnTo>
                    <a:lnTo>
                      <a:pt x="346" y="24238"/>
                    </a:lnTo>
                    <a:lnTo>
                      <a:pt x="275" y="24226"/>
                    </a:lnTo>
                    <a:lnTo>
                      <a:pt x="215" y="24190"/>
                    </a:lnTo>
                    <a:lnTo>
                      <a:pt x="155" y="24155"/>
                    </a:lnTo>
                    <a:lnTo>
                      <a:pt x="108" y="24095"/>
                    </a:lnTo>
                    <a:lnTo>
                      <a:pt x="72" y="24023"/>
                    </a:lnTo>
                    <a:lnTo>
                      <a:pt x="60" y="23928"/>
                    </a:lnTo>
                    <a:lnTo>
                      <a:pt x="60" y="23701"/>
                    </a:lnTo>
                    <a:lnTo>
                      <a:pt x="60" y="22113"/>
                    </a:lnTo>
                    <a:lnTo>
                      <a:pt x="60" y="19379"/>
                    </a:lnTo>
                    <a:lnTo>
                      <a:pt x="60" y="15857"/>
                    </a:lnTo>
                    <a:lnTo>
                      <a:pt x="60" y="11964"/>
                    </a:lnTo>
                    <a:lnTo>
                      <a:pt x="60" y="8096"/>
                    </a:lnTo>
                    <a:lnTo>
                      <a:pt x="60" y="4633"/>
                    </a:lnTo>
                    <a:lnTo>
                      <a:pt x="60" y="1983"/>
                    </a:lnTo>
                    <a:lnTo>
                      <a:pt x="60" y="550"/>
                    </a:lnTo>
                    <a:lnTo>
                      <a:pt x="72" y="383"/>
                    </a:lnTo>
                    <a:lnTo>
                      <a:pt x="84" y="299"/>
                    </a:lnTo>
                    <a:lnTo>
                      <a:pt x="120" y="228"/>
                    </a:lnTo>
                    <a:lnTo>
                      <a:pt x="155" y="168"/>
                    </a:lnTo>
                    <a:lnTo>
                      <a:pt x="215" y="120"/>
                    </a:lnTo>
                    <a:lnTo>
                      <a:pt x="287" y="85"/>
                    </a:lnTo>
                    <a:lnTo>
                      <a:pt x="394" y="73"/>
                    </a:lnTo>
                    <a:lnTo>
                      <a:pt x="29945" y="73"/>
                    </a:lnTo>
                    <a:lnTo>
                      <a:pt x="30195" y="61"/>
                    </a:lnTo>
                    <a:close/>
                    <a:moveTo>
                      <a:pt x="430" y="1"/>
                    </a:moveTo>
                    <a:lnTo>
                      <a:pt x="323" y="13"/>
                    </a:lnTo>
                    <a:lnTo>
                      <a:pt x="227" y="37"/>
                    </a:lnTo>
                    <a:lnTo>
                      <a:pt x="155" y="85"/>
                    </a:lnTo>
                    <a:lnTo>
                      <a:pt x="108" y="132"/>
                    </a:lnTo>
                    <a:lnTo>
                      <a:pt x="60" y="192"/>
                    </a:lnTo>
                    <a:lnTo>
                      <a:pt x="36" y="264"/>
                    </a:lnTo>
                    <a:lnTo>
                      <a:pt x="12" y="347"/>
                    </a:lnTo>
                    <a:lnTo>
                      <a:pt x="0" y="431"/>
                    </a:lnTo>
                    <a:lnTo>
                      <a:pt x="0" y="514"/>
                    </a:lnTo>
                    <a:lnTo>
                      <a:pt x="0" y="1899"/>
                    </a:lnTo>
                    <a:lnTo>
                      <a:pt x="0" y="4526"/>
                    </a:lnTo>
                    <a:lnTo>
                      <a:pt x="0" y="8012"/>
                    </a:lnTo>
                    <a:lnTo>
                      <a:pt x="0" y="11905"/>
                    </a:lnTo>
                    <a:lnTo>
                      <a:pt x="0" y="15845"/>
                    </a:lnTo>
                    <a:lnTo>
                      <a:pt x="0" y="19391"/>
                    </a:lnTo>
                    <a:lnTo>
                      <a:pt x="0" y="22149"/>
                    </a:lnTo>
                    <a:lnTo>
                      <a:pt x="0" y="23725"/>
                    </a:lnTo>
                    <a:lnTo>
                      <a:pt x="0" y="23844"/>
                    </a:lnTo>
                    <a:lnTo>
                      <a:pt x="0" y="23964"/>
                    </a:lnTo>
                    <a:lnTo>
                      <a:pt x="24" y="24059"/>
                    </a:lnTo>
                    <a:lnTo>
                      <a:pt x="60" y="24131"/>
                    </a:lnTo>
                    <a:lnTo>
                      <a:pt x="108" y="24190"/>
                    </a:lnTo>
                    <a:lnTo>
                      <a:pt x="167" y="24238"/>
                    </a:lnTo>
                    <a:lnTo>
                      <a:pt x="239" y="24274"/>
                    </a:lnTo>
                    <a:lnTo>
                      <a:pt x="311" y="24298"/>
                    </a:lnTo>
                    <a:lnTo>
                      <a:pt x="394" y="24310"/>
                    </a:lnTo>
                    <a:lnTo>
                      <a:pt x="30506" y="24310"/>
                    </a:lnTo>
                    <a:lnTo>
                      <a:pt x="30506" y="24307"/>
                    </a:lnTo>
                    <a:lnTo>
                      <a:pt x="30577" y="24298"/>
                    </a:lnTo>
                    <a:lnTo>
                      <a:pt x="30661" y="24262"/>
                    </a:lnTo>
                    <a:lnTo>
                      <a:pt x="30733" y="24214"/>
                    </a:lnTo>
                    <a:lnTo>
                      <a:pt x="30780" y="24155"/>
                    </a:lnTo>
                    <a:lnTo>
                      <a:pt x="30816" y="24083"/>
                    </a:lnTo>
                    <a:lnTo>
                      <a:pt x="30852" y="23999"/>
                    </a:lnTo>
                    <a:lnTo>
                      <a:pt x="30864" y="23916"/>
                    </a:lnTo>
                    <a:lnTo>
                      <a:pt x="30864" y="23820"/>
                    </a:lnTo>
                    <a:lnTo>
                      <a:pt x="30864" y="23331"/>
                    </a:lnTo>
                    <a:lnTo>
                      <a:pt x="30864" y="21289"/>
                    </a:lnTo>
                    <a:lnTo>
                      <a:pt x="30864" y="18185"/>
                    </a:lnTo>
                    <a:lnTo>
                      <a:pt x="30864" y="14472"/>
                    </a:lnTo>
                    <a:lnTo>
                      <a:pt x="30864" y="10484"/>
                    </a:lnTo>
                    <a:lnTo>
                      <a:pt x="30864" y="6711"/>
                    </a:lnTo>
                    <a:lnTo>
                      <a:pt x="30864" y="3475"/>
                    </a:lnTo>
                    <a:lnTo>
                      <a:pt x="30864" y="1243"/>
                    </a:lnTo>
                    <a:lnTo>
                      <a:pt x="30876" y="813"/>
                    </a:lnTo>
                    <a:lnTo>
                      <a:pt x="30876" y="610"/>
                    </a:lnTo>
                    <a:lnTo>
                      <a:pt x="30864" y="395"/>
                    </a:lnTo>
                    <a:lnTo>
                      <a:pt x="30852" y="311"/>
                    </a:lnTo>
                    <a:lnTo>
                      <a:pt x="30840" y="240"/>
                    </a:lnTo>
                    <a:lnTo>
                      <a:pt x="30804" y="180"/>
                    </a:lnTo>
                    <a:lnTo>
                      <a:pt x="30768" y="132"/>
                    </a:lnTo>
                    <a:lnTo>
                      <a:pt x="30721" y="96"/>
                    </a:lnTo>
                    <a:lnTo>
                      <a:pt x="30673" y="61"/>
                    </a:lnTo>
                    <a:lnTo>
                      <a:pt x="30613" y="49"/>
                    </a:lnTo>
                    <a:lnTo>
                      <a:pt x="30554" y="25"/>
                    </a:lnTo>
                    <a:lnTo>
                      <a:pt x="30422" y="13"/>
                    </a:lnTo>
                    <a:lnTo>
                      <a:pt x="30279" y="1"/>
                    </a:lnTo>
                    <a:lnTo>
                      <a:pt x="30016" y="13"/>
                    </a:lnTo>
                    <a:lnTo>
                      <a:pt x="549" y="13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2" name="Google Shape;732;p24"/>
              <p:cNvSpPr/>
              <p:nvPr/>
            </p:nvSpPr>
            <p:spPr>
              <a:xfrm>
                <a:off x="5410744" y="51838"/>
                <a:ext cx="316249" cy="217924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5982" extrusionOk="0">
                    <a:moveTo>
                      <a:pt x="323" y="0"/>
                    </a:moveTo>
                    <a:lnTo>
                      <a:pt x="239" y="203"/>
                    </a:lnTo>
                    <a:lnTo>
                      <a:pt x="168" y="418"/>
                    </a:lnTo>
                    <a:lnTo>
                      <a:pt x="120" y="633"/>
                    </a:lnTo>
                    <a:lnTo>
                      <a:pt x="72" y="848"/>
                    </a:lnTo>
                    <a:lnTo>
                      <a:pt x="36" y="1051"/>
                    </a:lnTo>
                    <a:lnTo>
                      <a:pt x="13" y="1266"/>
                    </a:lnTo>
                    <a:lnTo>
                      <a:pt x="1" y="1481"/>
                    </a:lnTo>
                    <a:lnTo>
                      <a:pt x="1" y="1696"/>
                    </a:lnTo>
                    <a:lnTo>
                      <a:pt x="13" y="1910"/>
                    </a:lnTo>
                    <a:lnTo>
                      <a:pt x="36" y="2113"/>
                    </a:lnTo>
                    <a:lnTo>
                      <a:pt x="60" y="2328"/>
                    </a:lnTo>
                    <a:lnTo>
                      <a:pt x="96" y="2531"/>
                    </a:lnTo>
                    <a:lnTo>
                      <a:pt x="156" y="2734"/>
                    </a:lnTo>
                    <a:lnTo>
                      <a:pt x="204" y="2937"/>
                    </a:lnTo>
                    <a:lnTo>
                      <a:pt x="275" y="3140"/>
                    </a:lnTo>
                    <a:lnTo>
                      <a:pt x="359" y="3331"/>
                    </a:lnTo>
                    <a:lnTo>
                      <a:pt x="442" y="3522"/>
                    </a:lnTo>
                    <a:lnTo>
                      <a:pt x="538" y="3701"/>
                    </a:lnTo>
                    <a:lnTo>
                      <a:pt x="645" y="3892"/>
                    </a:lnTo>
                    <a:lnTo>
                      <a:pt x="753" y="4071"/>
                    </a:lnTo>
                    <a:lnTo>
                      <a:pt x="872" y="4239"/>
                    </a:lnTo>
                    <a:lnTo>
                      <a:pt x="1004" y="4406"/>
                    </a:lnTo>
                    <a:lnTo>
                      <a:pt x="1147" y="4561"/>
                    </a:lnTo>
                    <a:lnTo>
                      <a:pt x="1290" y="4716"/>
                    </a:lnTo>
                    <a:lnTo>
                      <a:pt x="1445" y="4859"/>
                    </a:lnTo>
                    <a:lnTo>
                      <a:pt x="1601" y="5003"/>
                    </a:lnTo>
                    <a:lnTo>
                      <a:pt x="1768" y="5134"/>
                    </a:lnTo>
                    <a:lnTo>
                      <a:pt x="1947" y="5265"/>
                    </a:lnTo>
                    <a:lnTo>
                      <a:pt x="2126" y="5373"/>
                    </a:lnTo>
                    <a:lnTo>
                      <a:pt x="2317" y="5480"/>
                    </a:lnTo>
                    <a:lnTo>
                      <a:pt x="2520" y="5576"/>
                    </a:lnTo>
                    <a:lnTo>
                      <a:pt x="2723" y="5671"/>
                    </a:lnTo>
                    <a:lnTo>
                      <a:pt x="2938" y="5743"/>
                    </a:lnTo>
                    <a:lnTo>
                      <a:pt x="3141" y="5815"/>
                    </a:lnTo>
                    <a:lnTo>
                      <a:pt x="3356" y="5874"/>
                    </a:lnTo>
                    <a:lnTo>
                      <a:pt x="3571" y="5910"/>
                    </a:lnTo>
                    <a:lnTo>
                      <a:pt x="3774" y="5946"/>
                    </a:lnTo>
                    <a:lnTo>
                      <a:pt x="3988" y="5970"/>
                    </a:lnTo>
                    <a:lnTo>
                      <a:pt x="4203" y="5982"/>
                    </a:lnTo>
                    <a:lnTo>
                      <a:pt x="4418" y="5982"/>
                    </a:lnTo>
                    <a:lnTo>
                      <a:pt x="4633" y="5970"/>
                    </a:lnTo>
                    <a:lnTo>
                      <a:pt x="4836" y="5958"/>
                    </a:lnTo>
                    <a:lnTo>
                      <a:pt x="5051" y="5922"/>
                    </a:lnTo>
                    <a:lnTo>
                      <a:pt x="5254" y="5886"/>
                    </a:lnTo>
                    <a:lnTo>
                      <a:pt x="5457" y="5839"/>
                    </a:lnTo>
                    <a:lnTo>
                      <a:pt x="5660" y="5779"/>
                    </a:lnTo>
                    <a:lnTo>
                      <a:pt x="5863" y="5707"/>
                    </a:lnTo>
                    <a:lnTo>
                      <a:pt x="6054" y="5636"/>
                    </a:lnTo>
                    <a:lnTo>
                      <a:pt x="6245" y="5552"/>
                    </a:lnTo>
                    <a:lnTo>
                      <a:pt x="6436" y="5456"/>
                    </a:lnTo>
                    <a:lnTo>
                      <a:pt x="6615" y="5349"/>
                    </a:lnTo>
                    <a:lnTo>
                      <a:pt x="6794" y="5230"/>
                    </a:lnTo>
                    <a:lnTo>
                      <a:pt x="6961" y="5110"/>
                    </a:lnTo>
                    <a:lnTo>
                      <a:pt x="7129" y="4979"/>
                    </a:lnTo>
                    <a:lnTo>
                      <a:pt x="7284" y="4848"/>
                    </a:lnTo>
                    <a:lnTo>
                      <a:pt x="7439" y="4704"/>
                    </a:lnTo>
                    <a:lnTo>
                      <a:pt x="7582" y="4549"/>
                    </a:lnTo>
                    <a:lnTo>
                      <a:pt x="7726" y="4382"/>
                    </a:lnTo>
                    <a:lnTo>
                      <a:pt x="7857" y="4215"/>
                    </a:lnTo>
                    <a:lnTo>
                      <a:pt x="7988" y="4036"/>
                    </a:lnTo>
                    <a:lnTo>
                      <a:pt x="8096" y="3857"/>
                    </a:lnTo>
                    <a:lnTo>
                      <a:pt x="8203" y="3666"/>
                    </a:lnTo>
                    <a:lnTo>
                      <a:pt x="8311" y="3475"/>
                    </a:lnTo>
                    <a:lnTo>
                      <a:pt x="8394" y="3260"/>
                    </a:lnTo>
                    <a:lnTo>
                      <a:pt x="8490" y="2997"/>
                    </a:lnTo>
                    <a:lnTo>
                      <a:pt x="8573" y="2722"/>
                    </a:lnTo>
                    <a:lnTo>
                      <a:pt x="8633" y="2448"/>
                    </a:lnTo>
                    <a:lnTo>
                      <a:pt x="8681" y="2173"/>
                    </a:lnTo>
                    <a:lnTo>
                      <a:pt x="4359" y="1636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3" name="Google Shape;733;p24"/>
              <p:cNvSpPr/>
              <p:nvPr/>
            </p:nvSpPr>
            <p:spPr>
              <a:xfrm>
                <a:off x="5572564" y="-60838"/>
                <a:ext cx="151840" cy="170565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682" extrusionOk="0">
                    <a:moveTo>
                      <a:pt x="24" y="1"/>
                    </a:moveTo>
                    <a:lnTo>
                      <a:pt x="0" y="4168"/>
                    </a:lnTo>
                    <a:lnTo>
                      <a:pt x="4143" y="4681"/>
                    </a:lnTo>
                    <a:lnTo>
                      <a:pt x="4155" y="4502"/>
                    </a:lnTo>
                    <a:lnTo>
                      <a:pt x="4167" y="4323"/>
                    </a:lnTo>
                    <a:lnTo>
                      <a:pt x="4167" y="4156"/>
                    </a:lnTo>
                    <a:lnTo>
                      <a:pt x="4167" y="3977"/>
                    </a:lnTo>
                    <a:lnTo>
                      <a:pt x="4155" y="3798"/>
                    </a:lnTo>
                    <a:lnTo>
                      <a:pt x="4131" y="3630"/>
                    </a:lnTo>
                    <a:lnTo>
                      <a:pt x="4107" y="3451"/>
                    </a:lnTo>
                    <a:lnTo>
                      <a:pt x="4072" y="3284"/>
                    </a:lnTo>
                    <a:lnTo>
                      <a:pt x="3988" y="2950"/>
                    </a:lnTo>
                    <a:lnTo>
                      <a:pt x="3881" y="2627"/>
                    </a:lnTo>
                    <a:lnTo>
                      <a:pt x="3737" y="2317"/>
                    </a:lnTo>
                    <a:lnTo>
                      <a:pt x="3570" y="2019"/>
                    </a:lnTo>
                    <a:lnTo>
                      <a:pt x="3379" y="1732"/>
                    </a:lnTo>
                    <a:lnTo>
                      <a:pt x="3176" y="1469"/>
                    </a:lnTo>
                    <a:lnTo>
                      <a:pt x="2937" y="1219"/>
                    </a:lnTo>
                    <a:lnTo>
                      <a:pt x="2687" y="980"/>
                    </a:lnTo>
                    <a:lnTo>
                      <a:pt x="2555" y="872"/>
                    </a:lnTo>
                    <a:lnTo>
                      <a:pt x="2412" y="765"/>
                    </a:lnTo>
                    <a:lnTo>
                      <a:pt x="2269" y="669"/>
                    </a:lnTo>
                    <a:lnTo>
                      <a:pt x="2125" y="586"/>
                    </a:lnTo>
                    <a:lnTo>
                      <a:pt x="1970" y="490"/>
                    </a:lnTo>
                    <a:lnTo>
                      <a:pt x="1815" y="419"/>
                    </a:lnTo>
                    <a:lnTo>
                      <a:pt x="1648" y="335"/>
                    </a:lnTo>
                    <a:lnTo>
                      <a:pt x="1481" y="275"/>
                    </a:lnTo>
                    <a:lnTo>
                      <a:pt x="1302" y="216"/>
                    </a:lnTo>
                    <a:lnTo>
                      <a:pt x="1122" y="156"/>
                    </a:lnTo>
                    <a:lnTo>
                      <a:pt x="943" y="108"/>
                    </a:lnTo>
                    <a:lnTo>
                      <a:pt x="764" y="72"/>
                    </a:lnTo>
                    <a:lnTo>
                      <a:pt x="573" y="49"/>
                    </a:lnTo>
                    <a:lnTo>
                      <a:pt x="394" y="25"/>
                    </a:lnTo>
                    <a:lnTo>
                      <a:pt x="203" y="13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4" name="Google Shape;734;p24"/>
              <p:cNvSpPr/>
              <p:nvPr/>
            </p:nvSpPr>
            <p:spPr>
              <a:xfrm>
                <a:off x="5431181" y="-48197"/>
                <a:ext cx="118361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439" extrusionOk="0">
                    <a:moveTo>
                      <a:pt x="3248" y="0"/>
                    </a:moveTo>
                    <a:lnTo>
                      <a:pt x="2986" y="12"/>
                    </a:lnTo>
                    <a:lnTo>
                      <a:pt x="2735" y="36"/>
                    </a:lnTo>
                    <a:lnTo>
                      <a:pt x="2472" y="72"/>
                    </a:lnTo>
                    <a:lnTo>
                      <a:pt x="2234" y="131"/>
                    </a:lnTo>
                    <a:lnTo>
                      <a:pt x="1983" y="215"/>
                    </a:lnTo>
                    <a:lnTo>
                      <a:pt x="1744" y="310"/>
                    </a:lnTo>
                    <a:lnTo>
                      <a:pt x="1517" y="430"/>
                    </a:lnTo>
                    <a:lnTo>
                      <a:pt x="1302" y="561"/>
                    </a:lnTo>
                    <a:lnTo>
                      <a:pt x="1087" y="716"/>
                    </a:lnTo>
                    <a:lnTo>
                      <a:pt x="884" y="884"/>
                    </a:lnTo>
                    <a:lnTo>
                      <a:pt x="705" y="1063"/>
                    </a:lnTo>
                    <a:lnTo>
                      <a:pt x="538" y="1254"/>
                    </a:lnTo>
                    <a:lnTo>
                      <a:pt x="383" y="1457"/>
                    </a:lnTo>
                    <a:lnTo>
                      <a:pt x="240" y="1672"/>
                    </a:lnTo>
                    <a:lnTo>
                      <a:pt x="108" y="1898"/>
                    </a:lnTo>
                    <a:lnTo>
                      <a:pt x="1" y="2125"/>
                    </a:lnTo>
                    <a:lnTo>
                      <a:pt x="3189" y="3439"/>
                    </a:lnTo>
                    <a:lnTo>
                      <a:pt x="324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5" name="Google Shape;735;p24"/>
              <p:cNvSpPr/>
              <p:nvPr/>
            </p:nvSpPr>
            <p:spPr>
              <a:xfrm>
                <a:off x="5289397" y="-152167"/>
                <a:ext cx="1115268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30614" h="61" extrusionOk="0">
                    <a:moveTo>
                      <a:pt x="24" y="0"/>
                    </a:moveTo>
                    <a:lnTo>
                      <a:pt x="1" y="12"/>
                    </a:lnTo>
                    <a:lnTo>
                      <a:pt x="1" y="24"/>
                    </a:lnTo>
                    <a:lnTo>
                      <a:pt x="1" y="48"/>
                    </a:lnTo>
                    <a:lnTo>
                      <a:pt x="24" y="60"/>
                    </a:lnTo>
                    <a:lnTo>
                      <a:pt x="30578" y="60"/>
                    </a:lnTo>
                    <a:lnTo>
                      <a:pt x="30602" y="48"/>
                    </a:lnTo>
                    <a:lnTo>
                      <a:pt x="30614" y="24"/>
                    </a:lnTo>
                    <a:lnTo>
                      <a:pt x="30602" y="12"/>
                    </a:lnTo>
                    <a:lnTo>
                      <a:pt x="3057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6" name="Google Shape;736;p24"/>
              <p:cNvSpPr/>
              <p:nvPr/>
            </p:nvSpPr>
            <p:spPr>
              <a:xfrm>
                <a:off x="5424660" y="70527"/>
                <a:ext cx="50929" cy="101822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2795" extrusionOk="0">
                    <a:moveTo>
                      <a:pt x="1183" y="0"/>
                    </a:moveTo>
                    <a:lnTo>
                      <a:pt x="1171" y="12"/>
                    </a:lnTo>
                    <a:lnTo>
                      <a:pt x="1230" y="192"/>
                    </a:lnTo>
                    <a:lnTo>
                      <a:pt x="1278" y="383"/>
                    </a:lnTo>
                    <a:lnTo>
                      <a:pt x="1314" y="562"/>
                    </a:lnTo>
                    <a:lnTo>
                      <a:pt x="1338" y="741"/>
                    </a:lnTo>
                    <a:lnTo>
                      <a:pt x="1362" y="932"/>
                    </a:lnTo>
                    <a:lnTo>
                      <a:pt x="1350" y="1123"/>
                    </a:lnTo>
                    <a:lnTo>
                      <a:pt x="1338" y="1302"/>
                    </a:lnTo>
                    <a:lnTo>
                      <a:pt x="1314" y="1493"/>
                    </a:lnTo>
                    <a:lnTo>
                      <a:pt x="1266" y="1636"/>
                    </a:lnTo>
                    <a:lnTo>
                      <a:pt x="1219" y="1791"/>
                    </a:lnTo>
                    <a:lnTo>
                      <a:pt x="1147" y="1935"/>
                    </a:lnTo>
                    <a:lnTo>
                      <a:pt x="1075" y="2066"/>
                    </a:lnTo>
                    <a:lnTo>
                      <a:pt x="980" y="2197"/>
                    </a:lnTo>
                    <a:lnTo>
                      <a:pt x="884" y="2317"/>
                    </a:lnTo>
                    <a:lnTo>
                      <a:pt x="765" y="2424"/>
                    </a:lnTo>
                    <a:lnTo>
                      <a:pt x="645" y="2520"/>
                    </a:lnTo>
                    <a:lnTo>
                      <a:pt x="502" y="2603"/>
                    </a:lnTo>
                    <a:lnTo>
                      <a:pt x="347" y="2675"/>
                    </a:lnTo>
                    <a:lnTo>
                      <a:pt x="180" y="2723"/>
                    </a:lnTo>
                    <a:lnTo>
                      <a:pt x="13" y="2759"/>
                    </a:lnTo>
                    <a:lnTo>
                      <a:pt x="1" y="2759"/>
                    </a:lnTo>
                    <a:lnTo>
                      <a:pt x="1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168" y="2770"/>
                    </a:lnTo>
                    <a:lnTo>
                      <a:pt x="311" y="2723"/>
                    </a:lnTo>
                    <a:lnTo>
                      <a:pt x="454" y="2675"/>
                    </a:lnTo>
                    <a:lnTo>
                      <a:pt x="586" y="2603"/>
                    </a:lnTo>
                    <a:lnTo>
                      <a:pt x="705" y="2520"/>
                    </a:lnTo>
                    <a:lnTo>
                      <a:pt x="825" y="2424"/>
                    </a:lnTo>
                    <a:lnTo>
                      <a:pt x="932" y="2317"/>
                    </a:lnTo>
                    <a:lnTo>
                      <a:pt x="1028" y="2197"/>
                    </a:lnTo>
                    <a:lnTo>
                      <a:pt x="1123" y="2054"/>
                    </a:lnTo>
                    <a:lnTo>
                      <a:pt x="1207" y="1899"/>
                    </a:lnTo>
                    <a:lnTo>
                      <a:pt x="1278" y="1732"/>
                    </a:lnTo>
                    <a:lnTo>
                      <a:pt x="1326" y="1565"/>
                    </a:lnTo>
                    <a:lnTo>
                      <a:pt x="1362" y="1385"/>
                    </a:lnTo>
                    <a:lnTo>
                      <a:pt x="1386" y="1218"/>
                    </a:lnTo>
                    <a:lnTo>
                      <a:pt x="1398" y="1039"/>
                    </a:lnTo>
                    <a:lnTo>
                      <a:pt x="1386" y="860"/>
                    </a:lnTo>
                    <a:lnTo>
                      <a:pt x="1362" y="645"/>
                    </a:lnTo>
                    <a:lnTo>
                      <a:pt x="1326" y="430"/>
                    </a:lnTo>
                    <a:lnTo>
                      <a:pt x="1278" y="215"/>
                    </a:lnTo>
                    <a:lnTo>
                      <a:pt x="1207" y="12"/>
                    </a:lnTo>
                    <a:lnTo>
                      <a:pt x="120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7" name="Google Shape;737;p24"/>
              <p:cNvSpPr/>
              <p:nvPr/>
            </p:nvSpPr>
            <p:spPr>
              <a:xfrm>
                <a:off x="5459888" y="121856"/>
                <a:ext cx="153589" cy="102259"/>
              </a:xfrm>
              <a:custGeom>
                <a:avLst/>
                <a:gdLst/>
                <a:ahLst/>
                <a:cxnLst/>
                <a:rect l="l" t="t" r="r" b="b"/>
                <a:pathLst>
                  <a:path w="4216" h="2807" extrusionOk="0">
                    <a:moveTo>
                      <a:pt x="4072" y="0"/>
                    </a:moveTo>
                    <a:lnTo>
                      <a:pt x="3941" y="24"/>
                    </a:lnTo>
                    <a:lnTo>
                      <a:pt x="3833" y="60"/>
                    </a:lnTo>
                    <a:lnTo>
                      <a:pt x="3714" y="108"/>
                    </a:lnTo>
                    <a:lnTo>
                      <a:pt x="3607" y="168"/>
                    </a:lnTo>
                    <a:lnTo>
                      <a:pt x="3511" y="239"/>
                    </a:lnTo>
                    <a:lnTo>
                      <a:pt x="3416" y="311"/>
                    </a:lnTo>
                    <a:lnTo>
                      <a:pt x="3320" y="394"/>
                    </a:lnTo>
                    <a:lnTo>
                      <a:pt x="3236" y="490"/>
                    </a:lnTo>
                    <a:lnTo>
                      <a:pt x="3153" y="585"/>
                    </a:lnTo>
                    <a:lnTo>
                      <a:pt x="2998" y="788"/>
                    </a:lnTo>
                    <a:lnTo>
                      <a:pt x="2866" y="1003"/>
                    </a:lnTo>
                    <a:lnTo>
                      <a:pt x="2747" y="1218"/>
                    </a:lnTo>
                    <a:lnTo>
                      <a:pt x="2616" y="1457"/>
                    </a:lnTo>
                    <a:lnTo>
                      <a:pt x="2484" y="1684"/>
                    </a:lnTo>
                    <a:lnTo>
                      <a:pt x="2329" y="1911"/>
                    </a:lnTo>
                    <a:lnTo>
                      <a:pt x="2245" y="2018"/>
                    </a:lnTo>
                    <a:lnTo>
                      <a:pt x="2150" y="2126"/>
                    </a:lnTo>
                    <a:lnTo>
                      <a:pt x="2054" y="2221"/>
                    </a:lnTo>
                    <a:lnTo>
                      <a:pt x="1959" y="2305"/>
                    </a:lnTo>
                    <a:lnTo>
                      <a:pt x="1840" y="2376"/>
                    </a:lnTo>
                    <a:lnTo>
                      <a:pt x="1732" y="2448"/>
                    </a:lnTo>
                    <a:lnTo>
                      <a:pt x="1613" y="2508"/>
                    </a:lnTo>
                    <a:lnTo>
                      <a:pt x="1493" y="2567"/>
                    </a:lnTo>
                    <a:lnTo>
                      <a:pt x="1362" y="2603"/>
                    </a:lnTo>
                    <a:lnTo>
                      <a:pt x="1231" y="2651"/>
                    </a:lnTo>
                    <a:lnTo>
                      <a:pt x="1087" y="2675"/>
                    </a:lnTo>
                    <a:lnTo>
                      <a:pt x="932" y="2711"/>
                    </a:lnTo>
                    <a:lnTo>
                      <a:pt x="634" y="2746"/>
                    </a:lnTo>
                    <a:lnTo>
                      <a:pt x="323" y="2758"/>
                    </a:lnTo>
                    <a:lnTo>
                      <a:pt x="25" y="2770"/>
                    </a:lnTo>
                    <a:lnTo>
                      <a:pt x="13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25" y="2806"/>
                    </a:lnTo>
                    <a:lnTo>
                      <a:pt x="275" y="2794"/>
                    </a:lnTo>
                    <a:lnTo>
                      <a:pt x="538" y="2782"/>
                    </a:lnTo>
                    <a:lnTo>
                      <a:pt x="801" y="2758"/>
                    </a:lnTo>
                    <a:lnTo>
                      <a:pt x="1052" y="2723"/>
                    </a:lnTo>
                    <a:lnTo>
                      <a:pt x="1314" y="2663"/>
                    </a:lnTo>
                    <a:lnTo>
                      <a:pt x="1434" y="2627"/>
                    </a:lnTo>
                    <a:lnTo>
                      <a:pt x="1553" y="2579"/>
                    </a:lnTo>
                    <a:lnTo>
                      <a:pt x="1672" y="2520"/>
                    </a:lnTo>
                    <a:lnTo>
                      <a:pt x="1780" y="2460"/>
                    </a:lnTo>
                    <a:lnTo>
                      <a:pt x="1899" y="2388"/>
                    </a:lnTo>
                    <a:lnTo>
                      <a:pt x="1995" y="2317"/>
                    </a:lnTo>
                    <a:lnTo>
                      <a:pt x="2102" y="2233"/>
                    </a:lnTo>
                    <a:lnTo>
                      <a:pt x="2198" y="2138"/>
                    </a:lnTo>
                    <a:lnTo>
                      <a:pt x="2281" y="2030"/>
                    </a:lnTo>
                    <a:lnTo>
                      <a:pt x="2365" y="1923"/>
                    </a:lnTo>
                    <a:lnTo>
                      <a:pt x="2508" y="1708"/>
                    </a:lnTo>
                    <a:lnTo>
                      <a:pt x="2639" y="1481"/>
                    </a:lnTo>
                    <a:lnTo>
                      <a:pt x="2902" y="1015"/>
                    </a:lnTo>
                    <a:lnTo>
                      <a:pt x="3045" y="788"/>
                    </a:lnTo>
                    <a:lnTo>
                      <a:pt x="3117" y="681"/>
                    </a:lnTo>
                    <a:lnTo>
                      <a:pt x="3201" y="573"/>
                    </a:lnTo>
                    <a:lnTo>
                      <a:pt x="3308" y="466"/>
                    </a:lnTo>
                    <a:lnTo>
                      <a:pt x="3416" y="370"/>
                    </a:lnTo>
                    <a:lnTo>
                      <a:pt x="3523" y="275"/>
                    </a:lnTo>
                    <a:lnTo>
                      <a:pt x="3642" y="191"/>
                    </a:lnTo>
                    <a:lnTo>
                      <a:pt x="3774" y="132"/>
                    </a:lnTo>
                    <a:lnTo>
                      <a:pt x="3905" y="72"/>
                    </a:lnTo>
                    <a:lnTo>
                      <a:pt x="4048" y="48"/>
                    </a:lnTo>
                    <a:lnTo>
                      <a:pt x="4204" y="36"/>
                    </a:lnTo>
                    <a:lnTo>
                      <a:pt x="4215" y="24"/>
                    </a:lnTo>
                    <a:lnTo>
                      <a:pt x="4215" y="12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8" name="Google Shape;738;p24"/>
              <p:cNvSpPr/>
              <p:nvPr/>
            </p:nvSpPr>
            <p:spPr>
              <a:xfrm>
                <a:off x="5581235" y="128814"/>
                <a:ext cx="136613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3750" h="2640" extrusionOk="0">
                    <a:moveTo>
                      <a:pt x="2592" y="0"/>
                    </a:moveTo>
                    <a:lnTo>
                      <a:pt x="2592" y="12"/>
                    </a:lnTo>
                    <a:lnTo>
                      <a:pt x="2508" y="215"/>
                    </a:lnTo>
                    <a:lnTo>
                      <a:pt x="2413" y="418"/>
                    </a:lnTo>
                    <a:lnTo>
                      <a:pt x="2293" y="597"/>
                    </a:lnTo>
                    <a:lnTo>
                      <a:pt x="2150" y="765"/>
                    </a:lnTo>
                    <a:lnTo>
                      <a:pt x="1983" y="908"/>
                    </a:lnTo>
                    <a:lnTo>
                      <a:pt x="1804" y="1039"/>
                    </a:lnTo>
                    <a:lnTo>
                      <a:pt x="1625" y="1135"/>
                    </a:lnTo>
                    <a:lnTo>
                      <a:pt x="1422" y="1230"/>
                    </a:lnTo>
                    <a:lnTo>
                      <a:pt x="1064" y="1350"/>
                    </a:lnTo>
                    <a:lnTo>
                      <a:pt x="873" y="1409"/>
                    </a:lnTo>
                    <a:lnTo>
                      <a:pt x="693" y="1481"/>
                    </a:lnTo>
                    <a:lnTo>
                      <a:pt x="514" y="1564"/>
                    </a:lnTo>
                    <a:lnTo>
                      <a:pt x="359" y="1660"/>
                    </a:lnTo>
                    <a:lnTo>
                      <a:pt x="288" y="1720"/>
                    </a:lnTo>
                    <a:lnTo>
                      <a:pt x="216" y="1791"/>
                    </a:lnTo>
                    <a:lnTo>
                      <a:pt x="156" y="1863"/>
                    </a:lnTo>
                    <a:lnTo>
                      <a:pt x="96" y="1935"/>
                    </a:lnTo>
                    <a:lnTo>
                      <a:pt x="49" y="2018"/>
                    </a:lnTo>
                    <a:lnTo>
                      <a:pt x="25" y="2102"/>
                    </a:lnTo>
                    <a:lnTo>
                      <a:pt x="1" y="2197"/>
                    </a:lnTo>
                    <a:lnTo>
                      <a:pt x="1" y="2281"/>
                    </a:lnTo>
                    <a:lnTo>
                      <a:pt x="13" y="2364"/>
                    </a:lnTo>
                    <a:lnTo>
                      <a:pt x="49" y="2448"/>
                    </a:lnTo>
                    <a:lnTo>
                      <a:pt x="96" y="2520"/>
                    </a:lnTo>
                    <a:lnTo>
                      <a:pt x="180" y="2567"/>
                    </a:lnTo>
                    <a:lnTo>
                      <a:pt x="264" y="2603"/>
                    </a:lnTo>
                    <a:lnTo>
                      <a:pt x="359" y="2627"/>
                    </a:lnTo>
                    <a:lnTo>
                      <a:pt x="455" y="2639"/>
                    </a:lnTo>
                    <a:lnTo>
                      <a:pt x="801" y="2639"/>
                    </a:lnTo>
                    <a:lnTo>
                      <a:pt x="1040" y="2627"/>
                    </a:lnTo>
                    <a:lnTo>
                      <a:pt x="1267" y="2591"/>
                    </a:lnTo>
                    <a:lnTo>
                      <a:pt x="1493" y="2532"/>
                    </a:lnTo>
                    <a:lnTo>
                      <a:pt x="1720" y="2472"/>
                    </a:lnTo>
                    <a:lnTo>
                      <a:pt x="1923" y="2388"/>
                    </a:lnTo>
                    <a:lnTo>
                      <a:pt x="2138" y="2281"/>
                    </a:lnTo>
                    <a:lnTo>
                      <a:pt x="2341" y="2173"/>
                    </a:lnTo>
                    <a:lnTo>
                      <a:pt x="2532" y="2042"/>
                    </a:lnTo>
                    <a:lnTo>
                      <a:pt x="2711" y="1899"/>
                    </a:lnTo>
                    <a:lnTo>
                      <a:pt x="2890" y="1732"/>
                    </a:lnTo>
                    <a:lnTo>
                      <a:pt x="3069" y="1553"/>
                    </a:lnTo>
                    <a:lnTo>
                      <a:pt x="3225" y="1362"/>
                    </a:lnTo>
                    <a:lnTo>
                      <a:pt x="3356" y="1159"/>
                    </a:lnTo>
                    <a:lnTo>
                      <a:pt x="3487" y="956"/>
                    </a:lnTo>
                    <a:lnTo>
                      <a:pt x="3595" y="729"/>
                    </a:lnTo>
                    <a:lnTo>
                      <a:pt x="3678" y="502"/>
                    </a:lnTo>
                    <a:lnTo>
                      <a:pt x="3750" y="263"/>
                    </a:lnTo>
                    <a:lnTo>
                      <a:pt x="3750" y="251"/>
                    </a:lnTo>
                    <a:lnTo>
                      <a:pt x="3738" y="239"/>
                    </a:lnTo>
                    <a:lnTo>
                      <a:pt x="3726" y="239"/>
                    </a:lnTo>
                    <a:lnTo>
                      <a:pt x="3714" y="251"/>
                    </a:lnTo>
                    <a:lnTo>
                      <a:pt x="3654" y="466"/>
                    </a:lnTo>
                    <a:lnTo>
                      <a:pt x="3583" y="657"/>
                    </a:lnTo>
                    <a:lnTo>
                      <a:pt x="3487" y="860"/>
                    </a:lnTo>
                    <a:lnTo>
                      <a:pt x="3392" y="1051"/>
                    </a:lnTo>
                    <a:lnTo>
                      <a:pt x="3272" y="1230"/>
                    </a:lnTo>
                    <a:lnTo>
                      <a:pt x="3141" y="1409"/>
                    </a:lnTo>
                    <a:lnTo>
                      <a:pt x="3010" y="1564"/>
                    </a:lnTo>
                    <a:lnTo>
                      <a:pt x="2855" y="1732"/>
                    </a:lnTo>
                    <a:lnTo>
                      <a:pt x="2687" y="1875"/>
                    </a:lnTo>
                    <a:lnTo>
                      <a:pt x="2508" y="2018"/>
                    </a:lnTo>
                    <a:lnTo>
                      <a:pt x="2317" y="2138"/>
                    </a:lnTo>
                    <a:lnTo>
                      <a:pt x="2126" y="2245"/>
                    </a:lnTo>
                    <a:lnTo>
                      <a:pt x="1923" y="2352"/>
                    </a:lnTo>
                    <a:lnTo>
                      <a:pt x="1708" y="2424"/>
                    </a:lnTo>
                    <a:lnTo>
                      <a:pt x="1493" y="2496"/>
                    </a:lnTo>
                    <a:lnTo>
                      <a:pt x="1279" y="2544"/>
                    </a:lnTo>
                    <a:lnTo>
                      <a:pt x="1040" y="2591"/>
                    </a:lnTo>
                    <a:lnTo>
                      <a:pt x="801" y="2603"/>
                    </a:lnTo>
                    <a:lnTo>
                      <a:pt x="574" y="2615"/>
                    </a:lnTo>
                    <a:lnTo>
                      <a:pt x="467" y="2603"/>
                    </a:lnTo>
                    <a:lnTo>
                      <a:pt x="359" y="2591"/>
                    </a:lnTo>
                    <a:lnTo>
                      <a:pt x="252" y="2567"/>
                    </a:lnTo>
                    <a:lnTo>
                      <a:pt x="156" y="2508"/>
                    </a:lnTo>
                    <a:lnTo>
                      <a:pt x="120" y="2484"/>
                    </a:lnTo>
                    <a:lnTo>
                      <a:pt x="85" y="2436"/>
                    </a:lnTo>
                    <a:lnTo>
                      <a:pt x="61" y="2388"/>
                    </a:lnTo>
                    <a:lnTo>
                      <a:pt x="37" y="2341"/>
                    </a:lnTo>
                    <a:lnTo>
                      <a:pt x="37" y="2293"/>
                    </a:lnTo>
                    <a:lnTo>
                      <a:pt x="37" y="2233"/>
                    </a:lnTo>
                    <a:lnTo>
                      <a:pt x="49" y="2138"/>
                    </a:lnTo>
                    <a:lnTo>
                      <a:pt x="85" y="2030"/>
                    </a:lnTo>
                    <a:lnTo>
                      <a:pt x="132" y="1947"/>
                    </a:lnTo>
                    <a:lnTo>
                      <a:pt x="192" y="1863"/>
                    </a:lnTo>
                    <a:lnTo>
                      <a:pt x="252" y="1791"/>
                    </a:lnTo>
                    <a:lnTo>
                      <a:pt x="323" y="1732"/>
                    </a:lnTo>
                    <a:lnTo>
                      <a:pt x="407" y="1672"/>
                    </a:lnTo>
                    <a:lnTo>
                      <a:pt x="562" y="1576"/>
                    </a:lnTo>
                    <a:lnTo>
                      <a:pt x="741" y="1493"/>
                    </a:lnTo>
                    <a:lnTo>
                      <a:pt x="920" y="1433"/>
                    </a:lnTo>
                    <a:lnTo>
                      <a:pt x="1099" y="1373"/>
                    </a:lnTo>
                    <a:lnTo>
                      <a:pt x="1290" y="1314"/>
                    </a:lnTo>
                    <a:lnTo>
                      <a:pt x="1458" y="1242"/>
                    </a:lnTo>
                    <a:lnTo>
                      <a:pt x="1661" y="1159"/>
                    </a:lnTo>
                    <a:lnTo>
                      <a:pt x="1840" y="1051"/>
                    </a:lnTo>
                    <a:lnTo>
                      <a:pt x="2019" y="932"/>
                    </a:lnTo>
                    <a:lnTo>
                      <a:pt x="2174" y="788"/>
                    </a:lnTo>
                    <a:lnTo>
                      <a:pt x="2317" y="621"/>
                    </a:lnTo>
                    <a:lnTo>
                      <a:pt x="2449" y="430"/>
                    </a:lnTo>
                    <a:lnTo>
                      <a:pt x="2544" y="227"/>
                    </a:lnTo>
                    <a:lnTo>
                      <a:pt x="2616" y="24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9" name="Google Shape;739;p24"/>
              <p:cNvSpPr/>
              <p:nvPr/>
            </p:nvSpPr>
            <p:spPr>
              <a:xfrm>
                <a:off x="5492529" y="155772"/>
                <a:ext cx="26120" cy="26995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1" extrusionOk="0">
                    <a:moveTo>
                      <a:pt x="406" y="36"/>
                    </a:moveTo>
                    <a:lnTo>
                      <a:pt x="454" y="48"/>
                    </a:lnTo>
                    <a:lnTo>
                      <a:pt x="502" y="72"/>
                    </a:lnTo>
                    <a:lnTo>
                      <a:pt x="561" y="96"/>
                    </a:lnTo>
                    <a:lnTo>
                      <a:pt x="621" y="168"/>
                    </a:lnTo>
                    <a:lnTo>
                      <a:pt x="657" y="251"/>
                    </a:lnTo>
                    <a:lnTo>
                      <a:pt x="681" y="335"/>
                    </a:lnTo>
                    <a:lnTo>
                      <a:pt x="681" y="430"/>
                    </a:lnTo>
                    <a:lnTo>
                      <a:pt x="669" y="478"/>
                    </a:lnTo>
                    <a:lnTo>
                      <a:pt x="645" y="526"/>
                    </a:lnTo>
                    <a:lnTo>
                      <a:pt x="609" y="574"/>
                    </a:lnTo>
                    <a:lnTo>
                      <a:pt x="573" y="610"/>
                    </a:lnTo>
                    <a:lnTo>
                      <a:pt x="490" y="669"/>
                    </a:lnTo>
                    <a:lnTo>
                      <a:pt x="442" y="693"/>
                    </a:lnTo>
                    <a:lnTo>
                      <a:pt x="394" y="705"/>
                    </a:lnTo>
                    <a:lnTo>
                      <a:pt x="287" y="705"/>
                    </a:lnTo>
                    <a:lnTo>
                      <a:pt x="239" y="693"/>
                    </a:lnTo>
                    <a:lnTo>
                      <a:pt x="191" y="669"/>
                    </a:lnTo>
                    <a:lnTo>
                      <a:pt x="156" y="645"/>
                    </a:lnTo>
                    <a:lnTo>
                      <a:pt x="120" y="610"/>
                    </a:lnTo>
                    <a:lnTo>
                      <a:pt x="84" y="562"/>
                    </a:lnTo>
                    <a:lnTo>
                      <a:pt x="60" y="526"/>
                    </a:lnTo>
                    <a:lnTo>
                      <a:pt x="48" y="466"/>
                    </a:lnTo>
                    <a:lnTo>
                      <a:pt x="36" y="419"/>
                    </a:lnTo>
                    <a:lnTo>
                      <a:pt x="36" y="359"/>
                    </a:lnTo>
                    <a:lnTo>
                      <a:pt x="36" y="299"/>
                    </a:lnTo>
                    <a:lnTo>
                      <a:pt x="48" y="251"/>
                    </a:lnTo>
                    <a:lnTo>
                      <a:pt x="72" y="204"/>
                    </a:lnTo>
                    <a:lnTo>
                      <a:pt x="108" y="156"/>
                    </a:lnTo>
                    <a:lnTo>
                      <a:pt x="144" y="120"/>
                    </a:lnTo>
                    <a:lnTo>
                      <a:pt x="239" y="72"/>
                    </a:lnTo>
                    <a:lnTo>
                      <a:pt x="299" y="48"/>
                    </a:lnTo>
                    <a:lnTo>
                      <a:pt x="347" y="36"/>
                    </a:lnTo>
                    <a:close/>
                    <a:moveTo>
                      <a:pt x="335" y="1"/>
                    </a:moveTo>
                    <a:lnTo>
                      <a:pt x="263" y="25"/>
                    </a:lnTo>
                    <a:lnTo>
                      <a:pt x="191" y="48"/>
                    </a:lnTo>
                    <a:lnTo>
                      <a:pt x="134" y="87"/>
                    </a:lnTo>
                    <a:lnTo>
                      <a:pt x="132" y="84"/>
                    </a:lnTo>
                    <a:lnTo>
                      <a:pt x="120" y="96"/>
                    </a:lnTo>
                    <a:lnTo>
                      <a:pt x="84" y="132"/>
                    </a:lnTo>
                    <a:lnTo>
                      <a:pt x="48" y="180"/>
                    </a:lnTo>
                    <a:lnTo>
                      <a:pt x="24" y="227"/>
                    </a:lnTo>
                    <a:lnTo>
                      <a:pt x="12" y="275"/>
                    </a:lnTo>
                    <a:lnTo>
                      <a:pt x="0" y="335"/>
                    </a:lnTo>
                    <a:lnTo>
                      <a:pt x="0" y="383"/>
                    </a:lnTo>
                    <a:lnTo>
                      <a:pt x="12" y="490"/>
                    </a:lnTo>
                    <a:lnTo>
                      <a:pt x="36" y="550"/>
                    </a:lnTo>
                    <a:lnTo>
                      <a:pt x="60" y="598"/>
                    </a:lnTo>
                    <a:lnTo>
                      <a:pt x="96" y="633"/>
                    </a:lnTo>
                    <a:lnTo>
                      <a:pt x="132" y="669"/>
                    </a:lnTo>
                    <a:lnTo>
                      <a:pt x="179" y="705"/>
                    </a:lnTo>
                    <a:lnTo>
                      <a:pt x="227" y="729"/>
                    </a:lnTo>
                    <a:lnTo>
                      <a:pt x="275" y="741"/>
                    </a:lnTo>
                    <a:lnTo>
                      <a:pt x="394" y="741"/>
                    </a:lnTo>
                    <a:lnTo>
                      <a:pt x="454" y="717"/>
                    </a:lnTo>
                    <a:lnTo>
                      <a:pt x="502" y="705"/>
                    </a:lnTo>
                    <a:lnTo>
                      <a:pt x="550" y="669"/>
                    </a:lnTo>
                    <a:lnTo>
                      <a:pt x="597" y="633"/>
                    </a:lnTo>
                    <a:lnTo>
                      <a:pt x="633" y="598"/>
                    </a:lnTo>
                    <a:lnTo>
                      <a:pt x="669" y="550"/>
                    </a:lnTo>
                    <a:lnTo>
                      <a:pt x="693" y="490"/>
                    </a:lnTo>
                    <a:lnTo>
                      <a:pt x="717" y="442"/>
                    </a:lnTo>
                    <a:lnTo>
                      <a:pt x="717" y="395"/>
                    </a:lnTo>
                    <a:lnTo>
                      <a:pt x="717" y="347"/>
                    </a:lnTo>
                    <a:lnTo>
                      <a:pt x="705" y="287"/>
                    </a:lnTo>
                    <a:lnTo>
                      <a:pt x="669" y="192"/>
                    </a:lnTo>
                    <a:lnTo>
                      <a:pt x="609" y="108"/>
                    </a:lnTo>
                    <a:lnTo>
                      <a:pt x="573" y="72"/>
                    </a:lnTo>
                    <a:lnTo>
                      <a:pt x="526" y="36"/>
                    </a:lnTo>
                    <a:lnTo>
                      <a:pt x="466" y="13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0" name="Google Shape;740;p24"/>
              <p:cNvSpPr/>
              <p:nvPr/>
            </p:nvSpPr>
            <p:spPr>
              <a:xfrm>
                <a:off x="5334643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5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5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66" y="645"/>
                    </a:lnTo>
                    <a:lnTo>
                      <a:pt x="526" y="609"/>
                    </a:lnTo>
                    <a:lnTo>
                      <a:pt x="573" y="573"/>
                    </a:lnTo>
                    <a:lnTo>
                      <a:pt x="621" y="525"/>
                    </a:lnTo>
                    <a:lnTo>
                      <a:pt x="645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45" y="203"/>
                    </a:lnTo>
                    <a:lnTo>
                      <a:pt x="621" y="143"/>
                    </a:lnTo>
                    <a:lnTo>
                      <a:pt x="573" y="96"/>
                    </a:lnTo>
                    <a:lnTo>
                      <a:pt x="526" y="48"/>
                    </a:lnTo>
                    <a:lnTo>
                      <a:pt x="466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1" name="Google Shape;741;p24"/>
              <p:cNvSpPr/>
              <p:nvPr/>
            </p:nvSpPr>
            <p:spPr>
              <a:xfrm>
                <a:off x="5369870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6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6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2" name="Google Shape;742;p24"/>
              <p:cNvSpPr/>
              <p:nvPr/>
            </p:nvSpPr>
            <p:spPr>
              <a:xfrm>
                <a:off x="5405098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15" y="24"/>
                    </a:lnTo>
                    <a:lnTo>
                      <a:pt x="156" y="48"/>
                    </a:lnTo>
                    <a:lnTo>
                      <a:pt x="108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108" y="573"/>
                    </a:lnTo>
                    <a:lnTo>
                      <a:pt x="156" y="609"/>
                    </a:lnTo>
                    <a:lnTo>
                      <a:pt x="215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43" name="Google Shape;743;p24"/>
            <p:cNvGrpSpPr/>
            <p:nvPr/>
          </p:nvGrpSpPr>
          <p:grpSpPr>
            <a:xfrm>
              <a:off x="8466294" y="3771366"/>
              <a:ext cx="618903" cy="828066"/>
              <a:chOff x="150500" y="3822988"/>
              <a:chExt cx="569630" cy="762141"/>
            </a:xfrm>
          </p:grpSpPr>
          <p:sp>
            <p:nvSpPr>
              <p:cNvPr id="744" name="Google Shape;744;p24"/>
              <p:cNvSpPr/>
              <p:nvPr/>
            </p:nvSpPr>
            <p:spPr>
              <a:xfrm>
                <a:off x="461248" y="3822988"/>
                <a:ext cx="258881" cy="404536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6699" extrusionOk="0">
                    <a:moveTo>
                      <a:pt x="3332" y="0"/>
                    </a:moveTo>
                    <a:lnTo>
                      <a:pt x="3224" y="12"/>
                    </a:lnTo>
                    <a:lnTo>
                      <a:pt x="3105" y="24"/>
                    </a:lnTo>
                    <a:lnTo>
                      <a:pt x="2997" y="48"/>
                    </a:lnTo>
                    <a:lnTo>
                      <a:pt x="2890" y="84"/>
                    </a:lnTo>
                    <a:lnTo>
                      <a:pt x="2794" y="131"/>
                    </a:lnTo>
                    <a:lnTo>
                      <a:pt x="2687" y="179"/>
                    </a:lnTo>
                    <a:lnTo>
                      <a:pt x="2591" y="239"/>
                    </a:lnTo>
                    <a:lnTo>
                      <a:pt x="2388" y="382"/>
                    </a:lnTo>
                    <a:lnTo>
                      <a:pt x="2209" y="549"/>
                    </a:lnTo>
                    <a:lnTo>
                      <a:pt x="2030" y="716"/>
                    </a:lnTo>
                    <a:lnTo>
                      <a:pt x="1875" y="907"/>
                    </a:lnTo>
                    <a:lnTo>
                      <a:pt x="1720" y="1099"/>
                    </a:lnTo>
                    <a:lnTo>
                      <a:pt x="1553" y="1325"/>
                    </a:lnTo>
                    <a:lnTo>
                      <a:pt x="1398" y="1564"/>
                    </a:lnTo>
                    <a:lnTo>
                      <a:pt x="1242" y="1803"/>
                    </a:lnTo>
                    <a:lnTo>
                      <a:pt x="1099" y="2042"/>
                    </a:lnTo>
                    <a:lnTo>
                      <a:pt x="956" y="2292"/>
                    </a:lnTo>
                    <a:lnTo>
                      <a:pt x="824" y="2531"/>
                    </a:lnTo>
                    <a:lnTo>
                      <a:pt x="705" y="2782"/>
                    </a:lnTo>
                    <a:lnTo>
                      <a:pt x="598" y="3033"/>
                    </a:lnTo>
                    <a:lnTo>
                      <a:pt x="490" y="3283"/>
                    </a:lnTo>
                    <a:lnTo>
                      <a:pt x="407" y="3546"/>
                    </a:lnTo>
                    <a:lnTo>
                      <a:pt x="323" y="3797"/>
                    </a:lnTo>
                    <a:lnTo>
                      <a:pt x="239" y="4048"/>
                    </a:lnTo>
                    <a:lnTo>
                      <a:pt x="180" y="4310"/>
                    </a:lnTo>
                    <a:lnTo>
                      <a:pt x="120" y="4561"/>
                    </a:lnTo>
                    <a:lnTo>
                      <a:pt x="72" y="4824"/>
                    </a:lnTo>
                    <a:lnTo>
                      <a:pt x="36" y="5074"/>
                    </a:lnTo>
                    <a:lnTo>
                      <a:pt x="13" y="5349"/>
                    </a:lnTo>
                    <a:lnTo>
                      <a:pt x="1" y="5624"/>
                    </a:lnTo>
                    <a:lnTo>
                      <a:pt x="13" y="5767"/>
                    </a:lnTo>
                    <a:lnTo>
                      <a:pt x="24" y="5886"/>
                    </a:lnTo>
                    <a:lnTo>
                      <a:pt x="60" y="6018"/>
                    </a:lnTo>
                    <a:lnTo>
                      <a:pt x="96" y="6137"/>
                    </a:lnTo>
                    <a:lnTo>
                      <a:pt x="144" y="6256"/>
                    </a:lnTo>
                    <a:lnTo>
                      <a:pt x="215" y="6364"/>
                    </a:lnTo>
                    <a:lnTo>
                      <a:pt x="299" y="6459"/>
                    </a:lnTo>
                    <a:lnTo>
                      <a:pt x="395" y="6543"/>
                    </a:lnTo>
                    <a:lnTo>
                      <a:pt x="502" y="6603"/>
                    </a:lnTo>
                    <a:lnTo>
                      <a:pt x="621" y="6662"/>
                    </a:lnTo>
                    <a:lnTo>
                      <a:pt x="753" y="6686"/>
                    </a:lnTo>
                    <a:lnTo>
                      <a:pt x="884" y="6698"/>
                    </a:lnTo>
                    <a:lnTo>
                      <a:pt x="956" y="6686"/>
                    </a:lnTo>
                    <a:lnTo>
                      <a:pt x="1039" y="6662"/>
                    </a:lnTo>
                    <a:lnTo>
                      <a:pt x="1123" y="6615"/>
                    </a:lnTo>
                    <a:lnTo>
                      <a:pt x="1206" y="6567"/>
                    </a:lnTo>
                    <a:lnTo>
                      <a:pt x="1398" y="6424"/>
                    </a:lnTo>
                    <a:lnTo>
                      <a:pt x="1589" y="6244"/>
                    </a:lnTo>
                    <a:lnTo>
                      <a:pt x="1803" y="6030"/>
                    </a:lnTo>
                    <a:lnTo>
                      <a:pt x="2018" y="5779"/>
                    </a:lnTo>
                    <a:lnTo>
                      <a:pt x="2245" y="5504"/>
                    </a:lnTo>
                    <a:lnTo>
                      <a:pt x="2460" y="5206"/>
                    </a:lnTo>
                    <a:lnTo>
                      <a:pt x="2687" y="4895"/>
                    </a:lnTo>
                    <a:lnTo>
                      <a:pt x="2902" y="4573"/>
                    </a:lnTo>
                    <a:lnTo>
                      <a:pt x="3105" y="4239"/>
                    </a:lnTo>
                    <a:lnTo>
                      <a:pt x="3296" y="3904"/>
                    </a:lnTo>
                    <a:lnTo>
                      <a:pt x="3487" y="3570"/>
                    </a:lnTo>
                    <a:lnTo>
                      <a:pt x="3642" y="3248"/>
                    </a:lnTo>
                    <a:lnTo>
                      <a:pt x="3785" y="2937"/>
                    </a:lnTo>
                    <a:lnTo>
                      <a:pt x="3917" y="2651"/>
                    </a:lnTo>
                    <a:lnTo>
                      <a:pt x="4072" y="2221"/>
                    </a:lnTo>
                    <a:lnTo>
                      <a:pt x="4144" y="2006"/>
                    </a:lnTo>
                    <a:lnTo>
                      <a:pt x="4203" y="1791"/>
                    </a:lnTo>
                    <a:lnTo>
                      <a:pt x="4251" y="1576"/>
                    </a:lnTo>
                    <a:lnTo>
                      <a:pt x="4275" y="1373"/>
                    </a:lnTo>
                    <a:lnTo>
                      <a:pt x="4287" y="1158"/>
                    </a:lnTo>
                    <a:lnTo>
                      <a:pt x="4287" y="955"/>
                    </a:lnTo>
                    <a:lnTo>
                      <a:pt x="4263" y="860"/>
                    </a:lnTo>
                    <a:lnTo>
                      <a:pt x="4239" y="764"/>
                    </a:lnTo>
                    <a:lnTo>
                      <a:pt x="4215" y="669"/>
                    </a:lnTo>
                    <a:lnTo>
                      <a:pt x="4167" y="573"/>
                    </a:lnTo>
                    <a:lnTo>
                      <a:pt x="4132" y="490"/>
                    </a:lnTo>
                    <a:lnTo>
                      <a:pt x="4072" y="406"/>
                    </a:lnTo>
                    <a:lnTo>
                      <a:pt x="4012" y="322"/>
                    </a:lnTo>
                    <a:lnTo>
                      <a:pt x="3953" y="263"/>
                    </a:lnTo>
                    <a:lnTo>
                      <a:pt x="3881" y="191"/>
                    </a:lnTo>
                    <a:lnTo>
                      <a:pt x="3797" y="143"/>
                    </a:lnTo>
                    <a:lnTo>
                      <a:pt x="3714" y="96"/>
                    </a:lnTo>
                    <a:lnTo>
                      <a:pt x="3630" y="60"/>
                    </a:lnTo>
                    <a:lnTo>
                      <a:pt x="3535" y="24"/>
                    </a:lnTo>
                    <a:lnTo>
                      <a:pt x="3427" y="12"/>
                    </a:lnTo>
                    <a:lnTo>
                      <a:pt x="3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5" name="Google Shape;745;p24"/>
              <p:cNvSpPr/>
              <p:nvPr/>
            </p:nvSpPr>
            <p:spPr>
              <a:xfrm>
                <a:off x="465596" y="3936877"/>
                <a:ext cx="165884" cy="523499"/>
              </a:xfrm>
              <a:custGeom>
                <a:avLst/>
                <a:gdLst/>
                <a:ahLst/>
                <a:cxnLst/>
                <a:rect l="l" t="t" r="r" b="b"/>
                <a:pathLst>
                  <a:path w="2747" h="8669" extrusionOk="0">
                    <a:moveTo>
                      <a:pt x="2734" y="1"/>
                    </a:moveTo>
                    <a:lnTo>
                      <a:pt x="2722" y="12"/>
                    </a:lnTo>
                    <a:lnTo>
                      <a:pt x="2448" y="454"/>
                    </a:lnTo>
                    <a:lnTo>
                      <a:pt x="2185" y="896"/>
                    </a:lnTo>
                    <a:lnTo>
                      <a:pt x="1934" y="1350"/>
                    </a:lnTo>
                    <a:lnTo>
                      <a:pt x="1696" y="1803"/>
                    </a:lnTo>
                    <a:lnTo>
                      <a:pt x="1469" y="2269"/>
                    </a:lnTo>
                    <a:lnTo>
                      <a:pt x="1254" y="2735"/>
                    </a:lnTo>
                    <a:lnTo>
                      <a:pt x="1051" y="3200"/>
                    </a:lnTo>
                    <a:lnTo>
                      <a:pt x="860" y="3678"/>
                    </a:lnTo>
                    <a:lnTo>
                      <a:pt x="717" y="4084"/>
                    </a:lnTo>
                    <a:lnTo>
                      <a:pt x="573" y="4490"/>
                    </a:lnTo>
                    <a:lnTo>
                      <a:pt x="454" y="4896"/>
                    </a:lnTo>
                    <a:lnTo>
                      <a:pt x="335" y="5314"/>
                    </a:lnTo>
                    <a:lnTo>
                      <a:pt x="239" y="5732"/>
                    </a:lnTo>
                    <a:lnTo>
                      <a:pt x="155" y="6149"/>
                    </a:lnTo>
                    <a:lnTo>
                      <a:pt x="96" y="6567"/>
                    </a:lnTo>
                    <a:lnTo>
                      <a:pt x="36" y="6997"/>
                    </a:lnTo>
                    <a:lnTo>
                      <a:pt x="12" y="7403"/>
                    </a:lnTo>
                    <a:lnTo>
                      <a:pt x="0" y="7821"/>
                    </a:lnTo>
                    <a:lnTo>
                      <a:pt x="12" y="8239"/>
                    </a:lnTo>
                    <a:lnTo>
                      <a:pt x="36" y="8645"/>
                    </a:lnTo>
                    <a:lnTo>
                      <a:pt x="48" y="8657"/>
                    </a:lnTo>
                    <a:lnTo>
                      <a:pt x="60" y="8669"/>
                    </a:lnTo>
                    <a:lnTo>
                      <a:pt x="72" y="8657"/>
                    </a:lnTo>
                    <a:lnTo>
                      <a:pt x="72" y="8645"/>
                    </a:lnTo>
                    <a:lnTo>
                      <a:pt x="48" y="8263"/>
                    </a:lnTo>
                    <a:lnTo>
                      <a:pt x="36" y="7881"/>
                    </a:lnTo>
                    <a:lnTo>
                      <a:pt x="36" y="7499"/>
                    </a:lnTo>
                    <a:lnTo>
                      <a:pt x="72" y="7105"/>
                    </a:lnTo>
                    <a:lnTo>
                      <a:pt x="108" y="6722"/>
                    </a:lnTo>
                    <a:lnTo>
                      <a:pt x="155" y="6340"/>
                    </a:lnTo>
                    <a:lnTo>
                      <a:pt x="227" y="5970"/>
                    </a:lnTo>
                    <a:lnTo>
                      <a:pt x="311" y="5588"/>
                    </a:lnTo>
                    <a:lnTo>
                      <a:pt x="418" y="5146"/>
                    </a:lnTo>
                    <a:lnTo>
                      <a:pt x="549" y="4693"/>
                    </a:lnTo>
                    <a:lnTo>
                      <a:pt x="693" y="4251"/>
                    </a:lnTo>
                    <a:lnTo>
                      <a:pt x="848" y="3821"/>
                    </a:lnTo>
                    <a:lnTo>
                      <a:pt x="1015" y="3379"/>
                    </a:lnTo>
                    <a:lnTo>
                      <a:pt x="1194" y="2962"/>
                    </a:lnTo>
                    <a:lnTo>
                      <a:pt x="1385" y="2532"/>
                    </a:lnTo>
                    <a:lnTo>
                      <a:pt x="1588" y="2114"/>
                    </a:lnTo>
                    <a:lnTo>
                      <a:pt x="1851" y="1577"/>
                    </a:lnTo>
                    <a:lnTo>
                      <a:pt x="2137" y="1051"/>
                    </a:lnTo>
                    <a:lnTo>
                      <a:pt x="2436" y="538"/>
                    </a:lnTo>
                    <a:lnTo>
                      <a:pt x="2746" y="24"/>
                    </a:lnTo>
                    <a:lnTo>
                      <a:pt x="2746" y="12"/>
                    </a:lnTo>
                    <a:lnTo>
                      <a:pt x="2746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6" name="Google Shape;746;p24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extrusionOk="0">
                    <a:moveTo>
                      <a:pt x="1827" y="0"/>
                    </a:move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  <a:lnTo>
                      <a:pt x="1995" y="0"/>
                    </a:lnTo>
                    <a:close/>
                  </a:path>
                </a:pathLst>
              </a:custGeom>
              <a:solidFill>
                <a:srgbClr val="B4DDDD">
                  <a:alpha val="6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7" name="Google Shape;747;p24"/>
              <p:cNvSpPr/>
              <p:nvPr/>
            </p:nvSpPr>
            <p:spPr>
              <a:xfrm>
                <a:off x="150500" y="4117130"/>
                <a:ext cx="129108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2138" h="3177" fill="none" extrusionOk="0">
                    <a:moveTo>
                      <a:pt x="1995" y="0"/>
                    </a:moveTo>
                    <a:lnTo>
                      <a:pt x="1995" y="0"/>
                    </a:lnTo>
                    <a:lnTo>
                      <a:pt x="1827" y="0"/>
                    </a:lnTo>
                    <a:lnTo>
                      <a:pt x="1660" y="24"/>
                    </a:lnTo>
                    <a:lnTo>
                      <a:pt x="1493" y="48"/>
                    </a:lnTo>
                    <a:lnTo>
                      <a:pt x="1326" y="96"/>
                    </a:lnTo>
                    <a:lnTo>
                      <a:pt x="1159" y="156"/>
                    </a:lnTo>
                    <a:lnTo>
                      <a:pt x="1004" y="239"/>
                    </a:lnTo>
                    <a:lnTo>
                      <a:pt x="860" y="323"/>
                    </a:lnTo>
                    <a:lnTo>
                      <a:pt x="717" y="418"/>
                    </a:lnTo>
                    <a:lnTo>
                      <a:pt x="717" y="418"/>
                    </a:lnTo>
                    <a:lnTo>
                      <a:pt x="598" y="538"/>
                    </a:lnTo>
                    <a:lnTo>
                      <a:pt x="478" y="657"/>
                    </a:lnTo>
                    <a:lnTo>
                      <a:pt x="371" y="788"/>
                    </a:lnTo>
                    <a:lnTo>
                      <a:pt x="275" y="932"/>
                    </a:lnTo>
                    <a:lnTo>
                      <a:pt x="192" y="1087"/>
                    </a:lnTo>
                    <a:lnTo>
                      <a:pt x="120" y="1242"/>
                    </a:lnTo>
                    <a:lnTo>
                      <a:pt x="72" y="1409"/>
                    </a:lnTo>
                    <a:lnTo>
                      <a:pt x="24" y="1576"/>
                    </a:lnTo>
                    <a:lnTo>
                      <a:pt x="24" y="1576"/>
                    </a:lnTo>
                    <a:lnTo>
                      <a:pt x="13" y="1720"/>
                    </a:lnTo>
                    <a:lnTo>
                      <a:pt x="1" y="1875"/>
                    </a:lnTo>
                    <a:lnTo>
                      <a:pt x="1" y="2018"/>
                    </a:lnTo>
                    <a:lnTo>
                      <a:pt x="24" y="2173"/>
                    </a:lnTo>
                    <a:lnTo>
                      <a:pt x="60" y="2317"/>
                    </a:lnTo>
                    <a:lnTo>
                      <a:pt x="108" y="2460"/>
                    </a:lnTo>
                    <a:lnTo>
                      <a:pt x="168" y="2591"/>
                    </a:lnTo>
                    <a:lnTo>
                      <a:pt x="251" y="2711"/>
                    </a:lnTo>
                    <a:lnTo>
                      <a:pt x="251" y="2711"/>
                    </a:lnTo>
                    <a:lnTo>
                      <a:pt x="347" y="2830"/>
                    </a:lnTo>
                    <a:lnTo>
                      <a:pt x="454" y="2938"/>
                    </a:lnTo>
                    <a:lnTo>
                      <a:pt x="574" y="3021"/>
                    </a:lnTo>
                    <a:lnTo>
                      <a:pt x="705" y="3093"/>
                    </a:lnTo>
                    <a:lnTo>
                      <a:pt x="848" y="3141"/>
                    </a:lnTo>
                    <a:lnTo>
                      <a:pt x="992" y="3164"/>
                    </a:lnTo>
                    <a:lnTo>
                      <a:pt x="1135" y="3176"/>
                    </a:lnTo>
                    <a:lnTo>
                      <a:pt x="1278" y="3152"/>
                    </a:lnTo>
                    <a:lnTo>
                      <a:pt x="1278" y="3152"/>
                    </a:lnTo>
                    <a:lnTo>
                      <a:pt x="1433" y="3117"/>
                    </a:lnTo>
                    <a:lnTo>
                      <a:pt x="1565" y="3045"/>
                    </a:lnTo>
                    <a:lnTo>
                      <a:pt x="1684" y="2961"/>
                    </a:lnTo>
                    <a:lnTo>
                      <a:pt x="1803" y="2854"/>
                    </a:lnTo>
                    <a:lnTo>
                      <a:pt x="1899" y="2735"/>
                    </a:lnTo>
                    <a:lnTo>
                      <a:pt x="1983" y="2603"/>
                    </a:lnTo>
                    <a:lnTo>
                      <a:pt x="2042" y="2460"/>
                    </a:lnTo>
                    <a:lnTo>
                      <a:pt x="2090" y="2317"/>
                    </a:lnTo>
                    <a:lnTo>
                      <a:pt x="2090" y="2317"/>
                    </a:lnTo>
                    <a:lnTo>
                      <a:pt x="2126" y="2161"/>
                    </a:lnTo>
                    <a:lnTo>
                      <a:pt x="2138" y="2006"/>
                    </a:lnTo>
                    <a:lnTo>
                      <a:pt x="2138" y="1851"/>
                    </a:lnTo>
                    <a:lnTo>
                      <a:pt x="2126" y="1708"/>
                    </a:lnTo>
                    <a:lnTo>
                      <a:pt x="2114" y="1553"/>
                    </a:lnTo>
                    <a:lnTo>
                      <a:pt x="2078" y="1397"/>
                    </a:lnTo>
                    <a:lnTo>
                      <a:pt x="2042" y="1242"/>
                    </a:lnTo>
                    <a:lnTo>
                      <a:pt x="1995" y="1099"/>
                    </a:lnTo>
                    <a:lnTo>
                      <a:pt x="1995" y="1099"/>
                    </a:lnTo>
                    <a:lnTo>
                      <a:pt x="1911" y="824"/>
                    </a:lnTo>
                    <a:lnTo>
                      <a:pt x="1875" y="681"/>
                    </a:lnTo>
                    <a:lnTo>
                      <a:pt x="1851" y="538"/>
                    </a:lnTo>
                    <a:lnTo>
                      <a:pt x="1851" y="538"/>
                    </a:lnTo>
                    <a:lnTo>
                      <a:pt x="1851" y="394"/>
                    </a:lnTo>
                    <a:lnTo>
                      <a:pt x="1863" y="323"/>
                    </a:lnTo>
                    <a:lnTo>
                      <a:pt x="1875" y="251"/>
                    </a:lnTo>
                    <a:lnTo>
                      <a:pt x="1899" y="191"/>
                    </a:lnTo>
                    <a:lnTo>
                      <a:pt x="1935" y="120"/>
                    </a:lnTo>
                    <a:lnTo>
                      <a:pt x="1971" y="72"/>
                    </a:lnTo>
                    <a:lnTo>
                      <a:pt x="2018" y="1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8" name="Google Shape;748;p24"/>
              <p:cNvSpPr/>
              <p:nvPr/>
            </p:nvSpPr>
            <p:spPr>
              <a:xfrm>
                <a:off x="156297" y="4084703"/>
                <a:ext cx="269691" cy="191851"/>
              </a:xfrm>
              <a:custGeom>
                <a:avLst/>
                <a:gdLst/>
                <a:ahLst/>
                <a:cxnLst/>
                <a:rect l="l" t="t" r="r" b="b"/>
                <a:pathLst>
                  <a:path w="4466" h="3177" extrusionOk="0">
                    <a:moveTo>
                      <a:pt x="2281" y="0"/>
                    </a:moveTo>
                    <a:lnTo>
                      <a:pt x="2149" y="24"/>
                    </a:lnTo>
                    <a:lnTo>
                      <a:pt x="2018" y="48"/>
                    </a:lnTo>
                    <a:lnTo>
                      <a:pt x="1899" y="72"/>
                    </a:lnTo>
                    <a:lnTo>
                      <a:pt x="1767" y="108"/>
                    </a:lnTo>
                    <a:lnTo>
                      <a:pt x="1648" y="155"/>
                    </a:lnTo>
                    <a:lnTo>
                      <a:pt x="1528" y="215"/>
                    </a:lnTo>
                    <a:lnTo>
                      <a:pt x="1409" y="263"/>
                    </a:lnTo>
                    <a:lnTo>
                      <a:pt x="1290" y="334"/>
                    </a:lnTo>
                    <a:lnTo>
                      <a:pt x="1075" y="478"/>
                    </a:lnTo>
                    <a:lnTo>
                      <a:pt x="872" y="621"/>
                    </a:lnTo>
                    <a:lnTo>
                      <a:pt x="681" y="788"/>
                    </a:lnTo>
                    <a:lnTo>
                      <a:pt x="502" y="967"/>
                    </a:lnTo>
                    <a:lnTo>
                      <a:pt x="346" y="1158"/>
                    </a:lnTo>
                    <a:lnTo>
                      <a:pt x="275" y="1266"/>
                    </a:lnTo>
                    <a:lnTo>
                      <a:pt x="203" y="1385"/>
                    </a:lnTo>
                    <a:lnTo>
                      <a:pt x="143" y="1493"/>
                    </a:lnTo>
                    <a:lnTo>
                      <a:pt x="96" y="1624"/>
                    </a:lnTo>
                    <a:lnTo>
                      <a:pt x="36" y="1755"/>
                    </a:lnTo>
                    <a:lnTo>
                      <a:pt x="0" y="1899"/>
                    </a:lnTo>
                    <a:lnTo>
                      <a:pt x="36" y="1827"/>
                    </a:lnTo>
                    <a:lnTo>
                      <a:pt x="72" y="1755"/>
                    </a:lnTo>
                    <a:lnTo>
                      <a:pt x="179" y="1636"/>
                    </a:lnTo>
                    <a:lnTo>
                      <a:pt x="299" y="1540"/>
                    </a:lnTo>
                    <a:lnTo>
                      <a:pt x="430" y="1457"/>
                    </a:lnTo>
                    <a:lnTo>
                      <a:pt x="573" y="1385"/>
                    </a:lnTo>
                    <a:lnTo>
                      <a:pt x="728" y="1337"/>
                    </a:lnTo>
                    <a:lnTo>
                      <a:pt x="884" y="1302"/>
                    </a:lnTo>
                    <a:lnTo>
                      <a:pt x="1039" y="1290"/>
                    </a:lnTo>
                    <a:lnTo>
                      <a:pt x="1194" y="1290"/>
                    </a:lnTo>
                    <a:lnTo>
                      <a:pt x="1349" y="1313"/>
                    </a:lnTo>
                    <a:lnTo>
                      <a:pt x="1493" y="1349"/>
                    </a:lnTo>
                    <a:lnTo>
                      <a:pt x="1636" y="1397"/>
                    </a:lnTo>
                    <a:lnTo>
                      <a:pt x="1779" y="1469"/>
                    </a:lnTo>
                    <a:lnTo>
                      <a:pt x="1910" y="1540"/>
                    </a:lnTo>
                    <a:lnTo>
                      <a:pt x="2030" y="1624"/>
                    </a:lnTo>
                    <a:lnTo>
                      <a:pt x="2149" y="1719"/>
                    </a:lnTo>
                    <a:lnTo>
                      <a:pt x="2269" y="1827"/>
                    </a:lnTo>
                    <a:lnTo>
                      <a:pt x="2376" y="1934"/>
                    </a:lnTo>
                    <a:lnTo>
                      <a:pt x="2567" y="2173"/>
                    </a:lnTo>
                    <a:lnTo>
                      <a:pt x="2758" y="2412"/>
                    </a:lnTo>
                    <a:lnTo>
                      <a:pt x="2937" y="2663"/>
                    </a:lnTo>
                    <a:lnTo>
                      <a:pt x="3033" y="2806"/>
                    </a:lnTo>
                    <a:lnTo>
                      <a:pt x="3152" y="2949"/>
                    </a:lnTo>
                    <a:lnTo>
                      <a:pt x="3212" y="3009"/>
                    </a:lnTo>
                    <a:lnTo>
                      <a:pt x="3284" y="3069"/>
                    </a:lnTo>
                    <a:lnTo>
                      <a:pt x="3355" y="3104"/>
                    </a:lnTo>
                    <a:lnTo>
                      <a:pt x="3439" y="3140"/>
                    </a:lnTo>
                    <a:lnTo>
                      <a:pt x="3510" y="3164"/>
                    </a:lnTo>
                    <a:lnTo>
                      <a:pt x="3594" y="3176"/>
                    </a:lnTo>
                    <a:lnTo>
                      <a:pt x="3749" y="3176"/>
                    </a:lnTo>
                    <a:lnTo>
                      <a:pt x="3821" y="3164"/>
                    </a:lnTo>
                    <a:lnTo>
                      <a:pt x="3892" y="3140"/>
                    </a:lnTo>
                    <a:lnTo>
                      <a:pt x="3964" y="3104"/>
                    </a:lnTo>
                    <a:lnTo>
                      <a:pt x="4036" y="3069"/>
                    </a:lnTo>
                    <a:lnTo>
                      <a:pt x="4131" y="2985"/>
                    </a:lnTo>
                    <a:lnTo>
                      <a:pt x="4215" y="2901"/>
                    </a:lnTo>
                    <a:lnTo>
                      <a:pt x="4286" y="2806"/>
                    </a:lnTo>
                    <a:lnTo>
                      <a:pt x="4346" y="2698"/>
                    </a:lnTo>
                    <a:lnTo>
                      <a:pt x="4394" y="2579"/>
                    </a:lnTo>
                    <a:lnTo>
                      <a:pt x="4430" y="2460"/>
                    </a:lnTo>
                    <a:lnTo>
                      <a:pt x="4454" y="2340"/>
                    </a:lnTo>
                    <a:lnTo>
                      <a:pt x="4466" y="2221"/>
                    </a:lnTo>
                    <a:lnTo>
                      <a:pt x="4466" y="2102"/>
                    </a:lnTo>
                    <a:lnTo>
                      <a:pt x="4454" y="1982"/>
                    </a:lnTo>
                    <a:lnTo>
                      <a:pt x="4430" y="1851"/>
                    </a:lnTo>
                    <a:lnTo>
                      <a:pt x="4394" y="1743"/>
                    </a:lnTo>
                    <a:lnTo>
                      <a:pt x="4322" y="1505"/>
                    </a:lnTo>
                    <a:lnTo>
                      <a:pt x="4227" y="1278"/>
                    </a:lnTo>
                    <a:lnTo>
                      <a:pt x="4143" y="1111"/>
                    </a:lnTo>
                    <a:lnTo>
                      <a:pt x="4048" y="955"/>
                    </a:lnTo>
                    <a:lnTo>
                      <a:pt x="3940" y="800"/>
                    </a:lnTo>
                    <a:lnTo>
                      <a:pt x="3833" y="657"/>
                    </a:lnTo>
                    <a:lnTo>
                      <a:pt x="3713" y="525"/>
                    </a:lnTo>
                    <a:lnTo>
                      <a:pt x="3582" y="394"/>
                    </a:lnTo>
                    <a:lnTo>
                      <a:pt x="3439" y="287"/>
                    </a:lnTo>
                    <a:lnTo>
                      <a:pt x="3284" y="191"/>
                    </a:lnTo>
                    <a:lnTo>
                      <a:pt x="3164" y="131"/>
                    </a:lnTo>
                    <a:lnTo>
                      <a:pt x="3045" y="84"/>
                    </a:lnTo>
                    <a:lnTo>
                      <a:pt x="2913" y="48"/>
                    </a:lnTo>
                    <a:lnTo>
                      <a:pt x="2794" y="24"/>
                    </a:lnTo>
                    <a:lnTo>
                      <a:pt x="2663" y="12"/>
                    </a:lnTo>
                    <a:lnTo>
                      <a:pt x="25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9" name="Google Shape;749;p24"/>
              <p:cNvSpPr/>
              <p:nvPr/>
            </p:nvSpPr>
            <p:spPr>
              <a:xfrm>
                <a:off x="283894" y="4115681"/>
                <a:ext cx="184605" cy="227178"/>
              </a:xfrm>
              <a:custGeom>
                <a:avLst/>
                <a:gdLst/>
                <a:ahLst/>
                <a:cxnLst/>
                <a:rect l="l" t="t" r="r" b="b"/>
                <a:pathLst>
                  <a:path w="3057" h="3762" extrusionOk="0">
                    <a:moveTo>
                      <a:pt x="0" y="1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239" y="144"/>
                    </a:lnTo>
                    <a:lnTo>
                      <a:pt x="466" y="263"/>
                    </a:lnTo>
                    <a:lnTo>
                      <a:pt x="681" y="395"/>
                    </a:lnTo>
                    <a:lnTo>
                      <a:pt x="884" y="550"/>
                    </a:lnTo>
                    <a:lnTo>
                      <a:pt x="1087" y="717"/>
                    </a:lnTo>
                    <a:lnTo>
                      <a:pt x="1266" y="884"/>
                    </a:lnTo>
                    <a:lnTo>
                      <a:pt x="1445" y="1075"/>
                    </a:lnTo>
                    <a:lnTo>
                      <a:pt x="1612" y="1266"/>
                    </a:lnTo>
                    <a:lnTo>
                      <a:pt x="1756" y="1457"/>
                    </a:lnTo>
                    <a:lnTo>
                      <a:pt x="1899" y="1660"/>
                    </a:lnTo>
                    <a:lnTo>
                      <a:pt x="2030" y="1863"/>
                    </a:lnTo>
                    <a:lnTo>
                      <a:pt x="2150" y="2066"/>
                    </a:lnTo>
                    <a:lnTo>
                      <a:pt x="2388" y="2484"/>
                    </a:lnTo>
                    <a:lnTo>
                      <a:pt x="2603" y="2914"/>
                    </a:lnTo>
                    <a:lnTo>
                      <a:pt x="2818" y="3332"/>
                    </a:lnTo>
                    <a:lnTo>
                      <a:pt x="3033" y="3750"/>
                    </a:lnTo>
                    <a:lnTo>
                      <a:pt x="3045" y="3761"/>
                    </a:lnTo>
                    <a:lnTo>
                      <a:pt x="3057" y="3761"/>
                    </a:lnTo>
                    <a:lnTo>
                      <a:pt x="3057" y="3750"/>
                    </a:lnTo>
                    <a:lnTo>
                      <a:pt x="3057" y="3738"/>
                    </a:lnTo>
                    <a:lnTo>
                      <a:pt x="2854" y="3332"/>
                    </a:lnTo>
                    <a:lnTo>
                      <a:pt x="2651" y="2938"/>
                    </a:lnTo>
                    <a:lnTo>
                      <a:pt x="2448" y="2532"/>
                    </a:lnTo>
                    <a:lnTo>
                      <a:pt x="2233" y="2138"/>
                    </a:lnTo>
                    <a:lnTo>
                      <a:pt x="2114" y="1923"/>
                    </a:lnTo>
                    <a:lnTo>
                      <a:pt x="1982" y="1720"/>
                    </a:lnTo>
                    <a:lnTo>
                      <a:pt x="1839" y="1517"/>
                    </a:lnTo>
                    <a:lnTo>
                      <a:pt x="1684" y="1314"/>
                    </a:lnTo>
                    <a:lnTo>
                      <a:pt x="1529" y="1123"/>
                    </a:lnTo>
                    <a:lnTo>
                      <a:pt x="1362" y="932"/>
                    </a:lnTo>
                    <a:lnTo>
                      <a:pt x="1194" y="753"/>
                    </a:lnTo>
                    <a:lnTo>
                      <a:pt x="1003" y="598"/>
                    </a:lnTo>
                    <a:lnTo>
                      <a:pt x="777" y="418"/>
                    </a:lnTo>
                    <a:lnTo>
                      <a:pt x="538" y="251"/>
                    </a:lnTo>
                    <a:lnTo>
                      <a:pt x="275" y="12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0" name="Google Shape;750;p24"/>
              <p:cNvSpPr/>
              <p:nvPr/>
            </p:nvSpPr>
            <p:spPr>
              <a:xfrm>
                <a:off x="300500" y="4370210"/>
                <a:ext cx="330259" cy="214919"/>
              </a:xfrm>
              <a:custGeom>
                <a:avLst/>
                <a:gdLst/>
                <a:ahLst/>
                <a:cxnLst/>
                <a:rect l="l" t="t" r="r" b="b"/>
                <a:pathLst>
                  <a:path w="5469" h="3559" extrusionOk="0">
                    <a:moveTo>
                      <a:pt x="0" y="0"/>
                    </a:moveTo>
                    <a:lnTo>
                      <a:pt x="1098" y="3558"/>
                    </a:lnTo>
                    <a:lnTo>
                      <a:pt x="4442" y="3558"/>
                    </a:lnTo>
                    <a:lnTo>
                      <a:pt x="54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1" name="Google Shape;751;p24"/>
              <p:cNvSpPr/>
              <p:nvPr/>
            </p:nvSpPr>
            <p:spPr>
              <a:xfrm>
                <a:off x="284618" y="4370210"/>
                <a:ext cx="359849" cy="51209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848" extrusionOk="0">
                    <a:moveTo>
                      <a:pt x="0" y="0"/>
                    </a:moveTo>
                    <a:lnTo>
                      <a:pt x="0" y="848"/>
                    </a:lnTo>
                    <a:lnTo>
                      <a:pt x="5958" y="848"/>
                    </a:lnTo>
                    <a:lnTo>
                      <a:pt x="59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2" name="Google Shape;752;p24"/>
              <p:cNvSpPr/>
              <p:nvPr/>
            </p:nvSpPr>
            <p:spPr>
              <a:xfrm>
                <a:off x="288241" y="4418519"/>
                <a:ext cx="359064" cy="2174"/>
              </a:xfrm>
              <a:custGeom>
                <a:avLst/>
                <a:gdLst/>
                <a:ahLst/>
                <a:cxnLst/>
                <a:rect l="l" t="t" r="r" b="b"/>
                <a:pathLst>
                  <a:path w="5946" h="36" extrusionOk="0">
                    <a:moveTo>
                      <a:pt x="12" y="0"/>
                    </a:moveTo>
                    <a:lnTo>
                      <a:pt x="0" y="12"/>
                    </a:lnTo>
                    <a:lnTo>
                      <a:pt x="0" y="24"/>
                    </a:lnTo>
                    <a:lnTo>
                      <a:pt x="0" y="36"/>
                    </a:lnTo>
                    <a:lnTo>
                      <a:pt x="5946" y="36"/>
                    </a:lnTo>
                    <a:lnTo>
                      <a:pt x="5946" y="24"/>
                    </a:lnTo>
                    <a:lnTo>
                      <a:pt x="5946" y="12"/>
                    </a:lnTo>
                    <a:lnTo>
                      <a:pt x="5934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53" name="Google Shape;753;p24"/>
            <p:cNvGrpSpPr/>
            <p:nvPr/>
          </p:nvGrpSpPr>
          <p:grpSpPr>
            <a:xfrm flipH="1">
              <a:off x="101100" y="3293930"/>
              <a:ext cx="618900" cy="1305496"/>
              <a:chOff x="-2244625" y="2465880"/>
              <a:chExt cx="618900" cy="1305496"/>
            </a:xfrm>
          </p:grpSpPr>
          <p:sp>
            <p:nvSpPr>
              <p:cNvPr id="754" name="Google Shape;754;p24"/>
              <p:cNvSpPr/>
              <p:nvPr/>
            </p:nvSpPr>
            <p:spPr>
              <a:xfrm>
                <a:off x="-2197797" y="3142830"/>
                <a:ext cx="483826" cy="39301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872" extrusionOk="0">
                    <a:moveTo>
                      <a:pt x="430" y="0"/>
                    </a:moveTo>
                    <a:lnTo>
                      <a:pt x="347" y="12"/>
                    </a:lnTo>
                    <a:lnTo>
                      <a:pt x="263" y="36"/>
                    </a:lnTo>
                    <a:lnTo>
                      <a:pt x="192" y="72"/>
                    </a:lnTo>
                    <a:lnTo>
                      <a:pt x="120" y="132"/>
                    </a:lnTo>
                    <a:lnTo>
                      <a:pt x="72" y="191"/>
                    </a:lnTo>
                    <a:lnTo>
                      <a:pt x="36" y="263"/>
                    </a:lnTo>
                    <a:lnTo>
                      <a:pt x="12" y="347"/>
                    </a:lnTo>
                    <a:lnTo>
                      <a:pt x="1" y="430"/>
                    </a:lnTo>
                    <a:lnTo>
                      <a:pt x="12" y="526"/>
                    </a:lnTo>
                    <a:lnTo>
                      <a:pt x="36" y="609"/>
                    </a:lnTo>
                    <a:lnTo>
                      <a:pt x="72" y="681"/>
                    </a:lnTo>
                    <a:lnTo>
                      <a:pt x="120" y="741"/>
                    </a:lnTo>
                    <a:lnTo>
                      <a:pt x="192" y="800"/>
                    </a:lnTo>
                    <a:lnTo>
                      <a:pt x="263" y="836"/>
                    </a:lnTo>
                    <a:lnTo>
                      <a:pt x="347" y="860"/>
                    </a:lnTo>
                    <a:lnTo>
                      <a:pt x="430" y="872"/>
                    </a:lnTo>
                    <a:lnTo>
                      <a:pt x="10304" y="872"/>
                    </a:lnTo>
                    <a:lnTo>
                      <a:pt x="10388" y="860"/>
                    </a:lnTo>
                    <a:lnTo>
                      <a:pt x="10472" y="836"/>
                    </a:lnTo>
                    <a:lnTo>
                      <a:pt x="10543" y="800"/>
                    </a:lnTo>
                    <a:lnTo>
                      <a:pt x="10615" y="741"/>
                    </a:lnTo>
                    <a:lnTo>
                      <a:pt x="10663" y="681"/>
                    </a:lnTo>
                    <a:lnTo>
                      <a:pt x="10710" y="609"/>
                    </a:lnTo>
                    <a:lnTo>
                      <a:pt x="10734" y="526"/>
                    </a:lnTo>
                    <a:lnTo>
                      <a:pt x="10734" y="430"/>
                    </a:lnTo>
                    <a:lnTo>
                      <a:pt x="10734" y="347"/>
                    </a:lnTo>
                    <a:lnTo>
                      <a:pt x="10710" y="263"/>
                    </a:lnTo>
                    <a:lnTo>
                      <a:pt x="10663" y="191"/>
                    </a:lnTo>
                    <a:lnTo>
                      <a:pt x="10615" y="132"/>
                    </a:lnTo>
                    <a:lnTo>
                      <a:pt x="10543" y="72"/>
                    </a:lnTo>
                    <a:lnTo>
                      <a:pt x="10472" y="36"/>
                    </a:lnTo>
                    <a:lnTo>
                      <a:pt x="10388" y="12"/>
                    </a:lnTo>
                    <a:lnTo>
                      <a:pt x="10304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5" name="Google Shape;755;p24"/>
              <p:cNvSpPr/>
              <p:nvPr/>
            </p:nvSpPr>
            <p:spPr>
              <a:xfrm>
                <a:off x="-1747414" y="2465880"/>
                <a:ext cx="116821" cy="714134"/>
              </a:xfrm>
              <a:custGeom>
                <a:avLst/>
                <a:gdLst/>
                <a:ahLst/>
                <a:cxnLst/>
                <a:rect l="l" t="t" r="r" b="b"/>
                <a:pathLst>
                  <a:path w="2592" h="15845" extrusionOk="0">
                    <a:moveTo>
                      <a:pt x="2102" y="0"/>
                    </a:moveTo>
                    <a:lnTo>
                      <a:pt x="2019" y="12"/>
                    </a:lnTo>
                    <a:lnTo>
                      <a:pt x="1935" y="48"/>
                    </a:lnTo>
                    <a:lnTo>
                      <a:pt x="1864" y="96"/>
                    </a:lnTo>
                    <a:lnTo>
                      <a:pt x="1792" y="156"/>
                    </a:lnTo>
                    <a:lnTo>
                      <a:pt x="1744" y="227"/>
                    </a:lnTo>
                    <a:lnTo>
                      <a:pt x="1708" y="311"/>
                    </a:lnTo>
                    <a:lnTo>
                      <a:pt x="1696" y="394"/>
                    </a:lnTo>
                    <a:lnTo>
                      <a:pt x="1" y="15343"/>
                    </a:lnTo>
                    <a:lnTo>
                      <a:pt x="1" y="15426"/>
                    </a:lnTo>
                    <a:lnTo>
                      <a:pt x="25" y="15522"/>
                    </a:lnTo>
                    <a:lnTo>
                      <a:pt x="49" y="15605"/>
                    </a:lnTo>
                    <a:lnTo>
                      <a:pt x="96" y="15677"/>
                    </a:lnTo>
                    <a:lnTo>
                      <a:pt x="156" y="15737"/>
                    </a:lnTo>
                    <a:lnTo>
                      <a:pt x="228" y="15784"/>
                    </a:lnTo>
                    <a:lnTo>
                      <a:pt x="311" y="15820"/>
                    </a:lnTo>
                    <a:lnTo>
                      <a:pt x="407" y="15844"/>
                    </a:lnTo>
                    <a:lnTo>
                      <a:pt x="502" y="15844"/>
                    </a:lnTo>
                    <a:lnTo>
                      <a:pt x="586" y="15820"/>
                    </a:lnTo>
                    <a:lnTo>
                      <a:pt x="670" y="15796"/>
                    </a:lnTo>
                    <a:lnTo>
                      <a:pt x="741" y="15749"/>
                    </a:lnTo>
                    <a:lnTo>
                      <a:pt x="801" y="15689"/>
                    </a:lnTo>
                    <a:lnTo>
                      <a:pt x="849" y="15617"/>
                    </a:lnTo>
                    <a:lnTo>
                      <a:pt x="884" y="15534"/>
                    </a:lnTo>
                    <a:lnTo>
                      <a:pt x="908" y="15438"/>
                    </a:lnTo>
                    <a:lnTo>
                      <a:pt x="2592" y="502"/>
                    </a:lnTo>
                    <a:lnTo>
                      <a:pt x="2592" y="406"/>
                    </a:lnTo>
                    <a:lnTo>
                      <a:pt x="2580" y="323"/>
                    </a:lnTo>
                    <a:lnTo>
                      <a:pt x="2544" y="239"/>
                    </a:lnTo>
                    <a:lnTo>
                      <a:pt x="2496" y="168"/>
                    </a:lnTo>
                    <a:lnTo>
                      <a:pt x="2437" y="108"/>
                    </a:lnTo>
                    <a:lnTo>
                      <a:pt x="2365" y="48"/>
                    </a:lnTo>
                    <a:lnTo>
                      <a:pt x="2281" y="12"/>
                    </a:lnTo>
                    <a:lnTo>
                      <a:pt x="219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6" name="Google Shape;756;p24"/>
              <p:cNvSpPr/>
              <p:nvPr/>
            </p:nvSpPr>
            <p:spPr>
              <a:xfrm>
                <a:off x="-1750614" y="3183708"/>
                <a:ext cx="124889" cy="586586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13015" extrusionOk="0">
                    <a:moveTo>
                      <a:pt x="12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72" y="371"/>
                    </a:lnTo>
                    <a:lnTo>
                      <a:pt x="275" y="1314"/>
                    </a:lnTo>
                    <a:lnTo>
                      <a:pt x="573" y="2711"/>
                    </a:lnTo>
                    <a:lnTo>
                      <a:pt x="932" y="4418"/>
                    </a:lnTo>
                    <a:lnTo>
                      <a:pt x="1326" y="6281"/>
                    </a:lnTo>
                    <a:lnTo>
                      <a:pt x="1720" y="8167"/>
                    </a:lnTo>
                    <a:lnTo>
                      <a:pt x="2090" y="9923"/>
                    </a:lnTo>
                    <a:lnTo>
                      <a:pt x="2400" y="11403"/>
                    </a:lnTo>
                    <a:lnTo>
                      <a:pt x="2627" y="12478"/>
                    </a:lnTo>
                    <a:lnTo>
                      <a:pt x="2723" y="12979"/>
                    </a:lnTo>
                    <a:lnTo>
                      <a:pt x="2734" y="13003"/>
                    </a:lnTo>
                    <a:lnTo>
                      <a:pt x="2734" y="13015"/>
                    </a:lnTo>
                    <a:lnTo>
                      <a:pt x="2758" y="13015"/>
                    </a:lnTo>
                    <a:lnTo>
                      <a:pt x="2758" y="13003"/>
                    </a:lnTo>
                    <a:lnTo>
                      <a:pt x="2770" y="12991"/>
                    </a:lnTo>
                    <a:lnTo>
                      <a:pt x="2699" y="12645"/>
                    </a:lnTo>
                    <a:lnTo>
                      <a:pt x="2496" y="11702"/>
                    </a:lnTo>
                    <a:lnTo>
                      <a:pt x="2197" y="10305"/>
                    </a:lnTo>
                    <a:lnTo>
                      <a:pt x="1839" y="8597"/>
                    </a:lnTo>
                    <a:lnTo>
                      <a:pt x="1445" y="6735"/>
                    </a:lnTo>
                    <a:lnTo>
                      <a:pt x="1051" y="4848"/>
                    </a:lnTo>
                    <a:lnTo>
                      <a:pt x="681" y="3093"/>
                    </a:lnTo>
                    <a:lnTo>
                      <a:pt x="370" y="1613"/>
                    </a:lnTo>
                    <a:lnTo>
                      <a:pt x="156" y="538"/>
                    </a:lnTo>
                    <a:lnTo>
                      <a:pt x="48" y="37"/>
                    </a:lnTo>
                    <a:lnTo>
                      <a:pt x="36" y="13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7" name="Google Shape;757;p24"/>
              <p:cNvSpPr/>
              <p:nvPr/>
            </p:nvSpPr>
            <p:spPr>
              <a:xfrm>
                <a:off x="-2244625" y="3184249"/>
                <a:ext cx="109836" cy="587127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13027" extrusionOk="0">
                    <a:moveTo>
                      <a:pt x="2413" y="1"/>
                    </a:moveTo>
                    <a:lnTo>
                      <a:pt x="2401" y="13"/>
                    </a:lnTo>
                    <a:lnTo>
                      <a:pt x="2341" y="359"/>
                    </a:lnTo>
                    <a:lnTo>
                      <a:pt x="2162" y="1302"/>
                    </a:lnTo>
                    <a:lnTo>
                      <a:pt x="1899" y="2699"/>
                    </a:lnTo>
                    <a:lnTo>
                      <a:pt x="1589" y="4406"/>
                    </a:lnTo>
                    <a:lnTo>
                      <a:pt x="1242" y="6281"/>
                    </a:lnTo>
                    <a:lnTo>
                      <a:pt x="896" y="8167"/>
                    </a:lnTo>
                    <a:lnTo>
                      <a:pt x="574" y="9922"/>
                    </a:lnTo>
                    <a:lnTo>
                      <a:pt x="299" y="11415"/>
                    </a:lnTo>
                    <a:lnTo>
                      <a:pt x="96" y="12478"/>
                    </a:lnTo>
                    <a:lnTo>
                      <a:pt x="13" y="12991"/>
                    </a:lnTo>
                    <a:lnTo>
                      <a:pt x="1" y="13015"/>
                    </a:lnTo>
                    <a:lnTo>
                      <a:pt x="13" y="13027"/>
                    </a:lnTo>
                    <a:lnTo>
                      <a:pt x="37" y="13027"/>
                    </a:lnTo>
                    <a:lnTo>
                      <a:pt x="37" y="13015"/>
                    </a:lnTo>
                    <a:lnTo>
                      <a:pt x="108" y="12669"/>
                    </a:lnTo>
                    <a:lnTo>
                      <a:pt x="275" y="11725"/>
                    </a:lnTo>
                    <a:lnTo>
                      <a:pt x="538" y="10328"/>
                    </a:lnTo>
                    <a:lnTo>
                      <a:pt x="848" y="8621"/>
                    </a:lnTo>
                    <a:lnTo>
                      <a:pt x="1195" y="6747"/>
                    </a:lnTo>
                    <a:lnTo>
                      <a:pt x="1541" y="4860"/>
                    </a:lnTo>
                    <a:lnTo>
                      <a:pt x="1863" y="3105"/>
                    </a:lnTo>
                    <a:lnTo>
                      <a:pt x="2138" y="1613"/>
                    </a:lnTo>
                    <a:lnTo>
                      <a:pt x="2341" y="550"/>
                    </a:lnTo>
                    <a:lnTo>
                      <a:pt x="2424" y="37"/>
                    </a:lnTo>
                    <a:lnTo>
                      <a:pt x="2436" y="13"/>
                    </a:lnTo>
                    <a:lnTo>
                      <a:pt x="243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cxnSp>
        <p:nvCxnSpPr>
          <p:cNvPr id="758" name="Google Shape;758;p24"/>
          <p:cNvCxnSpPr/>
          <p:nvPr/>
        </p:nvCxnSpPr>
        <p:spPr>
          <a:xfrm rot="10800000">
            <a:off x="2469300" y="4599425"/>
            <a:ext cx="420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ExtraBold"/>
              <a:buNone/>
              <a:defRPr sz="30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Char char="●"/>
              <a:defRPr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Char char="○"/>
              <a:defRPr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Char char="■"/>
              <a:defRPr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Char char="●"/>
              <a:defRPr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Char char="○"/>
              <a:defRPr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Char char="■"/>
              <a:defRPr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Char char="●"/>
              <a:defRPr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Char char="○"/>
              <a:defRPr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Char char="■"/>
              <a:defRPr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29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Flipkart CSAT &amp; SLA Performance Analysis</a:t>
            </a:r>
            <a:endParaRPr lang="en-US" sz="18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993" name="Google Shape;993;p29"/>
          <p:cNvSpPr txBox="1">
            <a:spLocks noGrp="1"/>
          </p:cNvSpPr>
          <p:nvPr>
            <p:ph type="body" idx="1"/>
          </p:nvPr>
        </p:nvSpPr>
        <p:spPr>
          <a:xfrm>
            <a:off x="716900" y="1128048"/>
            <a:ext cx="7704000" cy="31620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algn="just" fontAlgn="base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GB" sz="1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Highlights:</a:t>
            </a:r>
            <a:endParaRPr lang="en-US" alt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GB" sz="1400" dirty="0">
                <a:latin typeface="Arial" panose="020B0604020202020204" pitchFamily="34" charset="0"/>
                <a:cs typeface="Arial" panose="020B0604020202020204" pitchFamily="34" charset="0"/>
              </a:rPr>
              <a:t>0,001 calls analyzed across 4 call centers.</a:t>
            </a:r>
            <a:endParaRPr lang="en-US" alt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Arial" panose="020B0604020202020204" pitchFamily="34" charset="0"/>
                <a:cs typeface="Arial" panose="020B0604020202020204" pitchFamily="34" charset="0"/>
              </a:rPr>
              <a:t>62.38% calls handled within SLA.</a:t>
            </a:r>
            <a:endParaRPr lang="en-US" alt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Average CSAT = 209.5</a:t>
            </a:r>
            <a:endParaRPr lang="en-US" alt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Positive Sentiment = 21.53%</a:t>
            </a:r>
            <a:endParaRPr lang="en-US" alt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Average Call Duration = 25 mins</a:t>
            </a:r>
            <a:endParaRPr lang="en-US" alt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Screenshot (1)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75" y="1673860"/>
            <a:ext cx="5508625" cy="393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1"/>
          <p:cNvSpPr txBox="1">
            <a:spLocks noGrp="1"/>
          </p:cNvSpPr>
          <p:nvPr>
            <p:ph type="title"/>
          </p:nvPr>
        </p:nvSpPr>
        <p:spPr>
          <a:xfrm flipH="1">
            <a:off x="1591309" y="266700"/>
            <a:ext cx="5826042" cy="8762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dirty="0"/>
              <a:t>Service Performance by Call Center</a:t>
            </a:r>
            <a:endParaRPr lang="en-US" altLang="en-GB" sz="1800" dirty="0"/>
          </a:p>
        </p:txBody>
      </p:sp>
      <p:sp>
        <p:nvSpPr>
          <p:cNvPr id="1020" name="Google Shape;1020;p31"/>
          <p:cNvSpPr txBox="1">
            <a:spLocks noGrp="1"/>
          </p:cNvSpPr>
          <p:nvPr>
            <p:ph type="body" idx="1"/>
          </p:nvPr>
        </p:nvSpPr>
        <p:spPr>
          <a:xfrm flipH="1">
            <a:off x="723900" y="3365500"/>
            <a:ext cx="8356600" cy="1135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+mn-lt"/>
                <a:cs typeface="Arial" panose="020B0604020202020204" pitchFamily="34" charset="0"/>
              </a:rPr>
              <a:t>Delhi performs best: 64.17% within SLA &amp; highest CSAT (6.0).</a:t>
            </a:r>
            <a:endParaRPr lang="en-US" altLang="en-GB" sz="1400" dirty="0">
              <a:latin typeface="+mn-lt"/>
              <a:cs typeface="Arial" panose="020B0604020202020204" pitchFamily="34" charset="0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Arial" panose="020B0604020202020204" pitchFamily="34" charset="0"/>
              <a:buChar char="•"/>
            </a:pPr>
            <a:endParaRPr lang="en-US" altLang="en-GB" sz="1400" dirty="0">
              <a:latin typeface="+mn-lt"/>
              <a:cs typeface="Arial" panose="020B0604020202020204" pitchFamily="34" charset="0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+mn-lt"/>
                <a:cs typeface="Arial" panose="020B0604020202020204" pitchFamily="34" charset="0"/>
              </a:rPr>
              <a:t>Chennai underperforms: only 55.56% within SLA, lowest CSAT (4.83).</a:t>
            </a:r>
            <a:endParaRPr lang="en-US" altLang="en-GB" sz="1400" dirty="0">
              <a:latin typeface="+mn-lt"/>
              <a:cs typeface="Arial" panose="020B0604020202020204" pitchFamily="34" charset="0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Arial" panose="020B0604020202020204" pitchFamily="34" charset="0"/>
              <a:buChar char="•"/>
            </a:pPr>
            <a:endParaRPr lang="en-US" altLang="en-GB" sz="1400" dirty="0">
              <a:latin typeface="+mn-lt"/>
              <a:cs typeface="Arial" panose="020B0604020202020204" pitchFamily="34" charset="0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+mn-lt"/>
                <a:cs typeface="Arial" panose="020B0604020202020204" pitchFamily="34" charset="0"/>
              </a:rPr>
              <a:t>Longer response delays correlate with customer dissatisfaction.</a:t>
            </a:r>
            <a:endParaRPr lang="en-US" altLang="en-GB" sz="14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" name="Picture 1" descr="Screenshot (1)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766445"/>
            <a:ext cx="4286250" cy="2598420"/>
          </a:xfrm>
          <a:prstGeom prst="rect">
            <a:avLst/>
          </a:prstGeom>
        </p:spPr>
      </p:pic>
      <p:pic>
        <p:nvPicPr>
          <p:cNvPr id="4" name="Picture 3" descr="Screenshot (2)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95" y="766445"/>
            <a:ext cx="4175760" cy="2599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oogle Shape;1073;p32"/>
          <p:cNvGrpSpPr/>
          <p:nvPr/>
        </p:nvGrpSpPr>
        <p:grpSpPr>
          <a:xfrm>
            <a:off x="2944519" y="3771366"/>
            <a:ext cx="618903" cy="828066"/>
            <a:chOff x="150500" y="3822988"/>
            <a:chExt cx="569630" cy="762141"/>
          </a:xfrm>
        </p:grpSpPr>
        <p:sp>
          <p:nvSpPr>
            <p:cNvPr id="1074" name="Google Shape;1074;p32"/>
            <p:cNvSpPr/>
            <p:nvPr/>
          </p:nvSpPr>
          <p:spPr>
            <a:xfrm>
              <a:off x="461248" y="3822988"/>
              <a:ext cx="258881" cy="404536"/>
            </a:xfrm>
            <a:custGeom>
              <a:avLst/>
              <a:gdLst/>
              <a:ahLst/>
              <a:cxnLst/>
              <a:rect l="l" t="t" r="r" b="b"/>
              <a:pathLst>
                <a:path w="4287" h="6699" extrusionOk="0">
                  <a:moveTo>
                    <a:pt x="3332" y="0"/>
                  </a:moveTo>
                  <a:lnTo>
                    <a:pt x="3224" y="12"/>
                  </a:lnTo>
                  <a:lnTo>
                    <a:pt x="3105" y="24"/>
                  </a:lnTo>
                  <a:lnTo>
                    <a:pt x="2997" y="48"/>
                  </a:lnTo>
                  <a:lnTo>
                    <a:pt x="2890" y="84"/>
                  </a:lnTo>
                  <a:lnTo>
                    <a:pt x="2794" y="131"/>
                  </a:lnTo>
                  <a:lnTo>
                    <a:pt x="2687" y="179"/>
                  </a:lnTo>
                  <a:lnTo>
                    <a:pt x="2591" y="239"/>
                  </a:lnTo>
                  <a:lnTo>
                    <a:pt x="2388" y="382"/>
                  </a:lnTo>
                  <a:lnTo>
                    <a:pt x="2209" y="549"/>
                  </a:lnTo>
                  <a:lnTo>
                    <a:pt x="2030" y="716"/>
                  </a:lnTo>
                  <a:lnTo>
                    <a:pt x="1875" y="907"/>
                  </a:lnTo>
                  <a:lnTo>
                    <a:pt x="1720" y="1099"/>
                  </a:lnTo>
                  <a:lnTo>
                    <a:pt x="1553" y="1325"/>
                  </a:lnTo>
                  <a:lnTo>
                    <a:pt x="1398" y="1564"/>
                  </a:lnTo>
                  <a:lnTo>
                    <a:pt x="1242" y="1803"/>
                  </a:lnTo>
                  <a:lnTo>
                    <a:pt x="1099" y="2042"/>
                  </a:lnTo>
                  <a:lnTo>
                    <a:pt x="956" y="2292"/>
                  </a:lnTo>
                  <a:lnTo>
                    <a:pt x="824" y="2531"/>
                  </a:lnTo>
                  <a:lnTo>
                    <a:pt x="705" y="2782"/>
                  </a:lnTo>
                  <a:lnTo>
                    <a:pt x="598" y="3033"/>
                  </a:lnTo>
                  <a:lnTo>
                    <a:pt x="490" y="3283"/>
                  </a:lnTo>
                  <a:lnTo>
                    <a:pt x="407" y="3546"/>
                  </a:lnTo>
                  <a:lnTo>
                    <a:pt x="323" y="3797"/>
                  </a:lnTo>
                  <a:lnTo>
                    <a:pt x="239" y="4048"/>
                  </a:lnTo>
                  <a:lnTo>
                    <a:pt x="180" y="4310"/>
                  </a:lnTo>
                  <a:lnTo>
                    <a:pt x="120" y="4561"/>
                  </a:lnTo>
                  <a:lnTo>
                    <a:pt x="72" y="4824"/>
                  </a:lnTo>
                  <a:lnTo>
                    <a:pt x="36" y="5074"/>
                  </a:lnTo>
                  <a:lnTo>
                    <a:pt x="13" y="5349"/>
                  </a:lnTo>
                  <a:lnTo>
                    <a:pt x="1" y="5624"/>
                  </a:lnTo>
                  <a:lnTo>
                    <a:pt x="13" y="5767"/>
                  </a:lnTo>
                  <a:lnTo>
                    <a:pt x="24" y="5886"/>
                  </a:lnTo>
                  <a:lnTo>
                    <a:pt x="60" y="6018"/>
                  </a:lnTo>
                  <a:lnTo>
                    <a:pt x="96" y="6137"/>
                  </a:lnTo>
                  <a:lnTo>
                    <a:pt x="144" y="6256"/>
                  </a:lnTo>
                  <a:lnTo>
                    <a:pt x="215" y="6364"/>
                  </a:lnTo>
                  <a:lnTo>
                    <a:pt x="299" y="6459"/>
                  </a:lnTo>
                  <a:lnTo>
                    <a:pt x="395" y="6543"/>
                  </a:lnTo>
                  <a:lnTo>
                    <a:pt x="502" y="6603"/>
                  </a:lnTo>
                  <a:lnTo>
                    <a:pt x="621" y="6662"/>
                  </a:lnTo>
                  <a:lnTo>
                    <a:pt x="753" y="6686"/>
                  </a:lnTo>
                  <a:lnTo>
                    <a:pt x="884" y="6698"/>
                  </a:lnTo>
                  <a:lnTo>
                    <a:pt x="956" y="6686"/>
                  </a:lnTo>
                  <a:lnTo>
                    <a:pt x="1039" y="6662"/>
                  </a:lnTo>
                  <a:lnTo>
                    <a:pt x="1123" y="6615"/>
                  </a:lnTo>
                  <a:lnTo>
                    <a:pt x="1206" y="6567"/>
                  </a:lnTo>
                  <a:lnTo>
                    <a:pt x="1398" y="6424"/>
                  </a:lnTo>
                  <a:lnTo>
                    <a:pt x="1589" y="6244"/>
                  </a:lnTo>
                  <a:lnTo>
                    <a:pt x="1803" y="6030"/>
                  </a:lnTo>
                  <a:lnTo>
                    <a:pt x="2018" y="5779"/>
                  </a:lnTo>
                  <a:lnTo>
                    <a:pt x="2245" y="5504"/>
                  </a:lnTo>
                  <a:lnTo>
                    <a:pt x="2460" y="5206"/>
                  </a:lnTo>
                  <a:lnTo>
                    <a:pt x="2687" y="4895"/>
                  </a:lnTo>
                  <a:lnTo>
                    <a:pt x="2902" y="4573"/>
                  </a:lnTo>
                  <a:lnTo>
                    <a:pt x="3105" y="4239"/>
                  </a:lnTo>
                  <a:lnTo>
                    <a:pt x="3296" y="3904"/>
                  </a:lnTo>
                  <a:lnTo>
                    <a:pt x="3487" y="3570"/>
                  </a:lnTo>
                  <a:lnTo>
                    <a:pt x="3642" y="3248"/>
                  </a:lnTo>
                  <a:lnTo>
                    <a:pt x="3785" y="2937"/>
                  </a:lnTo>
                  <a:lnTo>
                    <a:pt x="3917" y="2651"/>
                  </a:lnTo>
                  <a:lnTo>
                    <a:pt x="4072" y="2221"/>
                  </a:lnTo>
                  <a:lnTo>
                    <a:pt x="4144" y="2006"/>
                  </a:lnTo>
                  <a:lnTo>
                    <a:pt x="4203" y="1791"/>
                  </a:lnTo>
                  <a:lnTo>
                    <a:pt x="4251" y="1576"/>
                  </a:lnTo>
                  <a:lnTo>
                    <a:pt x="4275" y="1373"/>
                  </a:lnTo>
                  <a:lnTo>
                    <a:pt x="4287" y="1158"/>
                  </a:lnTo>
                  <a:lnTo>
                    <a:pt x="4287" y="955"/>
                  </a:lnTo>
                  <a:lnTo>
                    <a:pt x="4263" y="860"/>
                  </a:lnTo>
                  <a:lnTo>
                    <a:pt x="4239" y="764"/>
                  </a:lnTo>
                  <a:lnTo>
                    <a:pt x="4215" y="669"/>
                  </a:lnTo>
                  <a:lnTo>
                    <a:pt x="4167" y="573"/>
                  </a:lnTo>
                  <a:lnTo>
                    <a:pt x="4132" y="490"/>
                  </a:lnTo>
                  <a:lnTo>
                    <a:pt x="4072" y="406"/>
                  </a:lnTo>
                  <a:lnTo>
                    <a:pt x="4012" y="322"/>
                  </a:lnTo>
                  <a:lnTo>
                    <a:pt x="3953" y="263"/>
                  </a:lnTo>
                  <a:lnTo>
                    <a:pt x="3881" y="191"/>
                  </a:lnTo>
                  <a:lnTo>
                    <a:pt x="3797" y="143"/>
                  </a:lnTo>
                  <a:lnTo>
                    <a:pt x="3714" y="96"/>
                  </a:lnTo>
                  <a:lnTo>
                    <a:pt x="3630" y="60"/>
                  </a:lnTo>
                  <a:lnTo>
                    <a:pt x="3535" y="24"/>
                  </a:lnTo>
                  <a:lnTo>
                    <a:pt x="3427" y="12"/>
                  </a:lnTo>
                  <a:lnTo>
                    <a:pt x="33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465596" y="3936877"/>
              <a:ext cx="165884" cy="523499"/>
            </a:xfrm>
            <a:custGeom>
              <a:avLst/>
              <a:gdLst/>
              <a:ahLst/>
              <a:cxnLst/>
              <a:rect l="l" t="t" r="r" b="b"/>
              <a:pathLst>
                <a:path w="2747" h="8669" extrusionOk="0">
                  <a:moveTo>
                    <a:pt x="2734" y="1"/>
                  </a:moveTo>
                  <a:lnTo>
                    <a:pt x="2722" y="12"/>
                  </a:lnTo>
                  <a:lnTo>
                    <a:pt x="2448" y="454"/>
                  </a:lnTo>
                  <a:lnTo>
                    <a:pt x="2185" y="896"/>
                  </a:lnTo>
                  <a:lnTo>
                    <a:pt x="1934" y="1350"/>
                  </a:lnTo>
                  <a:lnTo>
                    <a:pt x="1696" y="1803"/>
                  </a:lnTo>
                  <a:lnTo>
                    <a:pt x="1469" y="2269"/>
                  </a:lnTo>
                  <a:lnTo>
                    <a:pt x="1254" y="2735"/>
                  </a:lnTo>
                  <a:lnTo>
                    <a:pt x="1051" y="3200"/>
                  </a:lnTo>
                  <a:lnTo>
                    <a:pt x="860" y="3678"/>
                  </a:lnTo>
                  <a:lnTo>
                    <a:pt x="717" y="4084"/>
                  </a:lnTo>
                  <a:lnTo>
                    <a:pt x="573" y="4490"/>
                  </a:lnTo>
                  <a:lnTo>
                    <a:pt x="454" y="4896"/>
                  </a:lnTo>
                  <a:lnTo>
                    <a:pt x="335" y="5314"/>
                  </a:lnTo>
                  <a:lnTo>
                    <a:pt x="239" y="5732"/>
                  </a:lnTo>
                  <a:lnTo>
                    <a:pt x="155" y="6149"/>
                  </a:lnTo>
                  <a:lnTo>
                    <a:pt x="96" y="6567"/>
                  </a:lnTo>
                  <a:lnTo>
                    <a:pt x="36" y="6997"/>
                  </a:lnTo>
                  <a:lnTo>
                    <a:pt x="12" y="7403"/>
                  </a:lnTo>
                  <a:lnTo>
                    <a:pt x="0" y="7821"/>
                  </a:lnTo>
                  <a:lnTo>
                    <a:pt x="12" y="8239"/>
                  </a:lnTo>
                  <a:lnTo>
                    <a:pt x="36" y="8645"/>
                  </a:lnTo>
                  <a:lnTo>
                    <a:pt x="48" y="8657"/>
                  </a:lnTo>
                  <a:lnTo>
                    <a:pt x="60" y="8669"/>
                  </a:lnTo>
                  <a:lnTo>
                    <a:pt x="72" y="8657"/>
                  </a:lnTo>
                  <a:lnTo>
                    <a:pt x="72" y="8645"/>
                  </a:lnTo>
                  <a:lnTo>
                    <a:pt x="48" y="8263"/>
                  </a:lnTo>
                  <a:lnTo>
                    <a:pt x="36" y="7881"/>
                  </a:lnTo>
                  <a:lnTo>
                    <a:pt x="36" y="7499"/>
                  </a:lnTo>
                  <a:lnTo>
                    <a:pt x="72" y="7105"/>
                  </a:lnTo>
                  <a:lnTo>
                    <a:pt x="108" y="6722"/>
                  </a:lnTo>
                  <a:lnTo>
                    <a:pt x="155" y="6340"/>
                  </a:lnTo>
                  <a:lnTo>
                    <a:pt x="227" y="5970"/>
                  </a:lnTo>
                  <a:lnTo>
                    <a:pt x="311" y="5588"/>
                  </a:lnTo>
                  <a:lnTo>
                    <a:pt x="418" y="5146"/>
                  </a:lnTo>
                  <a:lnTo>
                    <a:pt x="549" y="4693"/>
                  </a:lnTo>
                  <a:lnTo>
                    <a:pt x="693" y="4251"/>
                  </a:lnTo>
                  <a:lnTo>
                    <a:pt x="848" y="3821"/>
                  </a:lnTo>
                  <a:lnTo>
                    <a:pt x="1015" y="3379"/>
                  </a:lnTo>
                  <a:lnTo>
                    <a:pt x="1194" y="2962"/>
                  </a:lnTo>
                  <a:lnTo>
                    <a:pt x="1385" y="2532"/>
                  </a:lnTo>
                  <a:lnTo>
                    <a:pt x="1588" y="2114"/>
                  </a:lnTo>
                  <a:lnTo>
                    <a:pt x="1851" y="1577"/>
                  </a:lnTo>
                  <a:lnTo>
                    <a:pt x="2137" y="1051"/>
                  </a:lnTo>
                  <a:lnTo>
                    <a:pt x="2436" y="538"/>
                  </a:lnTo>
                  <a:lnTo>
                    <a:pt x="2746" y="24"/>
                  </a:lnTo>
                  <a:lnTo>
                    <a:pt x="2746" y="12"/>
                  </a:lnTo>
                  <a:lnTo>
                    <a:pt x="274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150500" y="4117130"/>
              <a:ext cx="129108" cy="191851"/>
            </a:xfrm>
            <a:custGeom>
              <a:avLst/>
              <a:gdLst/>
              <a:ahLst/>
              <a:cxnLst/>
              <a:rect l="l" t="t" r="r" b="b"/>
              <a:pathLst>
                <a:path w="2138" h="3177" extrusionOk="0">
                  <a:moveTo>
                    <a:pt x="1827" y="0"/>
                  </a:moveTo>
                  <a:lnTo>
                    <a:pt x="1660" y="24"/>
                  </a:lnTo>
                  <a:lnTo>
                    <a:pt x="1493" y="48"/>
                  </a:lnTo>
                  <a:lnTo>
                    <a:pt x="1326" y="96"/>
                  </a:lnTo>
                  <a:lnTo>
                    <a:pt x="1159" y="156"/>
                  </a:lnTo>
                  <a:lnTo>
                    <a:pt x="1004" y="239"/>
                  </a:lnTo>
                  <a:lnTo>
                    <a:pt x="860" y="323"/>
                  </a:lnTo>
                  <a:lnTo>
                    <a:pt x="717" y="418"/>
                  </a:lnTo>
                  <a:lnTo>
                    <a:pt x="598" y="538"/>
                  </a:lnTo>
                  <a:lnTo>
                    <a:pt x="478" y="657"/>
                  </a:lnTo>
                  <a:lnTo>
                    <a:pt x="371" y="788"/>
                  </a:lnTo>
                  <a:lnTo>
                    <a:pt x="275" y="932"/>
                  </a:lnTo>
                  <a:lnTo>
                    <a:pt x="192" y="1087"/>
                  </a:lnTo>
                  <a:lnTo>
                    <a:pt x="120" y="1242"/>
                  </a:lnTo>
                  <a:lnTo>
                    <a:pt x="72" y="1409"/>
                  </a:lnTo>
                  <a:lnTo>
                    <a:pt x="24" y="1576"/>
                  </a:lnTo>
                  <a:lnTo>
                    <a:pt x="13" y="1720"/>
                  </a:lnTo>
                  <a:lnTo>
                    <a:pt x="1" y="1875"/>
                  </a:lnTo>
                  <a:lnTo>
                    <a:pt x="1" y="2018"/>
                  </a:lnTo>
                  <a:lnTo>
                    <a:pt x="24" y="2173"/>
                  </a:lnTo>
                  <a:lnTo>
                    <a:pt x="60" y="2317"/>
                  </a:lnTo>
                  <a:lnTo>
                    <a:pt x="108" y="2460"/>
                  </a:lnTo>
                  <a:lnTo>
                    <a:pt x="168" y="2591"/>
                  </a:lnTo>
                  <a:lnTo>
                    <a:pt x="251" y="2711"/>
                  </a:lnTo>
                  <a:lnTo>
                    <a:pt x="347" y="2830"/>
                  </a:lnTo>
                  <a:lnTo>
                    <a:pt x="454" y="2938"/>
                  </a:lnTo>
                  <a:lnTo>
                    <a:pt x="574" y="3021"/>
                  </a:lnTo>
                  <a:lnTo>
                    <a:pt x="705" y="3093"/>
                  </a:lnTo>
                  <a:lnTo>
                    <a:pt x="848" y="3141"/>
                  </a:lnTo>
                  <a:lnTo>
                    <a:pt x="992" y="3164"/>
                  </a:lnTo>
                  <a:lnTo>
                    <a:pt x="1135" y="3176"/>
                  </a:lnTo>
                  <a:lnTo>
                    <a:pt x="1278" y="3152"/>
                  </a:lnTo>
                  <a:lnTo>
                    <a:pt x="1433" y="3117"/>
                  </a:lnTo>
                  <a:lnTo>
                    <a:pt x="1565" y="3045"/>
                  </a:lnTo>
                  <a:lnTo>
                    <a:pt x="1684" y="2961"/>
                  </a:lnTo>
                  <a:lnTo>
                    <a:pt x="1803" y="2854"/>
                  </a:lnTo>
                  <a:lnTo>
                    <a:pt x="1899" y="2735"/>
                  </a:lnTo>
                  <a:lnTo>
                    <a:pt x="1983" y="2603"/>
                  </a:lnTo>
                  <a:lnTo>
                    <a:pt x="2042" y="2460"/>
                  </a:lnTo>
                  <a:lnTo>
                    <a:pt x="2090" y="2317"/>
                  </a:lnTo>
                  <a:lnTo>
                    <a:pt x="2126" y="2161"/>
                  </a:lnTo>
                  <a:lnTo>
                    <a:pt x="2138" y="2006"/>
                  </a:lnTo>
                  <a:lnTo>
                    <a:pt x="2138" y="1851"/>
                  </a:lnTo>
                  <a:lnTo>
                    <a:pt x="2126" y="1708"/>
                  </a:lnTo>
                  <a:lnTo>
                    <a:pt x="2114" y="1553"/>
                  </a:lnTo>
                  <a:lnTo>
                    <a:pt x="2078" y="1397"/>
                  </a:lnTo>
                  <a:lnTo>
                    <a:pt x="2042" y="1242"/>
                  </a:lnTo>
                  <a:lnTo>
                    <a:pt x="1995" y="1099"/>
                  </a:lnTo>
                  <a:lnTo>
                    <a:pt x="1911" y="824"/>
                  </a:lnTo>
                  <a:lnTo>
                    <a:pt x="1875" y="681"/>
                  </a:lnTo>
                  <a:lnTo>
                    <a:pt x="1851" y="538"/>
                  </a:lnTo>
                  <a:lnTo>
                    <a:pt x="1851" y="394"/>
                  </a:lnTo>
                  <a:lnTo>
                    <a:pt x="1863" y="323"/>
                  </a:lnTo>
                  <a:lnTo>
                    <a:pt x="1875" y="251"/>
                  </a:lnTo>
                  <a:lnTo>
                    <a:pt x="1899" y="191"/>
                  </a:lnTo>
                  <a:lnTo>
                    <a:pt x="1935" y="120"/>
                  </a:lnTo>
                  <a:lnTo>
                    <a:pt x="1971" y="72"/>
                  </a:lnTo>
                  <a:lnTo>
                    <a:pt x="2018" y="12"/>
                  </a:lnTo>
                  <a:lnTo>
                    <a:pt x="1995" y="0"/>
                  </a:lnTo>
                  <a:close/>
                </a:path>
              </a:pathLst>
            </a:custGeom>
            <a:solidFill>
              <a:srgbClr val="B4DDDD">
                <a:alpha val="6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150500" y="4117130"/>
              <a:ext cx="129108" cy="191851"/>
            </a:xfrm>
            <a:custGeom>
              <a:avLst/>
              <a:gdLst/>
              <a:ahLst/>
              <a:cxnLst/>
              <a:rect l="l" t="t" r="r" b="b"/>
              <a:pathLst>
                <a:path w="2138" h="3177" fill="none" extrusionOk="0">
                  <a:moveTo>
                    <a:pt x="1995" y="0"/>
                  </a:moveTo>
                  <a:lnTo>
                    <a:pt x="1995" y="0"/>
                  </a:lnTo>
                  <a:lnTo>
                    <a:pt x="1827" y="0"/>
                  </a:lnTo>
                  <a:lnTo>
                    <a:pt x="1660" y="24"/>
                  </a:lnTo>
                  <a:lnTo>
                    <a:pt x="1493" y="48"/>
                  </a:lnTo>
                  <a:lnTo>
                    <a:pt x="1326" y="96"/>
                  </a:lnTo>
                  <a:lnTo>
                    <a:pt x="1159" y="156"/>
                  </a:lnTo>
                  <a:lnTo>
                    <a:pt x="1004" y="239"/>
                  </a:lnTo>
                  <a:lnTo>
                    <a:pt x="860" y="323"/>
                  </a:lnTo>
                  <a:lnTo>
                    <a:pt x="717" y="418"/>
                  </a:lnTo>
                  <a:lnTo>
                    <a:pt x="717" y="418"/>
                  </a:lnTo>
                  <a:lnTo>
                    <a:pt x="598" y="538"/>
                  </a:lnTo>
                  <a:lnTo>
                    <a:pt x="478" y="657"/>
                  </a:lnTo>
                  <a:lnTo>
                    <a:pt x="371" y="788"/>
                  </a:lnTo>
                  <a:lnTo>
                    <a:pt x="275" y="932"/>
                  </a:lnTo>
                  <a:lnTo>
                    <a:pt x="192" y="1087"/>
                  </a:lnTo>
                  <a:lnTo>
                    <a:pt x="120" y="1242"/>
                  </a:lnTo>
                  <a:lnTo>
                    <a:pt x="72" y="1409"/>
                  </a:lnTo>
                  <a:lnTo>
                    <a:pt x="24" y="1576"/>
                  </a:lnTo>
                  <a:lnTo>
                    <a:pt x="24" y="1576"/>
                  </a:lnTo>
                  <a:lnTo>
                    <a:pt x="13" y="1720"/>
                  </a:lnTo>
                  <a:lnTo>
                    <a:pt x="1" y="1875"/>
                  </a:lnTo>
                  <a:lnTo>
                    <a:pt x="1" y="2018"/>
                  </a:lnTo>
                  <a:lnTo>
                    <a:pt x="24" y="2173"/>
                  </a:lnTo>
                  <a:lnTo>
                    <a:pt x="60" y="2317"/>
                  </a:lnTo>
                  <a:lnTo>
                    <a:pt x="108" y="2460"/>
                  </a:lnTo>
                  <a:lnTo>
                    <a:pt x="168" y="2591"/>
                  </a:lnTo>
                  <a:lnTo>
                    <a:pt x="251" y="2711"/>
                  </a:lnTo>
                  <a:lnTo>
                    <a:pt x="251" y="2711"/>
                  </a:lnTo>
                  <a:lnTo>
                    <a:pt x="347" y="2830"/>
                  </a:lnTo>
                  <a:lnTo>
                    <a:pt x="454" y="2938"/>
                  </a:lnTo>
                  <a:lnTo>
                    <a:pt x="574" y="3021"/>
                  </a:lnTo>
                  <a:lnTo>
                    <a:pt x="705" y="3093"/>
                  </a:lnTo>
                  <a:lnTo>
                    <a:pt x="848" y="3141"/>
                  </a:lnTo>
                  <a:lnTo>
                    <a:pt x="992" y="3164"/>
                  </a:lnTo>
                  <a:lnTo>
                    <a:pt x="1135" y="3176"/>
                  </a:lnTo>
                  <a:lnTo>
                    <a:pt x="1278" y="3152"/>
                  </a:lnTo>
                  <a:lnTo>
                    <a:pt x="1278" y="3152"/>
                  </a:lnTo>
                  <a:lnTo>
                    <a:pt x="1433" y="3117"/>
                  </a:lnTo>
                  <a:lnTo>
                    <a:pt x="1565" y="3045"/>
                  </a:lnTo>
                  <a:lnTo>
                    <a:pt x="1684" y="2961"/>
                  </a:lnTo>
                  <a:lnTo>
                    <a:pt x="1803" y="2854"/>
                  </a:lnTo>
                  <a:lnTo>
                    <a:pt x="1899" y="2735"/>
                  </a:lnTo>
                  <a:lnTo>
                    <a:pt x="1983" y="2603"/>
                  </a:lnTo>
                  <a:lnTo>
                    <a:pt x="2042" y="2460"/>
                  </a:lnTo>
                  <a:lnTo>
                    <a:pt x="2090" y="2317"/>
                  </a:lnTo>
                  <a:lnTo>
                    <a:pt x="2090" y="2317"/>
                  </a:lnTo>
                  <a:lnTo>
                    <a:pt x="2126" y="2161"/>
                  </a:lnTo>
                  <a:lnTo>
                    <a:pt x="2138" y="2006"/>
                  </a:lnTo>
                  <a:lnTo>
                    <a:pt x="2138" y="1851"/>
                  </a:lnTo>
                  <a:lnTo>
                    <a:pt x="2126" y="1708"/>
                  </a:lnTo>
                  <a:lnTo>
                    <a:pt x="2114" y="1553"/>
                  </a:lnTo>
                  <a:lnTo>
                    <a:pt x="2078" y="1397"/>
                  </a:lnTo>
                  <a:lnTo>
                    <a:pt x="2042" y="1242"/>
                  </a:lnTo>
                  <a:lnTo>
                    <a:pt x="1995" y="1099"/>
                  </a:lnTo>
                  <a:lnTo>
                    <a:pt x="1995" y="1099"/>
                  </a:lnTo>
                  <a:lnTo>
                    <a:pt x="1911" y="824"/>
                  </a:lnTo>
                  <a:lnTo>
                    <a:pt x="1875" y="681"/>
                  </a:lnTo>
                  <a:lnTo>
                    <a:pt x="1851" y="538"/>
                  </a:lnTo>
                  <a:lnTo>
                    <a:pt x="1851" y="538"/>
                  </a:lnTo>
                  <a:lnTo>
                    <a:pt x="1851" y="394"/>
                  </a:lnTo>
                  <a:lnTo>
                    <a:pt x="1863" y="323"/>
                  </a:lnTo>
                  <a:lnTo>
                    <a:pt x="1875" y="251"/>
                  </a:lnTo>
                  <a:lnTo>
                    <a:pt x="1899" y="191"/>
                  </a:lnTo>
                  <a:lnTo>
                    <a:pt x="1935" y="120"/>
                  </a:lnTo>
                  <a:lnTo>
                    <a:pt x="1971" y="72"/>
                  </a:lnTo>
                  <a:lnTo>
                    <a:pt x="2018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156297" y="4084703"/>
              <a:ext cx="269691" cy="191851"/>
            </a:xfrm>
            <a:custGeom>
              <a:avLst/>
              <a:gdLst/>
              <a:ahLst/>
              <a:cxnLst/>
              <a:rect l="l" t="t" r="r" b="b"/>
              <a:pathLst>
                <a:path w="4466" h="3177" extrusionOk="0">
                  <a:moveTo>
                    <a:pt x="2281" y="0"/>
                  </a:moveTo>
                  <a:lnTo>
                    <a:pt x="2149" y="24"/>
                  </a:lnTo>
                  <a:lnTo>
                    <a:pt x="2018" y="48"/>
                  </a:lnTo>
                  <a:lnTo>
                    <a:pt x="1899" y="72"/>
                  </a:lnTo>
                  <a:lnTo>
                    <a:pt x="1767" y="108"/>
                  </a:lnTo>
                  <a:lnTo>
                    <a:pt x="1648" y="155"/>
                  </a:lnTo>
                  <a:lnTo>
                    <a:pt x="1528" y="215"/>
                  </a:lnTo>
                  <a:lnTo>
                    <a:pt x="1409" y="263"/>
                  </a:lnTo>
                  <a:lnTo>
                    <a:pt x="1290" y="334"/>
                  </a:lnTo>
                  <a:lnTo>
                    <a:pt x="1075" y="478"/>
                  </a:lnTo>
                  <a:lnTo>
                    <a:pt x="872" y="621"/>
                  </a:lnTo>
                  <a:lnTo>
                    <a:pt x="681" y="788"/>
                  </a:lnTo>
                  <a:lnTo>
                    <a:pt x="502" y="967"/>
                  </a:lnTo>
                  <a:lnTo>
                    <a:pt x="346" y="1158"/>
                  </a:lnTo>
                  <a:lnTo>
                    <a:pt x="275" y="1266"/>
                  </a:lnTo>
                  <a:lnTo>
                    <a:pt x="203" y="1385"/>
                  </a:lnTo>
                  <a:lnTo>
                    <a:pt x="143" y="1493"/>
                  </a:lnTo>
                  <a:lnTo>
                    <a:pt x="96" y="1624"/>
                  </a:lnTo>
                  <a:lnTo>
                    <a:pt x="36" y="1755"/>
                  </a:lnTo>
                  <a:lnTo>
                    <a:pt x="0" y="1899"/>
                  </a:lnTo>
                  <a:lnTo>
                    <a:pt x="36" y="1827"/>
                  </a:lnTo>
                  <a:lnTo>
                    <a:pt x="72" y="1755"/>
                  </a:lnTo>
                  <a:lnTo>
                    <a:pt x="179" y="1636"/>
                  </a:lnTo>
                  <a:lnTo>
                    <a:pt x="299" y="1540"/>
                  </a:lnTo>
                  <a:lnTo>
                    <a:pt x="430" y="1457"/>
                  </a:lnTo>
                  <a:lnTo>
                    <a:pt x="573" y="1385"/>
                  </a:lnTo>
                  <a:lnTo>
                    <a:pt x="728" y="1337"/>
                  </a:lnTo>
                  <a:lnTo>
                    <a:pt x="884" y="1302"/>
                  </a:lnTo>
                  <a:lnTo>
                    <a:pt x="1039" y="1290"/>
                  </a:lnTo>
                  <a:lnTo>
                    <a:pt x="1194" y="1290"/>
                  </a:lnTo>
                  <a:lnTo>
                    <a:pt x="1349" y="1313"/>
                  </a:lnTo>
                  <a:lnTo>
                    <a:pt x="1493" y="1349"/>
                  </a:lnTo>
                  <a:lnTo>
                    <a:pt x="1636" y="1397"/>
                  </a:lnTo>
                  <a:lnTo>
                    <a:pt x="1779" y="1469"/>
                  </a:lnTo>
                  <a:lnTo>
                    <a:pt x="1910" y="1540"/>
                  </a:lnTo>
                  <a:lnTo>
                    <a:pt x="2030" y="1624"/>
                  </a:lnTo>
                  <a:lnTo>
                    <a:pt x="2149" y="1719"/>
                  </a:lnTo>
                  <a:lnTo>
                    <a:pt x="2269" y="1827"/>
                  </a:lnTo>
                  <a:lnTo>
                    <a:pt x="2376" y="1934"/>
                  </a:lnTo>
                  <a:lnTo>
                    <a:pt x="2567" y="2173"/>
                  </a:lnTo>
                  <a:lnTo>
                    <a:pt x="2758" y="2412"/>
                  </a:lnTo>
                  <a:lnTo>
                    <a:pt x="2937" y="2663"/>
                  </a:lnTo>
                  <a:lnTo>
                    <a:pt x="3033" y="2806"/>
                  </a:lnTo>
                  <a:lnTo>
                    <a:pt x="3152" y="2949"/>
                  </a:lnTo>
                  <a:lnTo>
                    <a:pt x="3212" y="3009"/>
                  </a:lnTo>
                  <a:lnTo>
                    <a:pt x="3284" y="3069"/>
                  </a:lnTo>
                  <a:lnTo>
                    <a:pt x="3355" y="3104"/>
                  </a:lnTo>
                  <a:lnTo>
                    <a:pt x="3439" y="3140"/>
                  </a:lnTo>
                  <a:lnTo>
                    <a:pt x="3510" y="3164"/>
                  </a:lnTo>
                  <a:lnTo>
                    <a:pt x="3594" y="3176"/>
                  </a:lnTo>
                  <a:lnTo>
                    <a:pt x="3749" y="3176"/>
                  </a:lnTo>
                  <a:lnTo>
                    <a:pt x="3821" y="3164"/>
                  </a:lnTo>
                  <a:lnTo>
                    <a:pt x="3892" y="3140"/>
                  </a:lnTo>
                  <a:lnTo>
                    <a:pt x="3964" y="3104"/>
                  </a:lnTo>
                  <a:lnTo>
                    <a:pt x="4036" y="3069"/>
                  </a:lnTo>
                  <a:lnTo>
                    <a:pt x="4131" y="2985"/>
                  </a:lnTo>
                  <a:lnTo>
                    <a:pt x="4215" y="2901"/>
                  </a:lnTo>
                  <a:lnTo>
                    <a:pt x="4286" y="2806"/>
                  </a:lnTo>
                  <a:lnTo>
                    <a:pt x="4346" y="2698"/>
                  </a:lnTo>
                  <a:lnTo>
                    <a:pt x="4394" y="2579"/>
                  </a:lnTo>
                  <a:lnTo>
                    <a:pt x="4430" y="2460"/>
                  </a:lnTo>
                  <a:lnTo>
                    <a:pt x="4454" y="2340"/>
                  </a:lnTo>
                  <a:lnTo>
                    <a:pt x="4466" y="2221"/>
                  </a:lnTo>
                  <a:lnTo>
                    <a:pt x="4466" y="2102"/>
                  </a:lnTo>
                  <a:lnTo>
                    <a:pt x="4454" y="1982"/>
                  </a:lnTo>
                  <a:lnTo>
                    <a:pt x="4430" y="1851"/>
                  </a:lnTo>
                  <a:lnTo>
                    <a:pt x="4394" y="1743"/>
                  </a:lnTo>
                  <a:lnTo>
                    <a:pt x="4322" y="1505"/>
                  </a:lnTo>
                  <a:lnTo>
                    <a:pt x="4227" y="1278"/>
                  </a:lnTo>
                  <a:lnTo>
                    <a:pt x="4143" y="1111"/>
                  </a:lnTo>
                  <a:lnTo>
                    <a:pt x="4048" y="955"/>
                  </a:lnTo>
                  <a:lnTo>
                    <a:pt x="3940" y="800"/>
                  </a:lnTo>
                  <a:lnTo>
                    <a:pt x="3833" y="657"/>
                  </a:lnTo>
                  <a:lnTo>
                    <a:pt x="3713" y="525"/>
                  </a:lnTo>
                  <a:lnTo>
                    <a:pt x="3582" y="394"/>
                  </a:lnTo>
                  <a:lnTo>
                    <a:pt x="3439" y="287"/>
                  </a:lnTo>
                  <a:lnTo>
                    <a:pt x="3284" y="191"/>
                  </a:lnTo>
                  <a:lnTo>
                    <a:pt x="3164" y="131"/>
                  </a:lnTo>
                  <a:lnTo>
                    <a:pt x="3045" y="84"/>
                  </a:lnTo>
                  <a:lnTo>
                    <a:pt x="2913" y="48"/>
                  </a:lnTo>
                  <a:lnTo>
                    <a:pt x="2794" y="24"/>
                  </a:lnTo>
                  <a:lnTo>
                    <a:pt x="2663" y="1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283894" y="4115681"/>
              <a:ext cx="184605" cy="227178"/>
            </a:xfrm>
            <a:custGeom>
              <a:avLst/>
              <a:gdLst/>
              <a:ahLst/>
              <a:cxnLst/>
              <a:rect l="l" t="t" r="r" b="b"/>
              <a:pathLst>
                <a:path w="3057" h="3762" extrusionOk="0">
                  <a:moveTo>
                    <a:pt x="0" y="1"/>
                  </a:moveTo>
                  <a:lnTo>
                    <a:pt x="0" y="12"/>
                  </a:lnTo>
                  <a:lnTo>
                    <a:pt x="0" y="24"/>
                  </a:lnTo>
                  <a:lnTo>
                    <a:pt x="12" y="36"/>
                  </a:lnTo>
                  <a:lnTo>
                    <a:pt x="239" y="144"/>
                  </a:lnTo>
                  <a:lnTo>
                    <a:pt x="466" y="263"/>
                  </a:lnTo>
                  <a:lnTo>
                    <a:pt x="681" y="395"/>
                  </a:lnTo>
                  <a:lnTo>
                    <a:pt x="884" y="550"/>
                  </a:lnTo>
                  <a:lnTo>
                    <a:pt x="1087" y="717"/>
                  </a:lnTo>
                  <a:lnTo>
                    <a:pt x="1266" y="884"/>
                  </a:lnTo>
                  <a:lnTo>
                    <a:pt x="1445" y="1075"/>
                  </a:lnTo>
                  <a:lnTo>
                    <a:pt x="1612" y="1266"/>
                  </a:lnTo>
                  <a:lnTo>
                    <a:pt x="1756" y="1457"/>
                  </a:lnTo>
                  <a:lnTo>
                    <a:pt x="1899" y="1660"/>
                  </a:lnTo>
                  <a:lnTo>
                    <a:pt x="2030" y="1863"/>
                  </a:lnTo>
                  <a:lnTo>
                    <a:pt x="2150" y="2066"/>
                  </a:lnTo>
                  <a:lnTo>
                    <a:pt x="2388" y="2484"/>
                  </a:lnTo>
                  <a:lnTo>
                    <a:pt x="2603" y="2914"/>
                  </a:lnTo>
                  <a:lnTo>
                    <a:pt x="2818" y="3332"/>
                  </a:lnTo>
                  <a:lnTo>
                    <a:pt x="3033" y="3750"/>
                  </a:lnTo>
                  <a:lnTo>
                    <a:pt x="3045" y="3761"/>
                  </a:lnTo>
                  <a:lnTo>
                    <a:pt x="3057" y="3761"/>
                  </a:lnTo>
                  <a:lnTo>
                    <a:pt x="3057" y="3750"/>
                  </a:lnTo>
                  <a:lnTo>
                    <a:pt x="3057" y="3738"/>
                  </a:lnTo>
                  <a:lnTo>
                    <a:pt x="2854" y="3332"/>
                  </a:lnTo>
                  <a:lnTo>
                    <a:pt x="2651" y="2938"/>
                  </a:lnTo>
                  <a:lnTo>
                    <a:pt x="2448" y="2532"/>
                  </a:lnTo>
                  <a:lnTo>
                    <a:pt x="2233" y="2138"/>
                  </a:lnTo>
                  <a:lnTo>
                    <a:pt x="2114" y="1923"/>
                  </a:lnTo>
                  <a:lnTo>
                    <a:pt x="1982" y="1720"/>
                  </a:lnTo>
                  <a:lnTo>
                    <a:pt x="1839" y="1517"/>
                  </a:lnTo>
                  <a:lnTo>
                    <a:pt x="1684" y="1314"/>
                  </a:lnTo>
                  <a:lnTo>
                    <a:pt x="1529" y="1123"/>
                  </a:lnTo>
                  <a:lnTo>
                    <a:pt x="1362" y="932"/>
                  </a:lnTo>
                  <a:lnTo>
                    <a:pt x="1194" y="753"/>
                  </a:lnTo>
                  <a:lnTo>
                    <a:pt x="1003" y="598"/>
                  </a:lnTo>
                  <a:lnTo>
                    <a:pt x="777" y="418"/>
                  </a:lnTo>
                  <a:lnTo>
                    <a:pt x="538" y="251"/>
                  </a:lnTo>
                  <a:lnTo>
                    <a:pt x="275" y="120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300500" y="4370210"/>
              <a:ext cx="330259" cy="214919"/>
            </a:xfrm>
            <a:custGeom>
              <a:avLst/>
              <a:gdLst/>
              <a:ahLst/>
              <a:cxnLst/>
              <a:rect l="l" t="t" r="r" b="b"/>
              <a:pathLst>
                <a:path w="5469" h="3559" extrusionOk="0">
                  <a:moveTo>
                    <a:pt x="0" y="0"/>
                  </a:moveTo>
                  <a:lnTo>
                    <a:pt x="1098" y="3558"/>
                  </a:lnTo>
                  <a:lnTo>
                    <a:pt x="4442" y="3558"/>
                  </a:lnTo>
                  <a:lnTo>
                    <a:pt x="54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284618" y="4370210"/>
              <a:ext cx="359849" cy="51209"/>
            </a:xfrm>
            <a:custGeom>
              <a:avLst/>
              <a:gdLst/>
              <a:ahLst/>
              <a:cxnLst/>
              <a:rect l="l" t="t" r="r" b="b"/>
              <a:pathLst>
                <a:path w="5959" h="848" extrusionOk="0">
                  <a:moveTo>
                    <a:pt x="0" y="0"/>
                  </a:moveTo>
                  <a:lnTo>
                    <a:pt x="0" y="848"/>
                  </a:lnTo>
                  <a:lnTo>
                    <a:pt x="5958" y="848"/>
                  </a:lnTo>
                  <a:lnTo>
                    <a:pt x="59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288241" y="4418519"/>
              <a:ext cx="359064" cy="2174"/>
            </a:xfrm>
            <a:custGeom>
              <a:avLst/>
              <a:gdLst/>
              <a:ahLst/>
              <a:cxnLst/>
              <a:rect l="l" t="t" r="r" b="b"/>
              <a:pathLst>
                <a:path w="5946" h="36" extrusionOk="0">
                  <a:moveTo>
                    <a:pt x="12" y="0"/>
                  </a:moveTo>
                  <a:lnTo>
                    <a:pt x="0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5946" y="36"/>
                  </a:lnTo>
                  <a:lnTo>
                    <a:pt x="5946" y="24"/>
                  </a:lnTo>
                  <a:lnTo>
                    <a:pt x="5946" y="12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83" name="Google Shape;1083;p32"/>
          <p:cNvGrpSpPr/>
          <p:nvPr/>
        </p:nvGrpSpPr>
        <p:grpSpPr>
          <a:xfrm>
            <a:off x="255550" y="1356600"/>
            <a:ext cx="3332132" cy="1022013"/>
            <a:chOff x="5058725" y="1044000"/>
            <a:chExt cx="3332132" cy="1022013"/>
          </a:xfrm>
        </p:grpSpPr>
        <p:grpSp>
          <p:nvGrpSpPr>
            <p:cNvPr id="1084" name="Google Shape;1084;p32"/>
            <p:cNvGrpSpPr/>
            <p:nvPr/>
          </p:nvGrpSpPr>
          <p:grpSpPr>
            <a:xfrm>
              <a:off x="5058725" y="1180400"/>
              <a:ext cx="1124813" cy="885613"/>
              <a:chOff x="5284625" y="-234825"/>
              <a:chExt cx="1124813" cy="885613"/>
            </a:xfrm>
          </p:grpSpPr>
          <p:sp>
            <p:nvSpPr>
              <p:cNvPr id="1085" name="Google Shape;1085;p32"/>
              <p:cNvSpPr/>
              <p:nvPr/>
            </p:nvSpPr>
            <p:spPr>
              <a:xfrm>
                <a:off x="5852234" y="19635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6" name="Google Shape;1086;p32"/>
              <p:cNvSpPr/>
              <p:nvPr/>
            </p:nvSpPr>
            <p:spPr>
              <a:xfrm>
                <a:off x="5852234" y="56611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7" name="Google Shape;1087;p32"/>
              <p:cNvSpPr/>
              <p:nvPr/>
            </p:nvSpPr>
            <p:spPr>
              <a:xfrm>
                <a:off x="5852234" y="9314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8" name="Google Shape;1088;p32"/>
              <p:cNvSpPr/>
              <p:nvPr/>
            </p:nvSpPr>
            <p:spPr>
              <a:xfrm>
                <a:off x="5852234" y="130125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36"/>
                    </a:lnTo>
                    <a:lnTo>
                      <a:pt x="1875" y="12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9" name="Google Shape;1089;p32"/>
              <p:cNvSpPr/>
              <p:nvPr/>
            </p:nvSpPr>
            <p:spPr>
              <a:xfrm>
                <a:off x="5852234" y="26363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5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0" name="Google Shape;1090;p32"/>
              <p:cNvSpPr/>
              <p:nvPr/>
            </p:nvSpPr>
            <p:spPr>
              <a:xfrm>
                <a:off x="5852234" y="300178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1" name="Google Shape;1091;p32"/>
              <p:cNvSpPr/>
              <p:nvPr/>
            </p:nvSpPr>
            <p:spPr>
              <a:xfrm>
                <a:off x="5852234" y="337154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2" name="Google Shape;1092;p32"/>
              <p:cNvSpPr/>
              <p:nvPr/>
            </p:nvSpPr>
            <p:spPr>
              <a:xfrm>
                <a:off x="5852234" y="374130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12" y="0"/>
                    </a:move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24"/>
                    </a:lnTo>
                    <a:lnTo>
                      <a:pt x="187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3" name="Google Shape;1093;p32"/>
              <p:cNvSpPr/>
              <p:nvPr/>
            </p:nvSpPr>
            <p:spPr>
              <a:xfrm>
                <a:off x="5445097" y="329759"/>
                <a:ext cx="270602" cy="20750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5696" fill="none" extrusionOk="0">
                    <a:moveTo>
                      <a:pt x="7224" y="5696"/>
                    </a:moveTo>
                    <a:lnTo>
                      <a:pt x="204" y="5696"/>
                    </a:lnTo>
                    <a:lnTo>
                      <a:pt x="204" y="5696"/>
                    </a:lnTo>
                    <a:lnTo>
                      <a:pt x="156" y="5696"/>
                    </a:lnTo>
                    <a:lnTo>
                      <a:pt x="120" y="5684"/>
                    </a:lnTo>
                    <a:lnTo>
                      <a:pt x="84" y="5660"/>
                    </a:lnTo>
                    <a:lnTo>
                      <a:pt x="61" y="5636"/>
                    </a:lnTo>
                    <a:lnTo>
                      <a:pt x="37" y="5600"/>
                    </a:lnTo>
                    <a:lnTo>
                      <a:pt x="13" y="5564"/>
                    </a:lnTo>
                    <a:lnTo>
                      <a:pt x="1" y="5528"/>
                    </a:lnTo>
                    <a:lnTo>
                      <a:pt x="1" y="5493"/>
                    </a:lnTo>
                    <a:lnTo>
                      <a:pt x="1" y="203"/>
                    </a:lnTo>
                    <a:lnTo>
                      <a:pt x="1" y="203"/>
                    </a:lnTo>
                    <a:lnTo>
                      <a:pt x="1" y="168"/>
                    </a:lnTo>
                    <a:lnTo>
                      <a:pt x="13" y="132"/>
                    </a:lnTo>
                    <a:lnTo>
                      <a:pt x="37" y="96"/>
                    </a:lnTo>
                    <a:lnTo>
                      <a:pt x="61" y="60"/>
                    </a:lnTo>
                    <a:lnTo>
                      <a:pt x="84" y="36"/>
                    </a:lnTo>
                    <a:lnTo>
                      <a:pt x="120" y="24"/>
                    </a:lnTo>
                    <a:lnTo>
                      <a:pt x="156" y="12"/>
                    </a:lnTo>
                    <a:lnTo>
                      <a:pt x="204" y="0"/>
                    </a:lnTo>
                    <a:lnTo>
                      <a:pt x="7224" y="0"/>
                    </a:lnTo>
                    <a:lnTo>
                      <a:pt x="7224" y="0"/>
                    </a:lnTo>
                    <a:lnTo>
                      <a:pt x="7260" y="12"/>
                    </a:lnTo>
                    <a:lnTo>
                      <a:pt x="7296" y="24"/>
                    </a:lnTo>
                    <a:lnTo>
                      <a:pt x="7332" y="36"/>
                    </a:lnTo>
                    <a:lnTo>
                      <a:pt x="7368" y="60"/>
                    </a:lnTo>
                    <a:lnTo>
                      <a:pt x="7391" y="96"/>
                    </a:lnTo>
                    <a:lnTo>
                      <a:pt x="7403" y="132"/>
                    </a:lnTo>
                    <a:lnTo>
                      <a:pt x="7415" y="168"/>
                    </a:lnTo>
                    <a:lnTo>
                      <a:pt x="7427" y="203"/>
                    </a:lnTo>
                    <a:lnTo>
                      <a:pt x="7427" y="5493"/>
                    </a:lnTo>
                    <a:lnTo>
                      <a:pt x="7427" y="5493"/>
                    </a:lnTo>
                    <a:lnTo>
                      <a:pt x="7415" y="5528"/>
                    </a:lnTo>
                    <a:lnTo>
                      <a:pt x="7403" y="5564"/>
                    </a:lnTo>
                    <a:lnTo>
                      <a:pt x="7391" y="5600"/>
                    </a:lnTo>
                    <a:lnTo>
                      <a:pt x="7368" y="5636"/>
                    </a:lnTo>
                    <a:lnTo>
                      <a:pt x="7332" y="5660"/>
                    </a:lnTo>
                    <a:lnTo>
                      <a:pt x="7296" y="5684"/>
                    </a:lnTo>
                    <a:lnTo>
                      <a:pt x="7260" y="5696"/>
                    </a:lnTo>
                    <a:lnTo>
                      <a:pt x="7224" y="5696"/>
                    </a:lnTo>
                    <a:lnTo>
                      <a:pt x="7224" y="569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4" name="Google Shape;1094;p32"/>
              <p:cNvSpPr/>
              <p:nvPr/>
            </p:nvSpPr>
            <p:spPr>
              <a:xfrm>
                <a:off x="5443822" y="414129"/>
                <a:ext cx="272751" cy="73552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2019" extrusionOk="0">
                    <a:moveTo>
                      <a:pt x="7450" y="1"/>
                    </a:moveTo>
                    <a:lnTo>
                      <a:pt x="7259" y="48"/>
                    </a:lnTo>
                    <a:lnTo>
                      <a:pt x="7080" y="132"/>
                    </a:lnTo>
                    <a:lnTo>
                      <a:pt x="6913" y="216"/>
                    </a:lnTo>
                    <a:lnTo>
                      <a:pt x="6746" y="335"/>
                    </a:lnTo>
                    <a:lnTo>
                      <a:pt x="6615" y="442"/>
                    </a:lnTo>
                    <a:lnTo>
                      <a:pt x="6495" y="550"/>
                    </a:lnTo>
                    <a:lnTo>
                      <a:pt x="6388" y="681"/>
                    </a:lnTo>
                    <a:lnTo>
                      <a:pt x="6280" y="801"/>
                    </a:lnTo>
                    <a:lnTo>
                      <a:pt x="6065" y="1063"/>
                    </a:lnTo>
                    <a:lnTo>
                      <a:pt x="5958" y="1183"/>
                    </a:lnTo>
                    <a:lnTo>
                      <a:pt x="5839" y="1302"/>
                    </a:lnTo>
                    <a:lnTo>
                      <a:pt x="5671" y="1445"/>
                    </a:lnTo>
                    <a:lnTo>
                      <a:pt x="5504" y="1565"/>
                    </a:lnTo>
                    <a:lnTo>
                      <a:pt x="5313" y="1672"/>
                    </a:lnTo>
                    <a:lnTo>
                      <a:pt x="5122" y="1768"/>
                    </a:lnTo>
                    <a:lnTo>
                      <a:pt x="4907" y="1851"/>
                    </a:lnTo>
                    <a:lnTo>
                      <a:pt x="4680" y="1923"/>
                    </a:lnTo>
                    <a:lnTo>
                      <a:pt x="4561" y="1947"/>
                    </a:lnTo>
                    <a:lnTo>
                      <a:pt x="4442" y="1959"/>
                    </a:lnTo>
                    <a:lnTo>
                      <a:pt x="4203" y="1959"/>
                    </a:lnTo>
                    <a:lnTo>
                      <a:pt x="4083" y="1947"/>
                    </a:lnTo>
                    <a:lnTo>
                      <a:pt x="3976" y="1923"/>
                    </a:lnTo>
                    <a:lnTo>
                      <a:pt x="3868" y="1899"/>
                    </a:lnTo>
                    <a:lnTo>
                      <a:pt x="3761" y="1851"/>
                    </a:lnTo>
                    <a:lnTo>
                      <a:pt x="3654" y="1804"/>
                    </a:lnTo>
                    <a:lnTo>
                      <a:pt x="3558" y="1744"/>
                    </a:lnTo>
                    <a:lnTo>
                      <a:pt x="3463" y="1684"/>
                    </a:lnTo>
                    <a:lnTo>
                      <a:pt x="3367" y="1601"/>
                    </a:lnTo>
                    <a:lnTo>
                      <a:pt x="3188" y="1445"/>
                    </a:lnTo>
                    <a:lnTo>
                      <a:pt x="3021" y="1278"/>
                    </a:lnTo>
                    <a:lnTo>
                      <a:pt x="2854" y="1099"/>
                    </a:lnTo>
                    <a:lnTo>
                      <a:pt x="2675" y="944"/>
                    </a:lnTo>
                    <a:lnTo>
                      <a:pt x="2507" y="789"/>
                    </a:lnTo>
                    <a:lnTo>
                      <a:pt x="2316" y="657"/>
                    </a:lnTo>
                    <a:lnTo>
                      <a:pt x="2125" y="550"/>
                    </a:lnTo>
                    <a:lnTo>
                      <a:pt x="1934" y="442"/>
                    </a:lnTo>
                    <a:lnTo>
                      <a:pt x="1707" y="347"/>
                    </a:lnTo>
                    <a:lnTo>
                      <a:pt x="1469" y="275"/>
                    </a:lnTo>
                    <a:lnTo>
                      <a:pt x="1230" y="216"/>
                    </a:lnTo>
                    <a:lnTo>
                      <a:pt x="991" y="192"/>
                    </a:lnTo>
                    <a:lnTo>
                      <a:pt x="752" y="180"/>
                    </a:lnTo>
                    <a:lnTo>
                      <a:pt x="502" y="180"/>
                    </a:lnTo>
                    <a:lnTo>
                      <a:pt x="263" y="216"/>
                    </a:lnTo>
                    <a:lnTo>
                      <a:pt x="24" y="275"/>
                    </a:lnTo>
                    <a:lnTo>
                      <a:pt x="0" y="287"/>
                    </a:lnTo>
                    <a:lnTo>
                      <a:pt x="0" y="311"/>
                    </a:lnTo>
                    <a:lnTo>
                      <a:pt x="12" y="323"/>
                    </a:lnTo>
                    <a:lnTo>
                      <a:pt x="36" y="335"/>
                    </a:lnTo>
                    <a:lnTo>
                      <a:pt x="263" y="275"/>
                    </a:lnTo>
                    <a:lnTo>
                      <a:pt x="478" y="251"/>
                    </a:lnTo>
                    <a:lnTo>
                      <a:pt x="704" y="240"/>
                    </a:lnTo>
                    <a:lnTo>
                      <a:pt x="919" y="240"/>
                    </a:lnTo>
                    <a:lnTo>
                      <a:pt x="1146" y="263"/>
                    </a:lnTo>
                    <a:lnTo>
                      <a:pt x="1361" y="311"/>
                    </a:lnTo>
                    <a:lnTo>
                      <a:pt x="1576" y="371"/>
                    </a:lnTo>
                    <a:lnTo>
                      <a:pt x="1779" y="442"/>
                    </a:lnTo>
                    <a:lnTo>
                      <a:pt x="1994" y="538"/>
                    </a:lnTo>
                    <a:lnTo>
                      <a:pt x="2209" y="657"/>
                    </a:lnTo>
                    <a:lnTo>
                      <a:pt x="2400" y="789"/>
                    </a:lnTo>
                    <a:lnTo>
                      <a:pt x="2591" y="944"/>
                    </a:lnTo>
                    <a:lnTo>
                      <a:pt x="2758" y="1099"/>
                    </a:lnTo>
                    <a:lnTo>
                      <a:pt x="2925" y="1266"/>
                    </a:lnTo>
                    <a:lnTo>
                      <a:pt x="3092" y="1433"/>
                    </a:lnTo>
                    <a:lnTo>
                      <a:pt x="3260" y="1601"/>
                    </a:lnTo>
                    <a:lnTo>
                      <a:pt x="3439" y="1744"/>
                    </a:lnTo>
                    <a:lnTo>
                      <a:pt x="3534" y="1804"/>
                    </a:lnTo>
                    <a:lnTo>
                      <a:pt x="3630" y="1851"/>
                    </a:lnTo>
                    <a:lnTo>
                      <a:pt x="3725" y="1911"/>
                    </a:lnTo>
                    <a:lnTo>
                      <a:pt x="3833" y="1947"/>
                    </a:lnTo>
                    <a:lnTo>
                      <a:pt x="3940" y="1983"/>
                    </a:lnTo>
                    <a:lnTo>
                      <a:pt x="4048" y="2007"/>
                    </a:lnTo>
                    <a:lnTo>
                      <a:pt x="4155" y="2019"/>
                    </a:lnTo>
                    <a:lnTo>
                      <a:pt x="4262" y="2019"/>
                    </a:lnTo>
                    <a:lnTo>
                      <a:pt x="4489" y="2007"/>
                    </a:lnTo>
                    <a:lnTo>
                      <a:pt x="4692" y="1971"/>
                    </a:lnTo>
                    <a:lnTo>
                      <a:pt x="4907" y="1911"/>
                    </a:lnTo>
                    <a:lnTo>
                      <a:pt x="5122" y="1827"/>
                    </a:lnTo>
                    <a:lnTo>
                      <a:pt x="5337" y="1732"/>
                    </a:lnTo>
                    <a:lnTo>
                      <a:pt x="5528" y="1613"/>
                    </a:lnTo>
                    <a:lnTo>
                      <a:pt x="5719" y="1481"/>
                    </a:lnTo>
                    <a:lnTo>
                      <a:pt x="5850" y="1374"/>
                    </a:lnTo>
                    <a:lnTo>
                      <a:pt x="5970" y="1266"/>
                    </a:lnTo>
                    <a:lnTo>
                      <a:pt x="6077" y="1147"/>
                    </a:lnTo>
                    <a:lnTo>
                      <a:pt x="6185" y="1016"/>
                    </a:lnTo>
                    <a:lnTo>
                      <a:pt x="6424" y="729"/>
                    </a:lnTo>
                    <a:lnTo>
                      <a:pt x="6543" y="598"/>
                    </a:lnTo>
                    <a:lnTo>
                      <a:pt x="6674" y="466"/>
                    </a:lnTo>
                    <a:lnTo>
                      <a:pt x="6770" y="395"/>
                    </a:lnTo>
                    <a:lnTo>
                      <a:pt x="6853" y="323"/>
                    </a:lnTo>
                    <a:lnTo>
                      <a:pt x="7044" y="216"/>
                    </a:lnTo>
                    <a:lnTo>
                      <a:pt x="7247" y="120"/>
                    </a:lnTo>
                    <a:lnTo>
                      <a:pt x="7474" y="48"/>
                    </a:lnTo>
                    <a:lnTo>
                      <a:pt x="7486" y="37"/>
                    </a:lnTo>
                    <a:lnTo>
                      <a:pt x="7486" y="13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5" name="Google Shape;1095;p32"/>
              <p:cNvSpPr/>
              <p:nvPr/>
            </p:nvSpPr>
            <p:spPr>
              <a:xfrm>
                <a:off x="5525133" y="364112"/>
                <a:ext cx="48743" cy="4830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326" fill="none" extrusionOk="0">
                    <a:moveTo>
                      <a:pt x="1326" y="753"/>
                    </a:moveTo>
                    <a:lnTo>
                      <a:pt x="1326" y="753"/>
                    </a:lnTo>
                    <a:lnTo>
                      <a:pt x="1302" y="884"/>
                    </a:lnTo>
                    <a:lnTo>
                      <a:pt x="1242" y="1004"/>
                    </a:lnTo>
                    <a:lnTo>
                      <a:pt x="1171" y="1099"/>
                    </a:lnTo>
                    <a:lnTo>
                      <a:pt x="1075" y="1195"/>
                    </a:lnTo>
                    <a:lnTo>
                      <a:pt x="968" y="1254"/>
                    </a:lnTo>
                    <a:lnTo>
                      <a:pt x="848" y="1302"/>
                    </a:lnTo>
                    <a:lnTo>
                      <a:pt x="717" y="1326"/>
                    </a:lnTo>
                    <a:lnTo>
                      <a:pt x="586" y="1326"/>
                    </a:lnTo>
                    <a:lnTo>
                      <a:pt x="586" y="1326"/>
                    </a:lnTo>
                    <a:lnTo>
                      <a:pt x="454" y="1302"/>
                    </a:lnTo>
                    <a:lnTo>
                      <a:pt x="335" y="1242"/>
                    </a:lnTo>
                    <a:lnTo>
                      <a:pt x="228" y="1171"/>
                    </a:lnTo>
                    <a:lnTo>
                      <a:pt x="144" y="1075"/>
                    </a:lnTo>
                    <a:lnTo>
                      <a:pt x="72" y="968"/>
                    </a:lnTo>
                    <a:lnTo>
                      <a:pt x="25" y="848"/>
                    </a:lnTo>
                    <a:lnTo>
                      <a:pt x="1" y="717"/>
                    </a:lnTo>
                    <a:lnTo>
                      <a:pt x="1" y="586"/>
                    </a:lnTo>
                    <a:lnTo>
                      <a:pt x="1" y="586"/>
                    </a:lnTo>
                    <a:lnTo>
                      <a:pt x="37" y="454"/>
                    </a:lnTo>
                    <a:lnTo>
                      <a:pt x="84" y="335"/>
                    </a:lnTo>
                    <a:lnTo>
                      <a:pt x="168" y="228"/>
                    </a:lnTo>
                    <a:lnTo>
                      <a:pt x="263" y="144"/>
                    </a:lnTo>
                    <a:lnTo>
                      <a:pt x="371" y="72"/>
                    </a:lnTo>
                    <a:lnTo>
                      <a:pt x="490" y="25"/>
                    </a:lnTo>
                    <a:lnTo>
                      <a:pt x="610" y="1"/>
                    </a:lnTo>
                    <a:lnTo>
                      <a:pt x="753" y="1"/>
                    </a:lnTo>
                    <a:lnTo>
                      <a:pt x="753" y="1"/>
                    </a:lnTo>
                    <a:lnTo>
                      <a:pt x="884" y="37"/>
                    </a:lnTo>
                    <a:lnTo>
                      <a:pt x="1004" y="84"/>
                    </a:lnTo>
                    <a:lnTo>
                      <a:pt x="1111" y="168"/>
                    </a:lnTo>
                    <a:lnTo>
                      <a:pt x="1195" y="251"/>
                    </a:lnTo>
                    <a:lnTo>
                      <a:pt x="1266" y="359"/>
                    </a:lnTo>
                    <a:lnTo>
                      <a:pt x="1314" y="478"/>
                    </a:lnTo>
                    <a:lnTo>
                      <a:pt x="1338" y="610"/>
                    </a:lnTo>
                    <a:lnTo>
                      <a:pt x="1326" y="753"/>
                    </a:lnTo>
                    <a:lnTo>
                      <a:pt x="1326" y="75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6" name="Google Shape;1096;p32"/>
              <p:cNvSpPr/>
              <p:nvPr/>
            </p:nvSpPr>
            <p:spPr>
              <a:xfrm>
                <a:off x="5284625" y="-234825"/>
                <a:ext cx="1124813" cy="885613"/>
              </a:xfrm>
              <a:custGeom>
                <a:avLst/>
                <a:gdLst/>
                <a:ahLst/>
                <a:cxnLst/>
                <a:rect l="l" t="t" r="r" b="b"/>
                <a:pathLst>
                  <a:path w="30876" h="24310" extrusionOk="0">
                    <a:moveTo>
                      <a:pt x="30339" y="61"/>
                    </a:moveTo>
                    <a:lnTo>
                      <a:pt x="30482" y="73"/>
                    </a:lnTo>
                    <a:lnTo>
                      <a:pt x="30601" y="108"/>
                    </a:lnTo>
                    <a:lnTo>
                      <a:pt x="30661" y="132"/>
                    </a:lnTo>
                    <a:lnTo>
                      <a:pt x="30709" y="168"/>
                    </a:lnTo>
                    <a:lnTo>
                      <a:pt x="30745" y="204"/>
                    </a:lnTo>
                    <a:lnTo>
                      <a:pt x="30780" y="264"/>
                    </a:lnTo>
                    <a:lnTo>
                      <a:pt x="30792" y="323"/>
                    </a:lnTo>
                    <a:lnTo>
                      <a:pt x="30804" y="395"/>
                    </a:lnTo>
                    <a:lnTo>
                      <a:pt x="30816" y="610"/>
                    </a:lnTo>
                    <a:lnTo>
                      <a:pt x="30816" y="837"/>
                    </a:lnTo>
                    <a:lnTo>
                      <a:pt x="30804" y="1267"/>
                    </a:lnTo>
                    <a:lnTo>
                      <a:pt x="30804" y="3499"/>
                    </a:lnTo>
                    <a:lnTo>
                      <a:pt x="30804" y="6687"/>
                    </a:lnTo>
                    <a:lnTo>
                      <a:pt x="30804" y="10460"/>
                    </a:lnTo>
                    <a:lnTo>
                      <a:pt x="30804" y="14376"/>
                    </a:lnTo>
                    <a:lnTo>
                      <a:pt x="30804" y="18089"/>
                    </a:lnTo>
                    <a:lnTo>
                      <a:pt x="30804" y="21182"/>
                    </a:lnTo>
                    <a:lnTo>
                      <a:pt x="30804" y="23259"/>
                    </a:lnTo>
                    <a:lnTo>
                      <a:pt x="30804" y="23773"/>
                    </a:lnTo>
                    <a:lnTo>
                      <a:pt x="30792" y="23940"/>
                    </a:lnTo>
                    <a:lnTo>
                      <a:pt x="30780" y="24023"/>
                    </a:lnTo>
                    <a:lnTo>
                      <a:pt x="30757" y="24095"/>
                    </a:lnTo>
                    <a:lnTo>
                      <a:pt x="30721" y="24155"/>
                    </a:lnTo>
                    <a:lnTo>
                      <a:pt x="30661" y="24202"/>
                    </a:lnTo>
                    <a:lnTo>
                      <a:pt x="30577" y="24238"/>
                    </a:lnTo>
                    <a:lnTo>
                      <a:pt x="30482" y="24250"/>
                    </a:lnTo>
                    <a:lnTo>
                      <a:pt x="430" y="24250"/>
                    </a:lnTo>
                    <a:lnTo>
                      <a:pt x="346" y="24238"/>
                    </a:lnTo>
                    <a:lnTo>
                      <a:pt x="275" y="24226"/>
                    </a:lnTo>
                    <a:lnTo>
                      <a:pt x="215" y="24190"/>
                    </a:lnTo>
                    <a:lnTo>
                      <a:pt x="155" y="24155"/>
                    </a:lnTo>
                    <a:lnTo>
                      <a:pt x="108" y="24095"/>
                    </a:lnTo>
                    <a:lnTo>
                      <a:pt x="72" y="24023"/>
                    </a:lnTo>
                    <a:lnTo>
                      <a:pt x="60" y="23928"/>
                    </a:lnTo>
                    <a:lnTo>
                      <a:pt x="60" y="23701"/>
                    </a:lnTo>
                    <a:lnTo>
                      <a:pt x="60" y="22113"/>
                    </a:lnTo>
                    <a:lnTo>
                      <a:pt x="60" y="19379"/>
                    </a:lnTo>
                    <a:lnTo>
                      <a:pt x="60" y="15857"/>
                    </a:lnTo>
                    <a:lnTo>
                      <a:pt x="60" y="11964"/>
                    </a:lnTo>
                    <a:lnTo>
                      <a:pt x="60" y="8096"/>
                    </a:lnTo>
                    <a:lnTo>
                      <a:pt x="60" y="4633"/>
                    </a:lnTo>
                    <a:lnTo>
                      <a:pt x="60" y="1983"/>
                    </a:lnTo>
                    <a:lnTo>
                      <a:pt x="60" y="550"/>
                    </a:lnTo>
                    <a:lnTo>
                      <a:pt x="72" y="383"/>
                    </a:lnTo>
                    <a:lnTo>
                      <a:pt x="84" y="299"/>
                    </a:lnTo>
                    <a:lnTo>
                      <a:pt x="120" y="228"/>
                    </a:lnTo>
                    <a:lnTo>
                      <a:pt x="155" y="168"/>
                    </a:lnTo>
                    <a:lnTo>
                      <a:pt x="215" y="120"/>
                    </a:lnTo>
                    <a:lnTo>
                      <a:pt x="287" y="85"/>
                    </a:lnTo>
                    <a:lnTo>
                      <a:pt x="394" y="73"/>
                    </a:lnTo>
                    <a:lnTo>
                      <a:pt x="29945" y="73"/>
                    </a:lnTo>
                    <a:lnTo>
                      <a:pt x="30195" y="61"/>
                    </a:lnTo>
                    <a:close/>
                    <a:moveTo>
                      <a:pt x="430" y="1"/>
                    </a:moveTo>
                    <a:lnTo>
                      <a:pt x="323" y="13"/>
                    </a:lnTo>
                    <a:lnTo>
                      <a:pt x="227" y="37"/>
                    </a:lnTo>
                    <a:lnTo>
                      <a:pt x="155" y="85"/>
                    </a:lnTo>
                    <a:lnTo>
                      <a:pt x="108" y="132"/>
                    </a:lnTo>
                    <a:lnTo>
                      <a:pt x="60" y="192"/>
                    </a:lnTo>
                    <a:lnTo>
                      <a:pt x="36" y="264"/>
                    </a:lnTo>
                    <a:lnTo>
                      <a:pt x="12" y="347"/>
                    </a:lnTo>
                    <a:lnTo>
                      <a:pt x="0" y="431"/>
                    </a:lnTo>
                    <a:lnTo>
                      <a:pt x="0" y="514"/>
                    </a:lnTo>
                    <a:lnTo>
                      <a:pt x="0" y="1899"/>
                    </a:lnTo>
                    <a:lnTo>
                      <a:pt x="0" y="4526"/>
                    </a:lnTo>
                    <a:lnTo>
                      <a:pt x="0" y="8012"/>
                    </a:lnTo>
                    <a:lnTo>
                      <a:pt x="0" y="11905"/>
                    </a:lnTo>
                    <a:lnTo>
                      <a:pt x="0" y="15845"/>
                    </a:lnTo>
                    <a:lnTo>
                      <a:pt x="0" y="19391"/>
                    </a:lnTo>
                    <a:lnTo>
                      <a:pt x="0" y="22149"/>
                    </a:lnTo>
                    <a:lnTo>
                      <a:pt x="0" y="23725"/>
                    </a:lnTo>
                    <a:lnTo>
                      <a:pt x="0" y="23844"/>
                    </a:lnTo>
                    <a:lnTo>
                      <a:pt x="0" y="23964"/>
                    </a:lnTo>
                    <a:lnTo>
                      <a:pt x="24" y="24059"/>
                    </a:lnTo>
                    <a:lnTo>
                      <a:pt x="60" y="24131"/>
                    </a:lnTo>
                    <a:lnTo>
                      <a:pt x="108" y="24190"/>
                    </a:lnTo>
                    <a:lnTo>
                      <a:pt x="167" y="24238"/>
                    </a:lnTo>
                    <a:lnTo>
                      <a:pt x="239" y="24274"/>
                    </a:lnTo>
                    <a:lnTo>
                      <a:pt x="311" y="24298"/>
                    </a:lnTo>
                    <a:lnTo>
                      <a:pt x="394" y="24310"/>
                    </a:lnTo>
                    <a:lnTo>
                      <a:pt x="30506" y="24310"/>
                    </a:lnTo>
                    <a:lnTo>
                      <a:pt x="30506" y="24307"/>
                    </a:lnTo>
                    <a:lnTo>
                      <a:pt x="30577" y="24298"/>
                    </a:lnTo>
                    <a:lnTo>
                      <a:pt x="30661" y="24262"/>
                    </a:lnTo>
                    <a:lnTo>
                      <a:pt x="30733" y="24214"/>
                    </a:lnTo>
                    <a:lnTo>
                      <a:pt x="30780" y="24155"/>
                    </a:lnTo>
                    <a:lnTo>
                      <a:pt x="30816" y="24083"/>
                    </a:lnTo>
                    <a:lnTo>
                      <a:pt x="30852" y="23999"/>
                    </a:lnTo>
                    <a:lnTo>
                      <a:pt x="30864" y="23916"/>
                    </a:lnTo>
                    <a:lnTo>
                      <a:pt x="30864" y="23820"/>
                    </a:lnTo>
                    <a:lnTo>
                      <a:pt x="30864" y="23331"/>
                    </a:lnTo>
                    <a:lnTo>
                      <a:pt x="30864" y="21289"/>
                    </a:lnTo>
                    <a:lnTo>
                      <a:pt x="30864" y="18185"/>
                    </a:lnTo>
                    <a:lnTo>
                      <a:pt x="30864" y="14472"/>
                    </a:lnTo>
                    <a:lnTo>
                      <a:pt x="30864" y="10484"/>
                    </a:lnTo>
                    <a:lnTo>
                      <a:pt x="30864" y="6711"/>
                    </a:lnTo>
                    <a:lnTo>
                      <a:pt x="30864" y="3475"/>
                    </a:lnTo>
                    <a:lnTo>
                      <a:pt x="30864" y="1243"/>
                    </a:lnTo>
                    <a:lnTo>
                      <a:pt x="30876" y="813"/>
                    </a:lnTo>
                    <a:lnTo>
                      <a:pt x="30876" y="610"/>
                    </a:lnTo>
                    <a:lnTo>
                      <a:pt x="30864" y="395"/>
                    </a:lnTo>
                    <a:lnTo>
                      <a:pt x="30852" y="311"/>
                    </a:lnTo>
                    <a:lnTo>
                      <a:pt x="30840" y="240"/>
                    </a:lnTo>
                    <a:lnTo>
                      <a:pt x="30804" y="180"/>
                    </a:lnTo>
                    <a:lnTo>
                      <a:pt x="30768" y="132"/>
                    </a:lnTo>
                    <a:lnTo>
                      <a:pt x="30721" y="96"/>
                    </a:lnTo>
                    <a:lnTo>
                      <a:pt x="30673" y="61"/>
                    </a:lnTo>
                    <a:lnTo>
                      <a:pt x="30613" y="49"/>
                    </a:lnTo>
                    <a:lnTo>
                      <a:pt x="30554" y="25"/>
                    </a:lnTo>
                    <a:lnTo>
                      <a:pt x="30422" y="13"/>
                    </a:lnTo>
                    <a:lnTo>
                      <a:pt x="30279" y="1"/>
                    </a:lnTo>
                    <a:lnTo>
                      <a:pt x="30016" y="13"/>
                    </a:lnTo>
                    <a:lnTo>
                      <a:pt x="549" y="13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7" name="Google Shape;1097;p32"/>
              <p:cNvSpPr/>
              <p:nvPr/>
            </p:nvSpPr>
            <p:spPr>
              <a:xfrm>
                <a:off x="5410744" y="51838"/>
                <a:ext cx="316249" cy="217924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5982" extrusionOk="0">
                    <a:moveTo>
                      <a:pt x="323" y="0"/>
                    </a:moveTo>
                    <a:lnTo>
                      <a:pt x="239" y="203"/>
                    </a:lnTo>
                    <a:lnTo>
                      <a:pt x="168" y="418"/>
                    </a:lnTo>
                    <a:lnTo>
                      <a:pt x="120" y="633"/>
                    </a:lnTo>
                    <a:lnTo>
                      <a:pt x="72" y="848"/>
                    </a:lnTo>
                    <a:lnTo>
                      <a:pt x="36" y="1051"/>
                    </a:lnTo>
                    <a:lnTo>
                      <a:pt x="13" y="1266"/>
                    </a:lnTo>
                    <a:lnTo>
                      <a:pt x="1" y="1481"/>
                    </a:lnTo>
                    <a:lnTo>
                      <a:pt x="1" y="1696"/>
                    </a:lnTo>
                    <a:lnTo>
                      <a:pt x="13" y="1910"/>
                    </a:lnTo>
                    <a:lnTo>
                      <a:pt x="36" y="2113"/>
                    </a:lnTo>
                    <a:lnTo>
                      <a:pt x="60" y="2328"/>
                    </a:lnTo>
                    <a:lnTo>
                      <a:pt x="96" y="2531"/>
                    </a:lnTo>
                    <a:lnTo>
                      <a:pt x="156" y="2734"/>
                    </a:lnTo>
                    <a:lnTo>
                      <a:pt x="204" y="2937"/>
                    </a:lnTo>
                    <a:lnTo>
                      <a:pt x="275" y="3140"/>
                    </a:lnTo>
                    <a:lnTo>
                      <a:pt x="359" y="3331"/>
                    </a:lnTo>
                    <a:lnTo>
                      <a:pt x="442" y="3522"/>
                    </a:lnTo>
                    <a:lnTo>
                      <a:pt x="538" y="3701"/>
                    </a:lnTo>
                    <a:lnTo>
                      <a:pt x="645" y="3892"/>
                    </a:lnTo>
                    <a:lnTo>
                      <a:pt x="753" y="4071"/>
                    </a:lnTo>
                    <a:lnTo>
                      <a:pt x="872" y="4239"/>
                    </a:lnTo>
                    <a:lnTo>
                      <a:pt x="1004" y="4406"/>
                    </a:lnTo>
                    <a:lnTo>
                      <a:pt x="1147" y="4561"/>
                    </a:lnTo>
                    <a:lnTo>
                      <a:pt x="1290" y="4716"/>
                    </a:lnTo>
                    <a:lnTo>
                      <a:pt x="1445" y="4859"/>
                    </a:lnTo>
                    <a:lnTo>
                      <a:pt x="1601" y="5003"/>
                    </a:lnTo>
                    <a:lnTo>
                      <a:pt x="1768" y="5134"/>
                    </a:lnTo>
                    <a:lnTo>
                      <a:pt x="1947" y="5265"/>
                    </a:lnTo>
                    <a:lnTo>
                      <a:pt x="2126" y="5373"/>
                    </a:lnTo>
                    <a:lnTo>
                      <a:pt x="2317" y="5480"/>
                    </a:lnTo>
                    <a:lnTo>
                      <a:pt x="2520" y="5576"/>
                    </a:lnTo>
                    <a:lnTo>
                      <a:pt x="2723" y="5671"/>
                    </a:lnTo>
                    <a:lnTo>
                      <a:pt x="2938" y="5743"/>
                    </a:lnTo>
                    <a:lnTo>
                      <a:pt x="3141" y="5815"/>
                    </a:lnTo>
                    <a:lnTo>
                      <a:pt x="3356" y="5874"/>
                    </a:lnTo>
                    <a:lnTo>
                      <a:pt x="3571" y="5910"/>
                    </a:lnTo>
                    <a:lnTo>
                      <a:pt x="3774" y="5946"/>
                    </a:lnTo>
                    <a:lnTo>
                      <a:pt x="3988" y="5970"/>
                    </a:lnTo>
                    <a:lnTo>
                      <a:pt x="4203" y="5982"/>
                    </a:lnTo>
                    <a:lnTo>
                      <a:pt x="4418" y="5982"/>
                    </a:lnTo>
                    <a:lnTo>
                      <a:pt x="4633" y="5970"/>
                    </a:lnTo>
                    <a:lnTo>
                      <a:pt x="4836" y="5958"/>
                    </a:lnTo>
                    <a:lnTo>
                      <a:pt x="5051" y="5922"/>
                    </a:lnTo>
                    <a:lnTo>
                      <a:pt x="5254" y="5886"/>
                    </a:lnTo>
                    <a:lnTo>
                      <a:pt x="5457" y="5839"/>
                    </a:lnTo>
                    <a:lnTo>
                      <a:pt x="5660" y="5779"/>
                    </a:lnTo>
                    <a:lnTo>
                      <a:pt x="5863" y="5707"/>
                    </a:lnTo>
                    <a:lnTo>
                      <a:pt x="6054" y="5636"/>
                    </a:lnTo>
                    <a:lnTo>
                      <a:pt x="6245" y="5552"/>
                    </a:lnTo>
                    <a:lnTo>
                      <a:pt x="6436" y="5456"/>
                    </a:lnTo>
                    <a:lnTo>
                      <a:pt x="6615" y="5349"/>
                    </a:lnTo>
                    <a:lnTo>
                      <a:pt x="6794" y="5230"/>
                    </a:lnTo>
                    <a:lnTo>
                      <a:pt x="6961" y="5110"/>
                    </a:lnTo>
                    <a:lnTo>
                      <a:pt x="7129" y="4979"/>
                    </a:lnTo>
                    <a:lnTo>
                      <a:pt x="7284" y="4848"/>
                    </a:lnTo>
                    <a:lnTo>
                      <a:pt x="7439" y="4704"/>
                    </a:lnTo>
                    <a:lnTo>
                      <a:pt x="7582" y="4549"/>
                    </a:lnTo>
                    <a:lnTo>
                      <a:pt x="7726" y="4382"/>
                    </a:lnTo>
                    <a:lnTo>
                      <a:pt x="7857" y="4215"/>
                    </a:lnTo>
                    <a:lnTo>
                      <a:pt x="7988" y="4036"/>
                    </a:lnTo>
                    <a:lnTo>
                      <a:pt x="8096" y="3857"/>
                    </a:lnTo>
                    <a:lnTo>
                      <a:pt x="8203" y="3666"/>
                    </a:lnTo>
                    <a:lnTo>
                      <a:pt x="8311" y="3475"/>
                    </a:lnTo>
                    <a:lnTo>
                      <a:pt x="8394" y="3260"/>
                    </a:lnTo>
                    <a:lnTo>
                      <a:pt x="8490" y="2997"/>
                    </a:lnTo>
                    <a:lnTo>
                      <a:pt x="8573" y="2722"/>
                    </a:lnTo>
                    <a:lnTo>
                      <a:pt x="8633" y="2448"/>
                    </a:lnTo>
                    <a:lnTo>
                      <a:pt x="8681" y="2173"/>
                    </a:lnTo>
                    <a:lnTo>
                      <a:pt x="4359" y="1636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8" name="Google Shape;1098;p32"/>
              <p:cNvSpPr/>
              <p:nvPr/>
            </p:nvSpPr>
            <p:spPr>
              <a:xfrm>
                <a:off x="5572564" y="-60838"/>
                <a:ext cx="151840" cy="170565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682" extrusionOk="0">
                    <a:moveTo>
                      <a:pt x="24" y="1"/>
                    </a:moveTo>
                    <a:lnTo>
                      <a:pt x="0" y="4168"/>
                    </a:lnTo>
                    <a:lnTo>
                      <a:pt x="4143" y="4681"/>
                    </a:lnTo>
                    <a:lnTo>
                      <a:pt x="4155" y="4502"/>
                    </a:lnTo>
                    <a:lnTo>
                      <a:pt x="4167" y="4323"/>
                    </a:lnTo>
                    <a:lnTo>
                      <a:pt x="4167" y="4156"/>
                    </a:lnTo>
                    <a:lnTo>
                      <a:pt x="4167" y="3977"/>
                    </a:lnTo>
                    <a:lnTo>
                      <a:pt x="4155" y="3798"/>
                    </a:lnTo>
                    <a:lnTo>
                      <a:pt x="4131" y="3630"/>
                    </a:lnTo>
                    <a:lnTo>
                      <a:pt x="4107" y="3451"/>
                    </a:lnTo>
                    <a:lnTo>
                      <a:pt x="4072" y="3284"/>
                    </a:lnTo>
                    <a:lnTo>
                      <a:pt x="3988" y="2950"/>
                    </a:lnTo>
                    <a:lnTo>
                      <a:pt x="3881" y="2627"/>
                    </a:lnTo>
                    <a:lnTo>
                      <a:pt x="3737" y="2317"/>
                    </a:lnTo>
                    <a:lnTo>
                      <a:pt x="3570" y="2019"/>
                    </a:lnTo>
                    <a:lnTo>
                      <a:pt x="3379" y="1732"/>
                    </a:lnTo>
                    <a:lnTo>
                      <a:pt x="3176" y="1469"/>
                    </a:lnTo>
                    <a:lnTo>
                      <a:pt x="2937" y="1219"/>
                    </a:lnTo>
                    <a:lnTo>
                      <a:pt x="2687" y="980"/>
                    </a:lnTo>
                    <a:lnTo>
                      <a:pt x="2555" y="872"/>
                    </a:lnTo>
                    <a:lnTo>
                      <a:pt x="2412" y="765"/>
                    </a:lnTo>
                    <a:lnTo>
                      <a:pt x="2269" y="669"/>
                    </a:lnTo>
                    <a:lnTo>
                      <a:pt x="2125" y="586"/>
                    </a:lnTo>
                    <a:lnTo>
                      <a:pt x="1970" y="490"/>
                    </a:lnTo>
                    <a:lnTo>
                      <a:pt x="1815" y="419"/>
                    </a:lnTo>
                    <a:lnTo>
                      <a:pt x="1648" y="335"/>
                    </a:lnTo>
                    <a:lnTo>
                      <a:pt x="1481" y="275"/>
                    </a:lnTo>
                    <a:lnTo>
                      <a:pt x="1302" y="216"/>
                    </a:lnTo>
                    <a:lnTo>
                      <a:pt x="1122" y="156"/>
                    </a:lnTo>
                    <a:lnTo>
                      <a:pt x="943" y="108"/>
                    </a:lnTo>
                    <a:lnTo>
                      <a:pt x="764" y="72"/>
                    </a:lnTo>
                    <a:lnTo>
                      <a:pt x="573" y="49"/>
                    </a:lnTo>
                    <a:lnTo>
                      <a:pt x="394" y="25"/>
                    </a:lnTo>
                    <a:lnTo>
                      <a:pt x="203" y="13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5431181" y="-48197"/>
                <a:ext cx="118361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439" extrusionOk="0">
                    <a:moveTo>
                      <a:pt x="3248" y="0"/>
                    </a:moveTo>
                    <a:lnTo>
                      <a:pt x="2986" y="12"/>
                    </a:lnTo>
                    <a:lnTo>
                      <a:pt x="2735" y="36"/>
                    </a:lnTo>
                    <a:lnTo>
                      <a:pt x="2472" y="72"/>
                    </a:lnTo>
                    <a:lnTo>
                      <a:pt x="2234" y="131"/>
                    </a:lnTo>
                    <a:lnTo>
                      <a:pt x="1983" y="215"/>
                    </a:lnTo>
                    <a:lnTo>
                      <a:pt x="1744" y="310"/>
                    </a:lnTo>
                    <a:lnTo>
                      <a:pt x="1517" y="430"/>
                    </a:lnTo>
                    <a:lnTo>
                      <a:pt x="1302" y="561"/>
                    </a:lnTo>
                    <a:lnTo>
                      <a:pt x="1087" y="716"/>
                    </a:lnTo>
                    <a:lnTo>
                      <a:pt x="884" y="884"/>
                    </a:lnTo>
                    <a:lnTo>
                      <a:pt x="705" y="1063"/>
                    </a:lnTo>
                    <a:lnTo>
                      <a:pt x="538" y="1254"/>
                    </a:lnTo>
                    <a:lnTo>
                      <a:pt x="383" y="1457"/>
                    </a:lnTo>
                    <a:lnTo>
                      <a:pt x="240" y="1672"/>
                    </a:lnTo>
                    <a:lnTo>
                      <a:pt x="108" y="1898"/>
                    </a:lnTo>
                    <a:lnTo>
                      <a:pt x="1" y="2125"/>
                    </a:lnTo>
                    <a:lnTo>
                      <a:pt x="3189" y="3439"/>
                    </a:lnTo>
                    <a:lnTo>
                      <a:pt x="324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0" name="Google Shape;1100;p32"/>
              <p:cNvSpPr/>
              <p:nvPr/>
            </p:nvSpPr>
            <p:spPr>
              <a:xfrm>
                <a:off x="5289397" y="-152167"/>
                <a:ext cx="1115268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30614" h="61" extrusionOk="0">
                    <a:moveTo>
                      <a:pt x="24" y="0"/>
                    </a:moveTo>
                    <a:lnTo>
                      <a:pt x="1" y="12"/>
                    </a:lnTo>
                    <a:lnTo>
                      <a:pt x="1" y="24"/>
                    </a:lnTo>
                    <a:lnTo>
                      <a:pt x="1" y="48"/>
                    </a:lnTo>
                    <a:lnTo>
                      <a:pt x="24" y="60"/>
                    </a:lnTo>
                    <a:lnTo>
                      <a:pt x="30578" y="60"/>
                    </a:lnTo>
                    <a:lnTo>
                      <a:pt x="30602" y="48"/>
                    </a:lnTo>
                    <a:lnTo>
                      <a:pt x="30614" y="24"/>
                    </a:lnTo>
                    <a:lnTo>
                      <a:pt x="30602" y="12"/>
                    </a:lnTo>
                    <a:lnTo>
                      <a:pt x="3057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1" name="Google Shape;1101;p32"/>
              <p:cNvSpPr/>
              <p:nvPr/>
            </p:nvSpPr>
            <p:spPr>
              <a:xfrm>
                <a:off x="5424660" y="70527"/>
                <a:ext cx="50929" cy="101822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2795" extrusionOk="0">
                    <a:moveTo>
                      <a:pt x="1183" y="0"/>
                    </a:moveTo>
                    <a:lnTo>
                      <a:pt x="1171" y="12"/>
                    </a:lnTo>
                    <a:lnTo>
                      <a:pt x="1230" y="192"/>
                    </a:lnTo>
                    <a:lnTo>
                      <a:pt x="1278" y="383"/>
                    </a:lnTo>
                    <a:lnTo>
                      <a:pt x="1314" y="562"/>
                    </a:lnTo>
                    <a:lnTo>
                      <a:pt x="1338" y="741"/>
                    </a:lnTo>
                    <a:lnTo>
                      <a:pt x="1362" y="932"/>
                    </a:lnTo>
                    <a:lnTo>
                      <a:pt x="1350" y="1123"/>
                    </a:lnTo>
                    <a:lnTo>
                      <a:pt x="1338" y="1302"/>
                    </a:lnTo>
                    <a:lnTo>
                      <a:pt x="1314" y="1493"/>
                    </a:lnTo>
                    <a:lnTo>
                      <a:pt x="1266" y="1636"/>
                    </a:lnTo>
                    <a:lnTo>
                      <a:pt x="1219" y="1791"/>
                    </a:lnTo>
                    <a:lnTo>
                      <a:pt x="1147" y="1935"/>
                    </a:lnTo>
                    <a:lnTo>
                      <a:pt x="1075" y="2066"/>
                    </a:lnTo>
                    <a:lnTo>
                      <a:pt x="980" y="2197"/>
                    </a:lnTo>
                    <a:lnTo>
                      <a:pt x="884" y="2317"/>
                    </a:lnTo>
                    <a:lnTo>
                      <a:pt x="765" y="2424"/>
                    </a:lnTo>
                    <a:lnTo>
                      <a:pt x="645" y="2520"/>
                    </a:lnTo>
                    <a:lnTo>
                      <a:pt x="502" y="2603"/>
                    </a:lnTo>
                    <a:lnTo>
                      <a:pt x="347" y="2675"/>
                    </a:lnTo>
                    <a:lnTo>
                      <a:pt x="180" y="2723"/>
                    </a:lnTo>
                    <a:lnTo>
                      <a:pt x="13" y="2759"/>
                    </a:lnTo>
                    <a:lnTo>
                      <a:pt x="1" y="2759"/>
                    </a:lnTo>
                    <a:lnTo>
                      <a:pt x="1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168" y="2770"/>
                    </a:lnTo>
                    <a:lnTo>
                      <a:pt x="311" y="2723"/>
                    </a:lnTo>
                    <a:lnTo>
                      <a:pt x="454" y="2675"/>
                    </a:lnTo>
                    <a:lnTo>
                      <a:pt x="586" y="2603"/>
                    </a:lnTo>
                    <a:lnTo>
                      <a:pt x="705" y="2520"/>
                    </a:lnTo>
                    <a:lnTo>
                      <a:pt x="825" y="2424"/>
                    </a:lnTo>
                    <a:lnTo>
                      <a:pt x="932" y="2317"/>
                    </a:lnTo>
                    <a:lnTo>
                      <a:pt x="1028" y="2197"/>
                    </a:lnTo>
                    <a:lnTo>
                      <a:pt x="1123" y="2054"/>
                    </a:lnTo>
                    <a:lnTo>
                      <a:pt x="1207" y="1899"/>
                    </a:lnTo>
                    <a:lnTo>
                      <a:pt x="1278" y="1732"/>
                    </a:lnTo>
                    <a:lnTo>
                      <a:pt x="1326" y="1565"/>
                    </a:lnTo>
                    <a:lnTo>
                      <a:pt x="1362" y="1385"/>
                    </a:lnTo>
                    <a:lnTo>
                      <a:pt x="1386" y="1218"/>
                    </a:lnTo>
                    <a:lnTo>
                      <a:pt x="1398" y="1039"/>
                    </a:lnTo>
                    <a:lnTo>
                      <a:pt x="1386" y="860"/>
                    </a:lnTo>
                    <a:lnTo>
                      <a:pt x="1362" y="645"/>
                    </a:lnTo>
                    <a:lnTo>
                      <a:pt x="1326" y="430"/>
                    </a:lnTo>
                    <a:lnTo>
                      <a:pt x="1278" y="215"/>
                    </a:lnTo>
                    <a:lnTo>
                      <a:pt x="1207" y="12"/>
                    </a:lnTo>
                    <a:lnTo>
                      <a:pt x="120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5459888" y="121856"/>
                <a:ext cx="153589" cy="102259"/>
              </a:xfrm>
              <a:custGeom>
                <a:avLst/>
                <a:gdLst/>
                <a:ahLst/>
                <a:cxnLst/>
                <a:rect l="l" t="t" r="r" b="b"/>
                <a:pathLst>
                  <a:path w="4216" h="2807" extrusionOk="0">
                    <a:moveTo>
                      <a:pt x="4072" y="0"/>
                    </a:moveTo>
                    <a:lnTo>
                      <a:pt x="3941" y="24"/>
                    </a:lnTo>
                    <a:lnTo>
                      <a:pt x="3833" y="60"/>
                    </a:lnTo>
                    <a:lnTo>
                      <a:pt x="3714" y="108"/>
                    </a:lnTo>
                    <a:lnTo>
                      <a:pt x="3607" y="168"/>
                    </a:lnTo>
                    <a:lnTo>
                      <a:pt x="3511" y="239"/>
                    </a:lnTo>
                    <a:lnTo>
                      <a:pt x="3416" y="311"/>
                    </a:lnTo>
                    <a:lnTo>
                      <a:pt x="3320" y="394"/>
                    </a:lnTo>
                    <a:lnTo>
                      <a:pt x="3236" y="490"/>
                    </a:lnTo>
                    <a:lnTo>
                      <a:pt x="3153" y="585"/>
                    </a:lnTo>
                    <a:lnTo>
                      <a:pt x="2998" y="788"/>
                    </a:lnTo>
                    <a:lnTo>
                      <a:pt x="2866" y="1003"/>
                    </a:lnTo>
                    <a:lnTo>
                      <a:pt x="2747" y="1218"/>
                    </a:lnTo>
                    <a:lnTo>
                      <a:pt x="2616" y="1457"/>
                    </a:lnTo>
                    <a:lnTo>
                      <a:pt x="2484" y="1684"/>
                    </a:lnTo>
                    <a:lnTo>
                      <a:pt x="2329" y="1911"/>
                    </a:lnTo>
                    <a:lnTo>
                      <a:pt x="2245" y="2018"/>
                    </a:lnTo>
                    <a:lnTo>
                      <a:pt x="2150" y="2126"/>
                    </a:lnTo>
                    <a:lnTo>
                      <a:pt x="2054" y="2221"/>
                    </a:lnTo>
                    <a:lnTo>
                      <a:pt x="1959" y="2305"/>
                    </a:lnTo>
                    <a:lnTo>
                      <a:pt x="1840" y="2376"/>
                    </a:lnTo>
                    <a:lnTo>
                      <a:pt x="1732" y="2448"/>
                    </a:lnTo>
                    <a:lnTo>
                      <a:pt x="1613" y="2508"/>
                    </a:lnTo>
                    <a:lnTo>
                      <a:pt x="1493" y="2567"/>
                    </a:lnTo>
                    <a:lnTo>
                      <a:pt x="1362" y="2603"/>
                    </a:lnTo>
                    <a:lnTo>
                      <a:pt x="1231" y="2651"/>
                    </a:lnTo>
                    <a:lnTo>
                      <a:pt x="1087" y="2675"/>
                    </a:lnTo>
                    <a:lnTo>
                      <a:pt x="932" y="2711"/>
                    </a:lnTo>
                    <a:lnTo>
                      <a:pt x="634" y="2746"/>
                    </a:lnTo>
                    <a:lnTo>
                      <a:pt x="323" y="2758"/>
                    </a:lnTo>
                    <a:lnTo>
                      <a:pt x="25" y="2770"/>
                    </a:lnTo>
                    <a:lnTo>
                      <a:pt x="13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25" y="2806"/>
                    </a:lnTo>
                    <a:lnTo>
                      <a:pt x="275" y="2794"/>
                    </a:lnTo>
                    <a:lnTo>
                      <a:pt x="538" y="2782"/>
                    </a:lnTo>
                    <a:lnTo>
                      <a:pt x="801" y="2758"/>
                    </a:lnTo>
                    <a:lnTo>
                      <a:pt x="1052" y="2723"/>
                    </a:lnTo>
                    <a:lnTo>
                      <a:pt x="1314" y="2663"/>
                    </a:lnTo>
                    <a:lnTo>
                      <a:pt x="1434" y="2627"/>
                    </a:lnTo>
                    <a:lnTo>
                      <a:pt x="1553" y="2579"/>
                    </a:lnTo>
                    <a:lnTo>
                      <a:pt x="1672" y="2520"/>
                    </a:lnTo>
                    <a:lnTo>
                      <a:pt x="1780" y="2460"/>
                    </a:lnTo>
                    <a:lnTo>
                      <a:pt x="1899" y="2388"/>
                    </a:lnTo>
                    <a:lnTo>
                      <a:pt x="1995" y="2317"/>
                    </a:lnTo>
                    <a:lnTo>
                      <a:pt x="2102" y="2233"/>
                    </a:lnTo>
                    <a:lnTo>
                      <a:pt x="2198" y="2138"/>
                    </a:lnTo>
                    <a:lnTo>
                      <a:pt x="2281" y="2030"/>
                    </a:lnTo>
                    <a:lnTo>
                      <a:pt x="2365" y="1923"/>
                    </a:lnTo>
                    <a:lnTo>
                      <a:pt x="2508" y="1708"/>
                    </a:lnTo>
                    <a:lnTo>
                      <a:pt x="2639" y="1481"/>
                    </a:lnTo>
                    <a:lnTo>
                      <a:pt x="2902" y="1015"/>
                    </a:lnTo>
                    <a:lnTo>
                      <a:pt x="3045" y="788"/>
                    </a:lnTo>
                    <a:lnTo>
                      <a:pt x="3117" y="681"/>
                    </a:lnTo>
                    <a:lnTo>
                      <a:pt x="3201" y="573"/>
                    </a:lnTo>
                    <a:lnTo>
                      <a:pt x="3308" y="466"/>
                    </a:lnTo>
                    <a:lnTo>
                      <a:pt x="3416" y="370"/>
                    </a:lnTo>
                    <a:lnTo>
                      <a:pt x="3523" y="275"/>
                    </a:lnTo>
                    <a:lnTo>
                      <a:pt x="3642" y="191"/>
                    </a:lnTo>
                    <a:lnTo>
                      <a:pt x="3774" y="132"/>
                    </a:lnTo>
                    <a:lnTo>
                      <a:pt x="3905" y="72"/>
                    </a:lnTo>
                    <a:lnTo>
                      <a:pt x="4048" y="48"/>
                    </a:lnTo>
                    <a:lnTo>
                      <a:pt x="4204" y="36"/>
                    </a:lnTo>
                    <a:lnTo>
                      <a:pt x="4215" y="24"/>
                    </a:lnTo>
                    <a:lnTo>
                      <a:pt x="4215" y="12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3" name="Google Shape;1103;p32"/>
              <p:cNvSpPr/>
              <p:nvPr/>
            </p:nvSpPr>
            <p:spPr>
              <a:xfrm>
                <a:off x="5581235" y="128814"/>
                <a:ext cx="136613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3750" h="2640" extrusionOk="0">
                    <a:moveTo>
                      <a:pt x="2592" y="0"/>
                    </a:moveTo>
                    <a:lnTo>
                      <a:pt x="2592" y="12"/>
                    </a:lnTo>
                    <a:lnTo>
                      <a:pt x="2508" y="215"/>
                    </a:lnTo>
                    <a:lnTo>
                      <a:pt x="2413" y="418"/>
                    </a:lnTo>
                    <a:lnTo>
                      <a:pt x="2293" y="597"/>
                    </a:lnTo>
                    <a:lnTo>
                      <a:pt x="2150" y="765"/>
                    </a:lnTo>
                    <a:lnTo>
                      <a:pt x="1983" y="908"/>
                    </a:lnTo>
                    <a:lnTo>
                      <a:pt x="1804" y="1039"/>
                    </a:lnTo>
                    <a:lnTo>
                      <a:pt x="1625" y="1135"/>
                    </a:lnTo>
                    <a:lnTo>
                      <a:pt x="1422" y="1230"/>
                    </a:lnTo>
                    <a:lnTo>
                      <a:pt x="1064" y="1350"/>
                    </a:lnTo>
                    <a:lnTo>
                      <a:pt x="873" y="1409"/>
                    </a:lnTo>
                    <a:lnTo>
                      <a:pt x="693" y="1481"/>
                    </a:lnTo>
                    <a:lnTo>
                      <a:pt x="514" y="1564"/>
                    </a:lnTo>
                    <a:lnTo>
                      <a:pt x="359" y="1660"/>
                    </a:lnTo>
                    <a:lnTo>
                      <a:pt x="288" y="1720"/>
                    </a:lnTo>
                    <a:lnTo>
                      <a:pt x="216" y="1791"/>
                    </a:lnTo>
                    <a:lnTo>
                      <a:pt x="156" y="1863"/>
                    </a:lnTo>
                    <a:lnTo>
                      <a:pt x="96" y="1935"/>
                    </a:lnTo>
                    <a:lnTo>
                      <a:pt x="49" y="2018"/>
                    </a:lnTo>
                    <a:lnTo>
                      <a:pt x="25" y="2102"/>
                    </a:lnTo>
                    <a:lnTo>
                      <a:pt x="1" y="2197"/>
                    </a:lnTo>
                    <a:lnTo>
                      <a:pt x="1" y="2281"/>
                    </a:lnTo>
                    <a:lnTo>
                      <a:pt x="13" y="2364"/>
                    </a:lnTo>
                    <a:lnTo>
                      <a:pt x="49" y="2448"/>
                    </a:lnTo>
                    <a:lnTo>
                      <a:pt x="96" y="2520"/>
                    </a:lnTo>
                    <a:lnTo>
                      <a:pt x="180" y="2567"/>
                    </a:lnTo>
                    <a:lnTo>
                      <a:pt x="264" y="2603"/>
                    </a:lnTo>
                    <a:lnTo>
                      <a:pt x="359" y="2627"/>
                    </a:lnTo>
                    <a:lnTo>
                      <a:pt x="455" y="2639"/>
                    </a:lnTo>
                    <a:lnTo>
                      <a:pt x="801" y="2639"/>
                    </a:lnTo>
                    <a:lnTo>
                      <a:pt x="1040" y="2627"/>
                    </a:lnTo>
                    <a:lnTo>
                      <a:pt x="1267" y="2591"/>
                    </a:lnTo>
                    <a:lnTo>
                      <a:pt x="1493" y="2532"/>
                    </a:lnTo>
                    <a:lnTo>
                      <a:pt x="1720" y="2472"/>
                    </a:lnTo>
                    <a:lnTo>
                      <a:pt x="1923" y="2388"/>
                    </a:lnTo>
                    <a:lnTo>
                      <a:pt x="2138" y="2281"/>
                    </a:lnTo>
                    <a:lnTo>
                      <a:pt x="2341" y="2173"/>
                    </a:lnTo>
                    <a:lnTo>
                      <a:pt x="2532" y="2042"/>
                    </a:lnTo>
                    <a:lnTo>
                      <a:pt x="2711" y="1899"/>
                    </a:lnTo>
                    <a:lnTo>
                      <a:pt x="2890" y="1732"/>
                    </a:lnTo>
                    <a:lnTo>
                      <a:pt x="3069" y="1553"/>
                    </a:lnTo>
                    <a:lnTo>
                      <a:pt x="3225" y="1362"/>
                    </a:lnTo>
                    <a:lnTo>
                      <a:pt x="3356" y="1159"/>
                    </a:lnTo>
                    <a:lnTo>
                      <a:pt x="3487" y="956"/>
                    </a:lnTo>
                    <a:lnTo>
                      <a:pt x="3595" y="729"/>
                    </a:lnTo>
                    <a:lnTo>
                      <a:pt x="3678" y="502"/>
                    </a:lnTo>
                    <a:lnTo>
                      <a:pt x="3750" y="263"/>
                    </a:lnTo>
                    <a:lnTo>
                      <a:pt x="3750" y="251"/>
                    </a:lnTo>
                    <a:lnTo>
                      <a:pt x="3738" y="239"/>
                    </a:lnTo>
                    <a:lnTo>
                      <a:pt x="3726" y="239"/>
                    </a:lnTo>
                    <a:lnTo>
                      <a:pt x="3714" y="251"/>
                    </a:lnTo>
                    <a:lnTo>
                      <a:pt x="3654" y="466"/>
                    </a:lnTo>
                    <a:lnTo>
                      <a:pt x="3583" y="657"/>
                    </a:lnTo>
                    <a:lnTo>
                      <a:pt x="3487" y="860"/>
                    </a:lnTo>
                    <a:lnTo>
                      <a:pt x="3392" y="1051"/>
                    </a:lnTo>
                    <a:lnTo>
                      <a:pt x="3272" y="1230"/>
                    </a:lnTo>
                    <a:lnTo>
                      <a:pt x="3141" y="1409"/>
                    </a:lnTo>
                    <a:lnTo>
                      <a:pt x="3010" y="1564"/>
                    </a:lnTo>
                    <a:lnTo>
                      <a:pt x="2855" y="1732"/>
                    </a:lnTo>
                    <a:lnTo>
                      <a:pt x="2687" y="1875"/>
                    </a:lnTo>
                    <a:lnTo>
                      <a:pt x="2508" y="2018"/>
                    </a:lnTo>
                    <a:lnTo>
                      <a:pt x="2317" y="2138"/>
                    </a:lnTo>
                    <a:lnTo>
                      <a:pt x="2126" y="2245"/>
                    </a:lnTo>
                    <a:lnTo>
                      <a:pt x="1923" y="2352"/>
                    </a:lnTo>
                    <a:lnTo>
                      <a:pt x="1708" y="2424"/>
                    </a:lnTo>
                    <a:lnTo>
                      <a:pt x="1493" y="2496"/>
                    </a:lnTo>
                    <a:lnTo>
                      <a:pt x="1279" y="2544"/>
                    </a:lnTo>
                    <a:lnTo>
                      <a:pt x="1040" y="2591"/>
                    </a:lnTo>
                    <a:lnTo>
                      <a:pt x="801" y="2603"/>
                    </a:lnTo>
                    <a:lnTo>
                      <a:pt x="574" y="2615"/>
                    </a:lnTo>
                    <a:lnTo>
                      <a:pt x="467" y="2603"/>
                    </a:lnTo>
                    <a:lnTo>
                      <a:pt x="359" y="2591"/>
                    </a:lnTo>
                    <a:lnTo>
                      <a:pt x="252" y="2567"/>
                    </a:lnTo>
                    <a:lnTo>
                      <a:pt x="156" y="2508"/>
                    </a:lnTo>
                    <a:lnTo>
                      <a:pt x="120" y="2484"/>
                    </a:lnTo>
                    <a:lnTo>
                      <a:pt x="85" y="2436"/>
                    </a:lnTo>
                    <a:lnTo>
                      <a:pt x="61" y="2388"/>
                    </a:lnTo>
                    <a:lnTo>
                      <a:pt x="37" y="2341"/>
                    </a:lnTo>
                    <a:lnTo>
                      <a:pt x="37" y="2293"/>
                    </a:lnTo>
                    <a:lnTo>
                      <a:pt x="37" y="2233"/>
                    </a:lnTo>
                    <a:lnTo>
                      <a:pt x="49" y="2138"/>
                    </a:lnTo>
                    <a:lnTo>
                      <a:pt x="85" y="2030"/>
                    </a:lnTo>
                    <a:lnTo>
                      <a:pt x="132" y="1947"/>
                    </a:lnTo>
                    <a:lnTo>
                      <a:pt x="192" y="1863"/>
                    </a:lnTo>
                    <a:lnTo>
                      <a:pt x="252" y="1791"/>
                    </a:lnTo>
                    <a:lnTo>
                      <a:pt x="323" y="1732"/>
                    </a:lnTo>
                    <a:lnTo>
                      <a:pt x="407" y="1672"/>
                    </a:lnTo>
                    <a:lnTo>
                      <a:pt x="562" y="1576"/>
                    </a:lnTo>
                    <a:lnTo>
                      <a:pt x="741" y="1493"/>
                    </a:lnTo>
                    <a:lnTo>
                      <a:pt x="920" y="1433"/>
                    </a:lnTo>
                    <a:lnTo>
                      <a:pt x="1099" y="1373"/>
                    </a:lnTo>
                    <a:lnTo>
                      <a:pt x="1290" y="1314"/>
                    </a:lnTo>
                    <a:lnTo>
                      <a:pt x="1458" y="1242"/>
                    </a:lnTo>
                    <a:lnTo>
                      <a:pt x="1661" y="1159"/>
                    </a:lnTo>
                    <a:lnTo>
                      <a:pt x="1840" y="1051"/>
                    </a:lnTo>
                    <a:lnTo>
                      <a:pt x="2019" y="932"/>
                    </a:lnTo>
                    <a:lnTo>
                      <a:pt x="2174" y="788"/>
                    </a:lnTo>
                    <a:lnTo>
                      <a:pt x="2317" y="621"/>
                    </a:lnTo>
                    <a:lnTo>
                      <a:pt x="2449" y="430"/>
                    </a:lnTo>
                    <a:lnTo>
                      <a:pt x="2544" y="227"/>
                    </a:lnTo>
                    <a:lnTo>
                      <a:pt x="2616" y="24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4" name="Google Shape;1104;p32"/>
              <p:cNvSpPr/>
              <p:nvPr/>
            </p:nvSpPr>
            <p:spPr>
              <a:xfrm>
                <a:off x="5492529" y="155772"/>
                <a:ext cx="26120" cy="26995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1" extrusionOk="0">
                    <a:moveTo>
                      <a:pt x="406" y="36"/>
                    </a:moveTo>
                    <a:lnTo>
                      <a:pt x="454" y="48"/>
                    </a:lnTo>
                    <a:lnTo>
                      <a:pt x="502" y="72"/>
                    </a:lnTo>
                    <a:lnTo>
                      <a:pt x="561" y="96"/>
                    </a:lnTo>
                    <a:lnTo>
                      <a:pt x="621" y="168"/>
                    </a:lnTo>
                    <a:lnTo>
                      <a:pt x="657" y="251"/>
                    </a:lnTo>
                    <a:lnTo>
                      <a:pt x="681" y="335"/>
                    </a:lnTo>
                    <a:lnTo>
                      <a:pt x="681" y="430"/>
                    </a:lnTo>
                    <a:lnTo>
                      <a:pt x="669" y="478"/>
                    </a:lnTo>
                    <a:lnTo>
                      <a:pt x="645" y="526"/>
                    </a:lnTo>
                    <a:lnTo>
                      <a:pt x="609" y="574"/>
                    </a:lnTo>
                    <a:lnTo>
                      <a:pt x="573" y="610"/>
                    </a:lnTo>
                    <a:lnTo>
                      <a:pt x="490" y="669"/>
                    </a:lnTo>
                    <a:lnTo>
                      <a:pt x="442" y="693"/>
                    </a:lnTo>
                    <a:lnTo>
                      <a:pt x="394" y="705"/>
                    </a:lnTo>
                    <a:lnTo>
                      <a:pt x="287" y="705"/>
                    </a:lnTo>
                    <a:lnTo>
                      <a:pt x="239" y="693"/>
                    </a:lnTo>
                    <a:lnTo>
                      <a:pt x="191" y="669"/>
                    </a:lnTo>
                    <a:lnTo>
                      <a:pt x="156" y="645"/>
                    </a:lnTo>
                    <a:lnTo>
                      <a:pt x="120" y="610"/>
                    </a:lnTo>
                    <a:lnTo>
                      <a:pt x="84" y="562"/>
                    </a:lnTo>
                    <a:lnTo>
                      <a:pt x="60" y="526"/>
                    </a:lnTo>
                    <a:lnTo>
                      <a:pt x="48" y="466"/>
                    </a:lnTo>
                    <a:lnTo>
                      <a:pt x="36" y="419"/>
                    </a:lnTo>
                    <a:lnTo>
                      <a:pt x="36" y="359"/>
                    </a:lnTo>
                    <a:lnTo>
                      <a:pt x="36" y="299"/>
                    </a:lnTo>
                    <a:lnTo>
                      <a:pt x="48" y="251"/>
                    </a:lnTo>
                    <a:lnTo>
                      <a:pt x="72" y="204"/>
                    </a:lnTo>
                    <a:lnTo>
                      <a:pt x="108" y="156"/>
                    </a:lnTo>
                    <a:lnTo>
                      <a:pt x="144" y="120"/>
                    </a:lnTo>
                    <a:lnTo>
                      <a:pt x="239" y="72"/>
                    </a:lnTo>
                    <a:lnTo>
                      <a:pt x="299" y="48"/>
                    </a:lnTo>
                    <a:lnTo>
                      <a:pt x="347" y="36"/>
                    </a:lnTo>
                    <a:close/>
                    <a:moveTo>
                      <a:pt x="335" y="1"/>
                    </a:moveTo>
                    <a:lnTo>
                      <a:pt x="263" y="25"/>
                    </a:lnTo>
                    <a:lnTo>
                      <a:pt x="191" y="48"/>
                    </a:lnTo>
                    <a:lnTo>
                      <a:pt x="134" y="87"/>
                    </a:lnTo>
                    <a:lnTo>
                      <a:pt x="132" y="84"/>
                    </a:lnTo>
                    <a:lnTo>
                      <a:pt x="120" y="96"/>
                    </a:lnTo>
                    <a:lnTo>
                      <a:pt x="84" y="132"/>
                    </a:lnTo>
                    <a:lnTo>
                      <a:pt x="48" y="180"/>
                    </a:lnTo>
                    <a:lnTo>
                      <a:pt x="24" y="227"/>
                    </a:lnTo>
                    <a:lnTo>
                      <a:pt x="12" y="275"/>
                    </a:lnTo>
                    <a:lnTo>
                      <a:pt x="0" y="335"/>
                    </a:lnTo>
                    <a:lnTo>
                      <a:pt x="0" y="383"/>
                    </a:lnTo>
                    <a:lnTo>
                      <a:pt x="12" y="490"/>
                    </a:lnTo>
                    <a:lnTo>
                      <a:pt x="36" y="550"/>
                    </a:lnTo>
                    <a:lnTo>
                      <a:pt x="60" y="598"/>
                    </a:lnTo>
                    <a:lnTo>
                      <a:pt x="96" y="633"/>
                    </a:lnTo>
                    <a:lnTo>
                      <a:pt x="132" y="669"/>
                    </a:lnTo>
                    <a:lnTo>
                      <a:pt x="179" y="705"/>
                    </a:lnTo>
                    <a:lnTo>
                      <a:pt x="227" y="729"/>
                    </a:lnTo>
                    <a:lnTo>
                      <a:pt x="275" y="741"/>
                    </a:lnTo>
                    <a:lnTo>
                      <a:pt x="394" y="741"/>
                    </a:lnTo>
                    <a:lnTo>
                      <a:pt x="454" y="717"/>
                    </a:lnTo>
                    <a:lnTo>
                      <a:pt x="502" y="705"/>
                    </a:lnTo>
                    <a:lnTo>
                      <a:pt x="550" y="669"/>
                    </a:lnTo>
                    <a:lnTo>
                      <a:pt x="597" y="633"/>
                    </a:lnTo>
                    <a:lnTo>
                      <a:pt x="633" y="598"/>
                    </a:lnTo>
                    <a:lnTo>
                      <a:pt x="669" y="550"/>
                    </a:lnTo>
                    <a:lnTo>
                      <a:pt x="693" y="490"/>
                    </a:lnTo>
                    <a:lnTo>
                      <a:pt x="717" y="442"/>
                    </a:lnTo>
                    <a:lnTo>
                      <a:pt x="717" y="395"/>
                    </a:lnTo>
                    <a:lnTo>
                      <a:pt x="717" y="347"/>
                    </a:lnTo>
                    <a:lnTo>
                      <a:pt x="705" y="287"/>
                    </a:lnTo>
                    <a:lnTo>
                      <a:pt x="669" y="192"/>
                    </a:lnTo>
                    <a:lnTo>
                      <a:pt x="609" y="108"/>
                    </a:lnTo>
                    <a:lnTo>
                      <a:pt x="573" y="72"/>
                    </a:lnTo>
                    <a:lnTo>
                      <a:pt x="526" y="36"/>
                    </a:lnTo>
                    <a:lnTo>
                      <a:pt x="466" y="13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5" name="Google Shape;1105;p32"/>
              <p:cNvSpPr/>
              <p:nvPr/>
            </p:nvSpPr>
            <p:spPr>
              <a:xfrm>
                <a:off x="5334643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5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5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66" y="645"/>
                    </a:lnTo>
                    <a:lnTo>
                      <a:pt x="526" y="609"/>
                    </a:lnTo>
                    <a:lnTo>
                      <a:pt x="573" y="573"/>
                    </a:lnTo>
                    <a:lnTo>
                      <a:pt x="621" y="525"/>
                    </a:lnTo>
                    <a:lnTo>
                      <a:pt x="645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45" y="203"/>
                    </a:lnTo>
                    <a:lnTo>
                      <a:pt x="621" y="143"/>
                    </a:lnTo>
                    <a:lnTo>
                      <a:pt x="573" y="96"/>
                    </a:lnTo>
                    <a:lnTo>
                      <a:pt x="526" y="48"/>
                    </a:lnTo>
                    <a:lnTo>
                      <a:pt x="466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6" name="Google Shape;1106;p32"/>
              <p:cNvSpPr/>
              <p:nvPr/>
            </p:nvSpPr>
            <p:spPr>
              <a:xfrm>
                <a:off x="5369870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6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6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7" name="Google Shape;1107;p32"/>
              <p:cNvSpPr/>
              <p:nvPr/>
            </p:nvSpPr>
            <p:spPr>
              <a:xfrm>
                <a:off x="5405098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15" y="24"/>
                    </a:lnTo>
                    <a:lnTo>
                      <a:pt x="156" y="48"/>
                    </a:lnTo>
                    <a:lnTo>
                      <a:pt x="108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108" y="573"/>
                    </a:lnTo>
                    <a:lnTo>
                      <a:pt x="156" y="609"/>
                    </a:lnTo>
                    <a:lnTo>
                      <a:pt x="215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08" name="Google Shape;1108;p32"/>
            <p:cNvGrpSpPr/>
            <p:nvPr/>
          </p:nvGrpSpPr>
          <p:grpSpPr>
            <a:xfrm>
              <a:off x="6857225" y="1044000"/>
              <a:ext cx="569636" cy="387603"/>
              <a:chOff x="6884625" y="563500"/>
              <a:chExt cx="569636" cy="387603"/>
            </a:xfrm>
          </p:grpSpPr>
          <p:sp>
            <p:nvSpPr>
              <p:cNvPr id="1109" name="Google Shape;1109;p32"/>
              <p:cNvSpPr/>
              <p:nvPr/>
            </p:nvSpPr>
            <p:spPr>
              <a:xfrm>
                <a:off x="6886133" y="634494"/>
                <a:ext cx="566620" cy="316609"/>
              </a:xfrm>
              <a:custGeom>
                <a:avLst/>
                <a:gdLst/>
                <a:ahLst/>
                <a:cxnLst/>
                <a:rect l="l" t="t" r="r" b="b"/>
                <a:pathLst>
                  <a:path w="13528" h="7559" extrusionOk="0">
                    <a:moveTo>
                      <a:pt x="13528" y="1"/>
                    </a:moveTo>
                    <a:lnTo>
                      <a:pt x="11534" y="502"/>
                    </a:lnTo>
                    <a:lnTo>
                      <a:pt x="8836" y="4347"/>
                    </a:lnTo>
                    <a:lnTo>
                      <a:pt x="6185" y="1577"/>
                    </a:lnTo>
                    <a:lnTo>
                      <a:pt x="3343" y="4848"/>
                    </a:lnTo>
                    <a:lnTo>
                      <a:pt x="2866" y="4287"/>
                    </a:lnTo>
                    <a:lnTo>
                      <a:pt x="1803" y="3045"/>
                    </a:lnTo>
                    <a:lnTo>
                      <a:pt x="1206" y="2376"/>
                    </a:lnTo>
                    <a:lnTo>
                      <a:pt x="669" y="1780"/>
                    </a:lnTo>
                    <a:lnTo>
                      <a:pt x="442" y="1529"/>
                    </a:lnTo>
                    <a:lnTo>
                      <a:pt x="239" y="1338"/>
                    </a:lnTo>
                    <a:lnTo>
                      <a:pt x="96" y="1206"/>
                    </a:lnTo>
                    <a:lnTo>
                      <a:pt x="36" y="1159"/>
                    </a:lnTo>
                    <a:lnTo>
                      <a:pt x="0" y="1135"/>
                    </a:lnTo>
                    <a:lnTo>
                      <a:pt x="0" y="6734"/>
                    </a:lnTo>
                    <a:lnTo>
                      <a:pt x="0" y="6818"/>
                    </a:lnTo>
                    <a:lnTo>
                      <a:pt x="12" y="6902"/>
                    </a:lnTo>
                    <a:lnTo>
                      <a:pt x="36" y="6973"/>
                    </a:lnTo>
                    <a:lnTo>
                      <a:pt x="60" y="7057"/>
                    </a:lnTo>
                    <a:lnTo>
                      <a:pt x="96" y="7128"/>
                    </a:lnTo>
                    <a:lnTo>
                      <a:pt x="132" y="7188"/>
                    </a:lnTo>
                    <a:lnTo>
                      <a:pt x="179" y="7260"/>
                    </a:lnTo>
                    <a:lnTo>
                      <a:pt x="239" y="7308"/>
                    </a:lnTo>
                    <a:lnTo>
                      <a:pt x="299" y="7367"/>
                    </a:lnTo>
                    <a:lnTo>
                      <a:pt x="359" y="7415"/>
                    </a:lnTo>
                    <a:lnTo>
                      <a:pt x="430" y="7451"/>
                    </a:lnTo>
                    <a:lnTo>
                      <a:pt x="502" y="7487"/>
                    </a:lnTo>
                    <a:lnTo>
                      <a:pt x="573" y="7522"/>
                    </a:lnTo>
                    <a:lnTo>
                      <a:pt x="645" y="7534"/>
                    </a:lnTo>
                    <a:lnTo>
                      <a:pt x="729" y="7546"/>
                    </a:lnTo>
                    <a:lnTo>
                      <a:pt x="812" y="7558"/>
                    </a:lnTo>
                    <a:lnTo>
                      <a:pt x="12728" y="7558"/>
                    </a:lnTo>
                    <a:lnTo>
                      <a:pt x="12812" y="7546"/>
                    </a:lnTo>
                    <a:lnTo>
                      <a:pt x="12883" y="7534"/>
                    </a:lnTo>
                    <a:lnTo>
                      <a:pt x="12967" y="7522"/>
                    </a:lnTo>
                    <a:lnTo>
                      <a:pt x="13038" y="7487"/>
                    </a:lnTo>
                    <a:lnTo>
                      <a:pt x="13110" y="7451"/>
                    </a:lnTo>
                    <a:lnTo>
                      <a:pt x="13182" y="7415"/>
                    </a:lnTo>
                    <a:lnTo>
                      <a:pt x="13241" y="7367"/>
                    </a:lnTo>
                    <a:lnTo>
                      <a:pt x="13301" y="7319"/>
                    </a:lnTo>
                    <a:lnTo>
                      <a:pt x="13349" y="7260"/>
                    </a:lnTo>
                    <a:lnTo>
                      <a:pt x="13397" y="7200"/>
                    </a:lnTo>
                    <a:lnTo>
                      <a:pt x="13432" y="7128"/>
                    </a:lnTo>
                    <a:lnTo>
                      <a:pt x="13468" y="7057"/>
                    </a:lnTo>
                    <a:lnTo>
                      <a:pt x="13492" y="6985"/>
                    </a:lnTo>
                    <a:lnTo>
                      <a:pt x="13516" y="6902"/>
                    </a:lnTo>
                    <a:lnTo>
                      <a:pt x="13528" y="6830"/>
                    </a:lnTo>
                    <a:lnTo>
                      <a:pt x="13528" y="6746"/>
                    </a:lnTo>
                    <a:lnTo>
                      <a:pt x="13528" y="1"/>
                    </a:lnTo>
                    <a:close/>
                  </a:path>
                </a:pathLst>
              </a:custGeom>
              <a:solidFill>
                <a:srgbClr val="B4DDDD">
                  <a:alpha val="6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0" name="Google Shape;1110;p32"/>
              <p:cNvSpPr/>
              <p:nvPr/>
            </p:nvSpPr>
            <p:spPr>
              <a:xfrm>
                <a:off x="6886133" y="634494"/>
                <a:ext cx="566620" cy="316609"/>
              </a:xfrm>
              <a:custGeom>
                <a:avLst/>
                <a:gdLst/>
                <a:ahLst/>
                <a:cxnLst/>
                <a:rect l="l" t="t" r="r" b="b"/>
                <a:pathLst>
                  <a:path w="13528" h="7559" fill="none" extrusionOk="0">
                    <a:moveTo>
                      <a:pt x="0" y="1135"/>
                    </a:moveTo>
                    <a:lnTo>
                      <a:pt x="0" y="1135"/>
                    </a:lnTo>
                    <a:lnTo>
                      <a:pt x="36" y="1159"/>
                    </a:lnTo>
                    <a:lnTo>
                      <a:pt x="96" y="1206"/>
                    </a:lnTo>
                    <a:lnTo>
                      <a:pt x="239" y="1338"/>
                    </a:lnTo>
                    <a:lnTo>
                      <a:pt x="442" y="1529"/>
                    </a:lnTo>
                    <a:lnTo>
                      <a:pt x="669" y="1780"/>
                    </a:lnTo>
                    <a:lnTo>
                      <a:pt x="1206" y="2376"/>
                    </a:lnTo>
                    <a:lnTo>
                      <a:pt x="1803" y="3045"/>
                    </a:lnTo>
                    <a:lnTo>
                      <a:pt x="2866" y="4287"/>
                    </a:lnTo>
                    <a:lnTo>
                      <a:pt x="3343" y="4848"/>
                    </a:lnTo>
                    <a:lnTo>
                      <a:pt x="6185" y="1577"/>
                    </a:lnTo>
                    <a:lnTo>
                      <a:pt x="8836" y="4347"/>
                    </a:lnTo>
                    <a:lnTo>
                      <a:pt x="11534" y="502"/>
                    </a:lnTo>
                    <a:lnTo>
                      <a:pt x="13528" y="1"/>
                    </a:lnTo>
                    <a:lnTo>
                      <a:pt x="13528" y="1"/>
                    </a:lnTo>
                    <a:lnTo>
                      <a:pt x="13528" y="6746"/>
                    </a:lnTo>
                    <a:lnTo>
                      <a:pt x="13528" y="6746"/>
                    </a:lnTo>
                    <a:lnTo>
                      <a:pt x="13528" y="6830"/>
                    </a:lnTo>
                    <a:lnTo>
                      <a:pt x="13516" y="6902"/>
                    </a:lnTo>
                    <a:lnTo>
                      <a:pt x="13492" y="6985"/>
                    </a:lnTo>
                    <a:lnTo>
                      <a:pt x="13468" y="7057"/>
                    </a:lnTo>
                    <a:lnTo>
                      <a:pt x="13432" y="7128"/>
                    </a:lnTo>
                    <a:lnTo>
                      <a:pt x="13397" y="7200"/>
                    </a:lnTo>
                    <a:lnTo>
                      <a:pt x="13349" y="7260"/>
                    </a:lnTo>
                    <a:lnTo>
                      <a:pt x="13301" y="7319"/>
                    </a:lnTo>
                    <a:lnTo>
                      <a:pt x="13241" y="7367"/>
                    </a:lnTo>
                    <a:lnTo>
                      <a:pt x="13182" y="7415"/>
                    </a:lnTo>
                    <a:lnTo>
                      <a:pt x="13110" y="7451"/>
                    </a:lnTo>
                    <a:lnTo>
                      <a:pt x="13038" y="7487"/>
                    </a:lnTo>
                    <a:lnTo>
                      <a:pt x="12967" y="7522"/>
                    </a:lnTo>
                    <a:lnTo>
                      <a:pt x="12883" y="7534"/>
                    </a:lnTo>
                    <a:lnTo>
                      <a:pt x="12812" y="7546"/>
                    </a:lnTo>
                    <a:lnTo>
                      <a:pt x="12728" y="7558"/>
                    </a:lnTo>
                    <a:lnTo>
                      <a:pt x="812" y="7558"/>
                    </a:lnTo>
                    <a:lnTo>
                      <a:pt x="812" y="7558"/>
                    </a:lnTo>
                    <a:lnTo>
                      <a:pt x="729" y="7546"/>
                    </a:lnTo>
                    <a:lnTo>
                      <a:pt x="645" y="7534"/>
                    </a:lnTo>
                    <a:lnTo>
                      <a:pt x="573" y="7522"/>
                    </a:lnTo>
                    <a:lnTo>
                      <a:pt x="502" y="7487"/>
                    </a:lnTo>
                    <a:lnTo>
                      <a:pt x="430" y="7451"/>
                    </a:lnTo>
                    <a:lnTo>
                      <a:pt x="359" y="7415"/>
                    </a:lnTo>
                    <a:lnTo>
                      <a:pt x="299" y="7367"/>
                    </a:lnTo>
                    <a:lnTo>
                      <a:pt x="239" y="7308"/>
                    </a:lnTo>
                    <a:lnTo>
                      <a:pt x="179" y="7260"/>
                    </a:lnTo>
                    <a:lnTo>
                      <a:pt x="132" y="7188"/>
                    </a:lnTo>
                    <a:lnTo>
                      <a:pt x="96" y="7128"/>
                    </a:lnTo>
                    <a:lnTo>
                      <a:pt x="60" y="7057"/>
                    </a:lnTo>
                    <a:lnTo>
                      <a:pt x="36" y="6973"/>
                    </a:lnTo>
                    <a:lnTo>
                      <a:pt x="12" y="6902"/>
                    </a:lnTo>
                    <a:lnTo>
                      <a:pt x="0" y="6818"/>
                    </a:lnTo>
                    <a:lnTo>
                      <a:pt x="0" y="6734"/>
                    </a:lnTo>
                    <a:lnTo>
                      <a:pt x="0" y="1135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1" name="Google Shape;1111;p32"/>
              <p:cNvSpPr/>
              <p:nvPr/>
            </p:nvSpPr>
            <p:spPr>
              <a:xfrm>
                <a:off x="6884625" y="633489"/>
                <a:ext cx="569636" cy="205069"/>
              </a:xfrm>
              <a:custGeom>
                <a:avLst/>
                <a:gdLst/>
                <a:ahLst/>
                <a:cxnLst/>
                <a:rect l="l" t="t" r="r" b="b"/>
                <a:pathLst>
                  <a:path w="13600" h="4896" extrusionOk="0">
                    <a:moveTo>
                      <a:pt x="13564" y="1"/>
                    </a:moveTo>
                    <a:lnTo>
                      <a:pt x="12143" y="347"/>
                    </a:lnTo>
                    <a:lnTo>
                      <a:pt x="11761" y="442"/>
                    </a:lnTo>
                    <a:lnTo>
                      <a:pt x="11665" y="466"/>
                    </a:lnTo>
                    <a:lnTo>
                      <a:pt x="11570" y="490"/>
                    </a:lnTo>
                    <a:lnTo>
                      <a:pt x="11546" y="514"/>
                    </a:lnTo>
                    <a:lnTo>
                      <a:pt x="11534" y="538"/>
                    </a:lnTo>
                    <a:lnTo>
                      <a:pt x="11439" y="657"/>
                    </a:lnTo>
                    <a:lnTo>
                      <a:pt x="10591" y="1875"/>
                    </a:lnTo>
                    <a:lnTo>
                      <a:pt x="9481" y="3439"/>
                    </a:lnTo>
                    <a:lnTo>
                      <a:pt x="9063" y="4036"/>
                    </a:lnTo>
                    <a:lnTo>
                      <a:pt x="8919" y="4239"/>
                    </a:lnTo>
                    <a:lnTo>
                      <a:pt x="8884" y="4287"/>
                    </a:lnTo>
                    <a:lnTo>
                      <a:pt x="8862" y="4324"/>
                    </a:lnTo>
                    <a:lnTo>
                      <a:pt x="8862" y="4324"/>
                    </a:lnTo>
                    <a:lnTo>
                      <a:pt x="7988" y="3415"/>
                    </a:lnTo>
                    <a:lnTo>
                      <a:pt x="6567" y="1923"/>
                    </a:lnTo>
                    <a:lnTo>
                      <a:pt x="6245" y="1577"/>
                    </a:lnTo>
                    <a:lnTo>
                      <a:pt x="6221" y="1565"/>
                    </a:lnTo>
                    <a:lnTo>
                      <a:pt x="6209" y="1577"/>
                    </a:lnTo>
                    <a:lnTo>
                      <a:pt x="5242" y="2687"/>
                    </a:lnTo>
                    <a:lnTo>
                      <a:pt x="3714" y="4442"/>
                    </a:lnTo>
                    <a:lnTo>
                      <a:pt x="3380" y="4820"/>
                    </a:lnTo>
                    <a:lnTo>
                      <a:pt x="3105" y="4490"/>
                    </a:lnTo>
                    <a:lnTo>
                      <a:pt x="2365" y="3630"/>
                    </a:lnTo>
                    <a:lnTo>
                      <a:pt x="1445" y="2580"/>
                    </a:lnTo>
                    <a:lnTo>
                      <a:pt x="1027" y="2102"/>
                    </a:lnTo>
                    <a:lnTo>
                      <a:pt x="597" y="1648"/>
                    </a:lnTo>
                    <a:lnTo>
                      <a:pt x="275" y="1326"/>
                    </a:lnTo>
                    <a:lnTo>
                      <a:pt x="180" y="1230"/>
                    </a:lnTo>
                    <a:lnTo>
                      <a:pt x="72" y="1147"/>
                    </a:lnTo>
                    <a:lnTo>
                      <a:pt x="36" y="1135"/>
                    </a:lnTo>
                    <a:lnTo>
                      <a:pt x="12" y="1135"/>
                    </a:lnTo>
                    <a:lnTo>
                      <a:pt x="1" y="1159"/>
                    </a:lnTo>
                    <a:lnTo>
                      <a:pt x="12" y="1171"/>
                    </a:lnTo>
                    <a:lnTo>
                      <a:pt x="24" y="1195"/>
                    </a:lnTo>
                    <a:lnTo>
                      <a:pt x="60" y="1218"/>
                    </a:lnTo>
                    <a:lnTo>
                      <a:pt x="108" y="1254"/>
                    </a:lnTo>
                    <a:lnTo>
                      <a:pt x="192" y="1326"/>
                    </a:lnTo>
                    <a:lnTo>
                      <a:pt x="347" y="1469"/>
                    </a:lnTo>
                    <a:lnTo>
                      <a:pt x="490" y="1624"/>
                    </a:lnTo>
                    <a:lnTo>
                      <a:pt x="908" y="2066"/>
                    </a:lnTo>
                    <a:lnTo>
                      <a:pt x="1314" y="2508"/>
                    </a:lnTo>
                    <a:lnTo>
                      <a:pt x="2221" y="3559"/>
                    </a:lnTo>
                    <a:lnTo>
                      <a:pt x="2985" y="4454"/>
                    </a:lnTo>
                    <a:lnTo>
                      <a:pt x="3236" y="4741"/>
                    </a:lnTo>
                    <a:lnTo>
                      <a:pt x="3296" y="4812"/>
                    </a:lnTo>
                    <a:lnTo>
                      <a:pt x="3356" y="4884"/>
                    </a:lnTo>
                    <a:lnTo>
                      <a:pt x="3356" y="4896"/>
                    </a:lnTo>
                    <a:lnTo>
                      <a:pt x="3403" y="4896"/>
                    </a:lnTo>
                    <a:lnTo>
                      <a:pt x="4370" y="3785"/>
                    </a:lnTo>
                    <a:lnTo>
                      <a:pt x="5899" y="2018"/>
                    </a:lnTo>
                    <a:lnTo>
                      <a:pt x="6228" y="1644"/>
                    </a:lnTo>
                    <a:lnTo>
                      <a:pt x="6228" y="1644"/>
                    </a:lnTo>
                    <a:lnTo>
                      <a:pt x="7093" y="2556"/>
                    </a:lnTo>
                    <a:lnTo>
                      <a:pt x="8525" y="4048"/>
                    </a:lnTo>
                    <a:lnTo>
                      <a:pt x="8848" y="4394"/>
                    </a:lnTo>
                    <a:lnTo>
                      <a:pt x="8872" y="4394"/>
                    </a:lnTo>
                    <a:lnTo>
                      <a:pt x="8896" y="4382"/>
                    </a:lnTo>
                    <a:lnTo>
                      <a:pt x="9409" y="3642"/>
                    </a:lnTo>
                    <a:lnTo>
                      <a:pt x="10495" y="2114"/>
                    </a:lnTo>
                    <a:lnTo>
                      <a:pt x="11415" y="801"/>
                    </a:lnTo>
                    <a:lnTo>
                      <a:pt x="11534" y="621"/>
                    </a:lnTo>
                    <a:lnTo>
                      <a:pt x="11570" y="586"/>
                    </a:lnTo>
                    <a:lnTo>
                      <a:pt x="11594" y="562"/>
                    </a:lnTo>
                    <a:lnTo>
                      <a:pt x="11594" y="550"/>
                    </a:lnTo>
                    <a:lnTo>
                      <a:pt x="11630" y="538"/>
                    </a:lnTo>
                    <a:lnTo>
                      <a:pt x="11665" y="538"/>
                    </a:lnTo>
                    <a:lnTo>
                      <a:pt x="11964" y="454"/>
                    </a:lnTo>
                    <a:lnTo>
                      <a:pt x="13540" y="60"/>
                    </a:lnTo>
                    <a:lnTo>
                      <a:pt x="13576" y="48"/>
                    </a:lnTo>
                    <a:lnTo>
                      <a:pt x="13600" y="36"/>
                    </a:lnTo>
                    <a:lnTo>
                      <a:pt x="13600" y="13"/>
                    </a:lnTo>
                    <a:lnTo>
                      <a:pt x="135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2" name="Google Shape;1112;p32"/>
              <p:cNvSpPr/>
              <p:nvPr/>
            </p:nvSpPr>
            <p:spPr>
              <a:xfrm>
                <a:off x="6908122" y="563500"/>
                <a:ext cx="21571" cy="21026"/>
              </a:xfrm>
              <a:custGeom>
                <a:avLst/>
                <a:gdLst/>
                <a:ahLst/>
                <a:cxnLst/>
                <a:rect l="l" t="t" r="r" b="b"/>
                <a:pathLst>
                  <a:path w="515" h="502" extrusionOk="0">
                    <a:moveTo>
                      <a:pt x="204" y="0"/>
                    </a:moveTo>
                    <a:lnTo>
                      <a:pt x="156" y="12"/>
                    </a:lnTo>
                    <a:lnTo>
                      <a:pt x="120" y="36"/>
                    </a:lnTo>
                    <a:lnTo>
                      <a:pt x="84" y="72"/>
                    </a:lnTo>
                    <a:lnTo>
                      <a:pt x="48" y="108"/>
                    </a:lnTo>
                    <a:lnTo>
                      <a:pt x="25" y="155"/>
                    </a:lnTo>
                    <a:lnTo>
                      <a:pt x="13" y="203"/>
                    </a:lnTo>
                    <a:lnTo>
                      <a:pt x="1" y="251"/>
                    </a:lnTo>
                    <a:lnTo>
                      <a:pt x="13" y="299"/>
                    </a:lnTo>
                    <a:lnTo>
                      <a:pt x="25" y="346"/>
                    </a:lnTo>
                    <a:lnTo>
                      <a:pt x="48" y="394"/>
                    </a:lnTo>
                    <a:lnTo>
                      <a:pt x="84" y="430"/>
                    </a:lnTo>
                    <a:lnTo>
                      <a:pt x="120" y="466"/>
                    </a:lnTo>
                    <a:lnTo>
                      <a:pt x="156" y="490"/>
                    </a:lnTo>
                    <a:lnTo>
                      <a:pt x="204" y="502"/>
                    </a:lnTo>
                    <a:lnTo>
                      <a:pt x="311" y="502"/>
                    </a:lnTo>
                    <a:lnTo>
                      <a:pt x="359" y="490"/>
                    </a:lnTo>
                    <a:lnTo>
                      <a:pt x="407" y="466"/>
                    </a:lnTo>
                    <a:lnTo>
                      <a:pt x="442" y="430"/>
                    </a:lnTo>
                    <a:lnTo>
                      <a:pt x="466" y="394"/>
                    </a:lnTo>
                    <a:lnTo>
                      <a:pt x="490" y="346"/>
                    </a:lnTo>
                    <a:lnTo>
                      <a:pt x="514" y="299"/>
                    </a:lnTo>
                    <a:lnTo>
                      <a:pt x="514" y="251"/>
                    </a:lnTo>
                    <a:lnTo>
                      <a:pt x="514" y="203"/>
                    </a:lnTo>
                    <a:lnTo>
                      <a:pt x="490" y="155"/>
                    </a:lnTo>
                    <a:lnTo>
                      <a:pt x="466" y="108"/>
                    </a:lnTo>
                    <a:lnTo>
                      <a:pt x="442" y="72"/>
                    </a:lnTo>
                    <a:lnTo>
                      <a:pt x="407" y="36"/>
                    </a:lnTo>
                    <a:lnTo>
                      <a:pt x="359" y="12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3" name="Google Shape;1113;p32"/>
              <p:cNvSpPr/>
              <p:nvPr/>
            </p:nvSpPr>
            <p:spPr>
              <a:xfrm>
                <a:off x="6939117" y="563500"/>
                <a:ext cx="21068" cy="21026"/>
              </a:xfrm>
              <a:custGeom>
                <a:avLst/>
                <a:gdLst/>
                <a:ahLst/>
                <a:cxnLst/>
                <a:rect l="l" t="t" r="r" b="b"/>
                <a:pathLst>
                  <a:path w="503" h="502" extrusionOk="0">
                    <a:moveTo>
                      <a:pt x="204" y="0"/>
                    </a:moveTo>
                    <a:lnTo>
                      <a:pt x="156" y="12"/>
                    </a:lnTo>
                    <a:lnTo>
                      <a:pt x="108" y="36"/>
                    </a:lnTo>
                    <a:lnTo>
                      <a:pt x="73" y="72"/>
                    </a:lnTo>
                    <a:lnTo>
                      <a:pt x="37" y="108"/>
                    </a:lnTo>
                    <a:lnTo>
                      <a:pt x="13" y="155"/>
                    </a:lnTo>
                    <a:lnTo>
                      <a:pt x="1" y="203"/>
                    </a:lnTo>
                    <a:lnTo>
                      <a:pt x="1" y="251"/>
                    </a:lnTo>
                    <a:lnTo>
                      <a:pt x="1" y="299"/>
                    </a:lnTo>
                    <a:lnTo>
                      <a:pt x="13" y="346"/>
                    </a:lnTo>
                    <a:lnTo>
                      <a:pt x="37" y="394"/>
                    </a:lnTo>
                    <a:lnTo>
                      <a:pt x="73" y="430"/>
                    </a:lnTo>
                    <a:lnTo>
                      <a:pt x="108" y="466"/>
                    </a:lnTo>
                    <a:lnTo>
                      <a:pt x="156" y="490"/>
                    </a:lnTo>
                    <a:lnTo>
                      <a:pt x="204" y="502"/>
                    </a:lnTo>
                    <a:lnTo>
                      <a:pt x="299" y="502"/>
                    </a:lnTo>
                    <a:lnTo>
                      <a:pt x="347" y="490"/>
                    </a:lnTo>
                    <a:lnTo>
                      <a:pt x="395" y="466"/>
                    </a:lnTo>
                    <a:lnTo>
                      <a:pt x="431" y="430"/>
                    </a:lnTo>
                    <a:lnTo>
                      <a:pt x="467" y="394"/>
                    </a:lnTo>
                    <a:lnTo>
                      <a:pt x="490" y="346"/>
                    </a:lnTo>
                    <a:lnTo>
                      <a:pt x="502" y="299"/>
                    </a:lnTo>
                    <a:lnTo>
                      <a:pt x="502" y="251"/>
                    </a:lnTo>
                    <a:lnTo>
                      <a:pt x="502" y="203"/>
                    </a:lnTo>
                    <a:lnTo>
                      <a:pt x="490" y="155"/>
                    </a:lnTo>
                    <a:lnTo>
                      <a:pt x="467" y="108"/>
                    </a:lnTo>
                    <a:lnTo>
                      <a:pt x="431" y="72"/>
                    </a:lnTo>
                    <a:lnTo>
                      <a:pt x="395" y="36"/>
                    </a:lnTo>
                    <a:lnTo>
                      <a:pt x="347" y="12"/>
                    </a:lnTo>
                    <a:lnTo>
                      <a:pt x="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4" name="Google Shape;1114;p32"/>
              <p:cNvSpPr/>
              <p:nvPr/>
            </p:nvSpPr>
            <p:spPr>
              <a:xfrm>
                <a:off x="6969651" y="563500"/>
                <a:ext cx="21529" cy="21026"/>
              </a:xfrm>
              <a:custGeom>
                <a:avLst/>
                <a:gdLst/>
                <a:ahLst/>
                <a:cxnLst/>
                <a:rect l="l" t="t" r="r" b="b"/>
                <a:pathLst>
                  <a:path w="514" h="502" extrusionOk="0">
                    <a:moveTo>
                      <a:pt x="203" y="0"/>
                    </a:moveTo>
                    <a:lnTo>
                      <a:pt x="155" y="12"/>
                    </a:lnTo>
                    <a:lnTo>
                      <a:pt x="108" y="36"/>
                    </a:lnTo>
                    <a:lnTo>
                      <a:pt x="72" y="72"/>
                    </a:lnTo>
                    <a:lnTo>
                      <a:pt x="48" y="108"/>
                    </a:lnTo>
                    <a:lnTo>
                      <a:pt x="24" y="155"/>
                    </a:lnTo>
                    <a:lnTo>
                      <a:pt x="0" y="203"/>
                    </a:lnTo>
                    <a:lnTo>
                      <a:pt x="0" y="251"/>
                    </a:lnTo>
                    <a:lnTo>
                      <a:pt x="0" y="299"/>
                    </a:lnTo>
                    <a:lnTo>
                      <a:pt x="24" y="346"/>
                    </a:lnTo>
                    <a:lnTo>
                      <a:pt x="48" y="394"/>
                    </a:lnTo>
                    <a:lnTo>
                      <a:pt x="72" y="430"/>
                    </a:lnTo>
                    <a:lnTo>
                      <a:pt x="108" y="466"/>
                    </a:lnTo>
                    <a:lnTo>
                      <a:pt x="155" y="490"/>
                    </a:lnTo>
                    <a:lnTo>
                      <a:pt x="203" y="502"/>
                    </a:lnTo>
                    <a:lnTo>
                      <a:pt x="311" y="502"/>
                    </a:lnTo>
                    <a:lnTo>
                      <a:pt x="358" y="490"/>
                    </a:lnTo>
                    <a:lnTo>
                      <a:pt x="394" y="466"/>
                    </a:lnTo>
                    <a:lnTo>
                      <a:pt x="430" y="430"/>
                    </a:lnTo>
                    <a:lnTo>
                      <a:pt x="466" y="394"/>
                    </a:lnTo>
                    <a:lnTo>
                      <a:pt x="490" y="346"/>
                    </a:lnTo>
                    <a:lnTo>
                      <a:pt x="502" y="299"/>
                    </a:lnTo>
                    <a:lnTo>
                      <a:pt x="514" y="251"/>
                    </a:lnTo>
                    <a:lnTo>
                      <a:pt x="502" y="203"/>
                    </a:lnTo>
                    <a:lnTo>
                      <a:pt x="490" y="155"/>
                    </a:lnTo>
                    <a:lnTo>
                      <a:pt x="466" y="108"/>
                    </a:lnTo>
                    <a:lnTo>
                      <a:pt x="430" y="72"/>
                    </a:lnTo>
                    <a:lnTo>
                      <a:pt x="394" y="36"/>
                    </a:lnTo>
                    <a:lnTo>
                      <a:pt x="358" y="12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5" name="Google Shape;1115;p32"/>
              <p:cNvSpPr/>
              <p:nvPr/>
            </p:nvSpPr>
            <p:spPr>
              <a:xfrm>
                <a:off x="7009651" y="814514"/>
                <a:ext cx="335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01" extrusionOk="0">
                    <a:moveTo>
                      <a:pt x="394" y="1"/>
                    </a:moveTo>
                    <a:lnTo>
                      <a:pt x="311" y="13"/>
                    </a:lnTo>
                    <a:lnTo>
                      <a:pt x="239" y="37"/>
                    </a:lnTo>
                    <a:lnTo>
                      <a:pt x="168" y="72"/>
                    </a:lnTo>
                    <a:lnTo>
                      <a:pt x="108" y="120"/>
                    </a:lnTo>
                    <a:lnTo>
                      <a:pt x="60" y="180"/>
                    </a:lnTo>
                    <a:lnTo>
                      <a:pt x="24" y="240"/>
                    </a:lnTo>
                    <a:lnTo>
                      <a:pt x="0" y="323"/>
                    </a:lnTo>
                    <a:lnTo>
                      <a:pt x="0" y="407"/>
                    </a:lnTo>
                    <a:lnTo>
                      <a:pt x="0" y="478"/>
                    </a:lnTo>
                    <a:lnTo>
                      <a:pt x="24" y="562"/>
                    </a:lnTo>
                    <a:lnTo>
                      <a:pt x="60" y="622"/>
                    </a:lnTo>
                    <a:lnTo>
                      <a:pt x="108" y="681"/>
                    </a:lnTo>
                    <a:lnTo>
                      <a:pt x="168" y="729"/>
                    </a:lnTo>
                    <a:lnTo>
                      <a:pt x="239" y="765"/>
                    </a:lnTo>
                    <a:lnTo>
                      <a:pt x="311" y="789"/>
                    </a:lnTo>
                    <a:lnTo>
                      <a:pt x="394" y="801"/>
                    </a:lnTo>
                    <a:lnTo>
                      <a:pt x="478" y="789"/>
                    </a:lnTo>
                    <a:lnTo>
                      <a:pt x="550" y="765"/>
                    </a:lnTo>
                    <a:lnTo>
                      <a:pt x="621" y="729"/>
                    </a:lnTo>
                    <a:lnTo>
                      <a:pt x="681" y="681"/>
                    </a:lnTo>
                    <a:lnTo>
                      <a:pt x="729" y="622"/>
                    </a:lnTo>
                    <a:lnTo>
                      <a:pt x="765" y="562"/>
                    </a:lnTo>
                    <a:lnTo>
                      <a:pt x="788" y="478"/>
                    </a:lnTo>
                    <a:lnTo>
                      <a:pt x="800" y="407"/>
                    </a:lnTo>
                    <a:lnTo>
                      <a:pt x="788" y="323"/>
                    </a:lnTo>
                    <a:lnTo>
                      <a:pt x="765" y="240"/>
                    </a:lnTo>
                    <a:lnTo>
                      <a:pt x="729" y="180"/>
                    </a:lnTo>
                    <a:lnTo>
                      <a:pt x="681" y="120"/>
                    </a:lnTo>
                    <a:lnTo>
                      <a:pt x="621" y="72"/>
                    </a:lnTo>
                    <a:lnTo>
                      <a:pt x="550" y="37"/>
                    </a:lnTo>
                    <a:lnTo>
                      <a:pt x="478" y="13"/>
                    </a:lnTo>
                    <a:lnTo>
                      <a:pt x="3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6" name="Google Shape;1116;p32"/>
              <p:cNvSpPr/>
              <p:nvPr/>
            </p:nvSpPr>
            <p:spPr>
              <a:xfrm>
                <a:off x="7240183" y="797509"/>
                <a:ext cx="335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01" extrusionOk="0">
                    <a:moveTo>
                      <a:pt x="311" y="1"/>
                    </a:moveTo>
                    <a:lnTo>
                      <a:pt x="239" y="25"/>
                    </a:lnTo>
                    <a:lnTo>
                      <a:pt x="168" y="61"/>
                    </a:lnTo>
                    <a:lnTo>
                      <a:pt x="108" y="120"/>
                    </a:lnTo>
                    <a:lnTo>
                      <a:pt x="60" y="180"/>
                    </a:lnTo>
                    <a:lnTo>
                      <a:pt x="24" y="240"/>
                    </a:lnTo>
                    <a:lnTo>
                      <a:pt x="1" y="323"/>
                    </a:lnTo>
                    <a:lnTo>
                      <a:pt x="1" y="395"/>
                    </a:lnTo>
                    <a:lnTo>
                      <a:pt x="1" y="478"/>
                    </a:lnTo>
                    <a:lnTo>
                      <a:pt x="24" y="550"/>
                    </a:lnTo>
                    <a:lnTo>
                      <a:pt x="60" y="622"/>
                    </a:lnTo>
                    <a:lnTo>
                      <a:pt x="108" y="681"/>
                    </a:lnTo>
                    <a:lnTo>
                      <a:pt x="168" y="729"/>
                    </a:lnTo>
                    <a:lnTo>
                      <a:pt x="239" y="765"/>
                    </a:lnTo>
                    <a:lnTo>
                      <a:pt x="311" y="789"/>
                    </a:lnTo>
                    <a:lnTo>
                      <a:pt x="395" y="801"/>
                    </a:lnTo>
                    <a:lnTo>
                      <a:pt x="478" y="789"/>
                    </a:lnTo>
                    <a:lnTo>
                      <a:pt x="550" y="765"/>
                    </a:lnTo>
                    <a:lnTo>
                      <a:pt x="621" y="729"/>
                    </a:lnTo>
                    <a:lnTo>
                      <a:pt x="681" y="681"/>
                    </a:lnTo>
                    <a:lnTo>
                      <a:pt x="729" y="622"/>
                    </a:lnTo>
                    <a:lnTo>
                      <a:pt x="765" y="550"/>
                    </a:lnTo>
                    <a:lnTo>
                      <a:pt x="789" y="478"/>
                    </a:lnTo>
                    <a:lnTo>
                      <a:pt x="801" y="395"/>
                    </a:lnTo>
                    <a:lnTo>
                      <a:pt x="789" y="323"/>
                    </a:lnTo>
                    <a:lnTo>
                      <a:pt x="765" y="240"/>
                    </a:lnTo>
                    <a:lnTo>
                      <a:pt x="729" y="180"/>
                    </a:lnTo>
                    <a:lnTo>
                      <a:pt x="681" y="120"/>
                    </a:lnTo>
                    <a:lnTo>
                      <a:pt x="621" y="61"/>
                    </a:lnTo>
                    <a:lnTo>
                      <a:pt x="550" y="25"/>
                    </a:lnTo>
                    <a:lnTo>
                      <a:pt x="47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7" name="Google Shape;1117;p32"/>
              <p:cNvSpPr/>
              <p:nvPr/>
            </p:nvSpPr>
            <p:spPr>
              <a:xfrm>
                <a:off x="7130655" y="684504"/>
                <a:ext cx="31539" cy="31539"/>
              </a:xfrm>
              <a:custGeom>
                <a:avLst/>
                <a:gdLst/>
                <a:ahLst/>
                <a:cxnLst/>
                <a:rect l="l" t="t" r="r" b="b"/>
                <a:pathLst>
                  <a:path w="753" h="753" extrusionOk="0">
                    <a:moveTo>
                      <a:pt x="299" y="0"/>
                    </a:moveTo>
                    <a:lnTo>
                      <a:pt x="228" y="24"/>
                    </a:lnTo>
                    <a:lnTo>
                      <a:pt x="168" y="60"/>
                    </a:lnTo>
                    <a:lnTo>
                      <a:pt x="108" y="108"/>
                    </a:lnTo>
                    <a:lnTo>
                      <a:pt x="60" y="168"/>
                    </a:lnTo>
                    <a:lnTo>
                      <a:pt x="25" y="227"/>
                    </a:lnTo>
                    <a:lnTo>
                      <a:pt x="13" y="299"/>
                    </a:lnTo>
                    <a:lnTo>
                      <a:pt x="1" y="371"/>
                    </a:lnTo>
                    <a:lnTo>
                      <a:pt x="13" y="454"/>
                    </a:lnTo>
                    <a:lnTo>
                      <a:pt x="25" y="526"/>
                    </a:lnTo>
                    <a:lnTo>
                      <a:pt x="60" y="586"/>
                    </a:lnTo>
                    <a:lnTo>
                      <a:pt x="108" y="645"/>
                    </a:lnTo>
                    <a:lnTo>
                      <a:pt x="168" y="681"/>
                    </a:lnTo>
                    <a:lnTo>
                      <a:pt x="228" y="717"/>
                    </a:lnTo>
                    <a:lnTo>
                      <a:pt x="299" y="741"/>
                    </a:lnTo>
                    <a:lnTo>
                      <a:pt x="383" y="753"/>
                    </a:lnTo>
                    <a:lnTo>
                      <a:pt x="454" y="741"/>
                    </a:lnTo>
                    <a:lnTo>
                      <a:pt x="526" y="717"/>
                    </a:lnTo>
                    <a:lnTo>
                      <a:pt x="586" y="681"/>
                    </a:lnTo>
                    <a:lnTo>
                      <a:pt x="646" y="645"/>
                    </a:lnTo>
                    <a:lnTo>
                      <a:pt x="693" y="586"/>
                    </a:lnTo>
                    <a:lnTo>
                      <a:pt x="729" y="526"/>
                    </a:lnTo>
                    <a:lnTo>
                      <a:pt x="741" y="454"/>
                    </a:lnTo>
                    <a:lnTo>
                      <a:pt x="753" y="371"/>
                    </a:lnTo>
                    <a:lnTo>
                      <a:pt x="741" y="299"/>
                    </a:lnTo>
                    <a:lnTo>
                      <a:pt x="729" y="227"/>
                    </a:lnTo>
                    <a:lnTo>
                      <a:pt x="693" y="168"/>
                    </a:lnTo>
                    <a:lnTo>
                      <a:pt x="646" y="108"/>
                    </a:lnTo>
                    <a:lnTo>
                      <a:pt x="586" y="60"/>
                    </a:lnTo>
                    <a:lnTo>
                      <a:pt x="526" y="24"/>
                    </a:lnTo>
                    <a:lnTo>
                      <a:pt x="4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8" name="Google Shape;1118;p32"/>
              <p:cNvSpPr/>
              <p:nvPr/>
            </p:nvSpPr>
            <p:spPr>
              <a:xfrm>
                <a:off x="7353691" y="639479"/>
                <a:ext cx="31581" cy="31581"/>
              </a:xfrm>
              <a:custGeom>
                <a:avLst/>
                <a:gdLst/>
                <a:ahLst/>
                <a:cxnLst/>
                <a:rect l="l" t="t" r="r" b="b"/>
                <a:pathLst>
                  <a:path w="754" h="754" extrusionOk="0">
                    <a:moveTo>
                      <a:pt x="371" y="1"/>
                    </a:moveTo>
                    <a:lnTo>
                      <a:pt x="299" y="13"/>
                    </a:lnTo>
                    <a:lnTo>
                      <a:pt x="228" y="37"/>
                    </a:lnTo>
                    <a:lnTo>
                      <a:pt x="168" y="73"/>
                    </a:lnTo>
                    <a:lnTo>
                      <a:pt x="108" y="108"/>
                    </a:lnTo>
                    <a:lnTo>
                      <a:pt x="61" y="168"/>
                    </a:lnTo>
                    <a:lnTo>
                      <a:pt x="25" y="228"/>
                    </a:lnTo>
                    <a:lnTo>
                      <a:pt x="1" y="299"/>
                    </a:lnTo>
                    <a:lnTo>
                      <a:pt x="1" y="383"/>
                    </a:lnTo>
                    <a:lnTo>
                      <a:pt x="1" y="455"/>
                    </a:lnTo>
                    <a:lnTo>
                      <a:pt x="25" y="526"/>
                    </a:lnTo>
                    <a:lnTo>
                      <a:pt x="61" y="586"/>
                    </a:lnTo>
                    <a:lnTo>
                      <a:pt x="108" y="646"/>
                    </a:lnTo>
                    <a:lnTo>
                      <a:pt x="168" y="693"/>
                    </a:lnTo>
                    <a:lnTo>
                      <a:pt x="228" y="729"/>
                    </a:lnTo>
                    <a:lnTo>
                      <a:pt x="299" y="753"/>
                    </a:lnTo>
                    <a:lnTo>
                      <a:pt x="455" y="753"/>
                    </a:lnTo>
                    <a:lnTo>
                      <a:pt x="526" y="729"/>
                    </a:lnTo>
                    <a:lnTo>
                      <a:pt x="586" y="693"/>
                    </a:lnTo>
                    <a:lnTo>
                      <a:pt x="646" y="646"/>
                    </a:lnTo>
                    <a:lnTo>
                      <a:pt x="693" y="586"/>
                    </a:lnTo>
                    <a:lnTo>
                      <a:pt x="717" y="526"/>
                    </a:lnTo>
                    <a:lnTo>
                      <a:pt x="741" y="455"/>
                    </a:lnTo>
                    <a:lnTo>
                      <a:pt x="753" y="383"/>
                    </a:lnTo>
                    <a:lnTo>
                      <a:pt x="741" y="299"/>
                    </a:lnTo>
                    <a:lnTo>
                      <a:pt x="717" y="228"/>
                    </a:lnTo>
                    <a:lnTo>
                      <a:pt x="693" y="168"/>
                    </a:lnTo>
                    <a:lnTo>
                      <a:pt x="646" y="108"/>
                    </a:lnTo>
                    <a:lnTo>
                      <a:pt x="586" y="73"/>
                    </a:lnTo>
                    <a:lnTo>
                      <a:pt x="526" y="37"/>
                    </a:lnTo>
                    <a:lnTo>
                      <a:pt x="455" y="13"/>
                    </a:lnTo>
                    <a:lnTo>
                      <a:pt x="37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9" name="Google Shape;1119;p32"/>
              <p:cNvSpPr/>
              <p:nvPr/>
            </p:nvSpPr>
            <p:spPr>
              <a:xfrm>
                <a:off x="6884625" y="599479"/>
                <a:ext cx="567123" cy="2555"/>
              </a:xfrm>
              <a:custGeom>
                <a:avLst/>
                <a:gdLst/>
                <a:ahLst/>
                <a:cxnLst/>
                <a:rect l="l" t="t" r="r" b="b"/>
                <a:pathLst>
                  <a:path w="13540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1" y="37"/>
                    </a:lnTo>
                    <a:lnTo>
                      <a:pt x="12" y="49"/>
                    </a:lnTo>
                    <a:lnTo>
                      <a:pt x="36" y="60"/>
                    </a:lnTo>
                    <a:lnTo>
                      <a:pt x="13504" y="60"/>
                    </a:lnTo>
                    <a:lnTo>
                      <a:pt x="13528" y="49"/>
                    </a:lnTo>
                    <a:lnTo>
                      <a:pt x="13540" y="37"/>
                    </a:lnTo>
                    <a:lnTo>
                      <a:pt x="13528" y="13"/>
                    </a:lnTo>
                    <a:lnTo>
                      <a:pt x="1350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20" name="Google Shape;1120;p32"/>
            <p:cNvGrpSpPr/>
            <p:nvPr/>
          </p:nvGrpSpPr>
          <p:grpSpPr>
            <a:xfrm>
              <a:off x="8040325" y="1264138"/>
              <a:ext cx="350532" cy="337682"/>
              <a:chOff x="6625800" y="1711525"/>
              <a:chExt cx="350532" cy="337682"/>
            </a:xfrm>
          </p:grpSpPr>
          <p:sp>
            <p:nvSpPr>
              <p:cNvPr id="1121" name="Google Shape;1121;p32"/>
              <p:cNvSpPr/>
              <p:nvPr/>
            </p:nvSpPr>
            <p:spPr>
              <a:xfrm>
                <a:off x="6625800" y="1711525"/>
                <a:ext cx="350532" cy="337682"/>
              </a:xfrm>
              <a:custGeom>
                <a:avLst/>
                <a:gdLst/>
                <a:ahLst/>
                <a:cxnLst/>
                <a:rect l="l" t="t" r="r" b="b"/>
                <a:pathLst>
                  <a:path w="6520" h="6281" extrusionOk="0">
                    <a:moveTo>
                      <a:pt x="3618" y="60"/>
                    </a:moveTo>
                    <a:lnTo>
                      <a:pt x="3845" y="96"/>
                    </a:lnTo>
                    <a:lnTo>
                      <a:pt x="4048" y="131"/>
                    </a:lnTo>
                    <a:lnTo>
                      <a:pt x="4262" y="179"/>
                    </a:lnTo>
                    <a:lnTo>
                      <a:pt x="4465" y="251"/>
                    </a:lnTo>
                    <a:lnTo>
                      <a:pt x="4656" y="334"/>
                    </a:lnTo>
                    <a:lnTo>
                      <a:pt x="4848" y="430"/>
                    </a:lnTo>
                    <a:lnTo>
                      <a:pt x="5039" y="537"/>
                    </a:lnTo>
                    <a:lnTo>
                      <a:pt x="5206" y="657"/>
                    </a:lnTo>
                    <a:lnTo>
                      <a:pt x="5373" y="788"/>
                    </a:lnTo>
                    <a:lnTo>
                      <a:pt x="5540" y="931"/>
                    </a:lnTo>
                    <a:lnTo>
                      <a:pt x="5683" y="1087"/>
                    </a:lnTo>
                    <a:lnTo>
                      <a:pt x="5815" y="1254"/>
                    </a:lnTo>
                    <a:lnTo>
                      <a:pt x="5934" y="1421"/>
                    </a:lnTo>
                    <a:lnTo>
                      <a:pt x="6053" y="1612"/>
                    </a:lnTo>
                    <a:lnTo>
                      <a:pt x="6149" y="1791"/>
                    </a:lnTo>
                    <a:lnTo>
                      <a:pt x="6233" y="1982"/>
                    </a:lnTo>
                    <a:lnTo>
                      <a:pt x="6304" y="2185"/>
                    </a:lnTo>
                    <a:lnTo>
                      <a:pt x="6364" y="2400"/>
                    </a:lnTo>
                    <a:lnTo>
                      <a:pt x="6412" y="2615"/>
                    </a:lnTo>
                    <a:lnTo>
                      <a:pt x="6447" y="2830"/>
                    </a:lnTo>
                    <a:lnTo>
                      <a:pt x="6459" y="3057"/>
                    </a:lnTo>
                    <a:lnTo>
                      <a:pt x="6459" y="3271"/>
                    </a:lnTo>
                    <a:lnTo>
                      <a:pt x="6435" y="3486"/>
                    </a:lnTo>
                    <a:lnTo>
                      <a:pt x="6400" y="3713"/>
                    </a:lnTo>
                    <a:lnTo>
                      <a:pt x="6352" y="3928"/>
                    </a:lnTo>
                    <a:lnTo>
                      <a:pt x="6292" y="4131"/>
                    </a:lnTo>
                    <a:lnTo>
                      <a:pt x="6221" y="4322"/>
                    </a:lnTo>
                    <a:lnTo>
                      <a:pt x="6125" y="4525"/>
                    </a:lnTo>
                    <a:lnTo>
                      <a:pt x="6030" y="4704"/>
                    </a:lnTo>
                    <a:lnTo>
                      <a:pt x="5910" y="4883"/>
                    </a:lnTo>
                    <a:lnTo>
                      <a:pt x="5791" y="5050"/>
                    </a:lnTo>
                    <a:lnTo>
                      <a:pt x="5647" y="5218"/>
                    </a:lnTo>
                    <a:lnTo>
                      <a:pt x="5504" y="5373"/>
                    </a:lnTo>
                    <a:lnTo>
                      <a:pt x="5337" y="5516"/>
                    </a:lnTo>
                    <a:lnTo>
                      <a:pt x="5170" y="5636"/>
                    </a:lnTo>
                    <a:lnTo>
                      <a:pt x="4991" y="5755"/>
                    </a:lnTo>
                    <a:lnTo>
                      <a:pt x="4812" y="5862"/>
                    </a:lnTo>
                    <a:lnTo>
                      <a:pt x="4621" y="5958"/>
                    </a:lnTo>
                    <a:lnTo>
                      <a:pt x="4418" y="6041"/>
                    </a:lnTo>
                    <a:lnTo>
                      <a:pt x="4215" y="6101"/>
                    </a:lnTo>
                    <a:lnTo>
                      <a:pt x="4012" y="6149"/>
                    </a:lnTo>
                    <a:lnTo>
                      <a:pt x="3761" y="6197"/>
                    </a:lnTo>
                    <a:lnTo>
                      <a:pt x="3498" y="6209"/>
                    </a:lnTo>
                    <a:lnTo>
                      <a:pt x="3248" y="6209"/>
                    </a:lnTo>
                    <a:lnTo>
                      <a:pt x="2985" y="6197"/>
                    </a:lnTo>
                    <a:lnTo>
                      <a:pt x="2734" y="6149"/>
                    </a:lnTo>
                    <a:lnTo>
                      <a:pt x="2495" y="6089"/>
                    </a:lnTo>
                    <a:lnTo>
                      <a:pt x="2245" y="6006"/>
                    </a:lnTo>
                    <a:lnTo>
                      <a:pt x="2018" y="5898"/>
                    </a:lnTo>
                    <a:lnTo>
                      <a:pt x="1791" y="5779"/>
                    </a:lnTo>
                    <a:lnTo>
                      <a:pt x="1576" y="5636"/>
                    </a:lnTo>
                    <a:lnTo>
                      <a:pt x="1540" y="5636"/>
                    </a:lnTo>
                    <a:lnTo>
                      <a:pt x="1469" y="5707"/>
                    </a:lnTo>
                    <a:lnTo>
                      <a:pt x="1385" y="5767"/>
                    </a:lnTo>
                    <a:lnTo>
                      <a:pt x="1301" y="5815"/>
                    </a:lnTo>
                    <a:lnTo>
                      <a:pt x="1206" y="5862"/>
                    </a:lnTo>
                    <a:lnTo>
                      <a:pt x="1015" y="5934"/>
                    </a:lnTo>
                    <a:lnTo>
                      <a:pt x="824" y="5970"/>
                    </a:lnTo>
                    <a:lnTo>
                      <a:pt x="633" y="5982"/>
                    </a:lnTo>
                    <a:lnTo>
                      <a:pt x="430" y="5970"/>
                    </a:lnTo>
                    <a:lnTo>
                      <a:pt x="334" y="5958"/>
                    </a:lnTo>
                    <a:lnTo>
                      <a:pt x="239" y="5934"/>
                    </a:lnTo>
                    <a:lnTo>
                      <a:pt x="143" y="5898"/>
                    </a:lnTo>
                    <a:lnTo>
                      <a:pt x="120" y="5890"/>
                    </a:lnTo>
                    <a:lnTo>
                      <a:pt x="120" y="5890"/>
                    </a:lnTo>
                    <a:lnTo>
                      <a:pt x="191" y="5862"/>
                    </a:lnTo>
                    <a:lnTo>
                      <a:pt x="334" y="5779"/>
                    </a:lnTo>
                    <a:lnTo>
                      <a:pt x="466" y="5683"/>
                    </a:lnTo>
                    <a:lnTo>
                      <a:pt x="585" y="5576"/>
                    </a:lnTo>
                    <a:lnTo>
                      <a:pt x="693" y="5456"/>
                    </a:lnTo>
                    <a:lnTo>
                      <a:pt x="788" y="5313"/>
                    </a:lnTo>
                    <a:lnTo>
                      <a:pt x="860" y="5170"/>
                    </a:lnTo>
                    <a:lnTo>
                      <a:pt x="917" y="5022"/>
                    </a:lnTo>
                    <a:lnTo>
                      <a:pt x="931" y="5015"/>
                    </a:lnTo>
                    <a:lnTo>
                      <a:pt x="919" y="4991"/>
                    </a:lnTo>
                    <a:lnTo>
                      <a:pt x="776" y="4776"/>
                    </a:lnTo>
                    <a:lnTo>
                      <a:pt x="645" y="4537"/>
                    </a:lnTo>
                    <a:lnTo>
                      <a:pt x="525" y="4310"/>
                    </a:lnTo>
                    <a:lnTo>
                      <a:pt x="442" y="4059"/>
                    </a:lnTo>
                    <a:lnTo>
                      <a:pt x="370" y="3809"/>
                    </a:lnTo>
                    <a:lnTo>
                      <a:pt x="322" y="3546"/>
                    </a:lnTo>
                    <a:lnTo>
                      <a:pt x="299" y="3283"/>
                    </a:lnTo>
                    <a:lnTo>
                      <a:pt x="299" y="3021"/>
                    </a:lnTo>
                    <a:lnTo>
                      <a:pt x="310" y="2806"/>
                    </a:lnTo>
                    <a:lnTo>
                      <a:pt x="346" y="2591"/>
                    </a:lnTo>
                    <a:lnTo>
                      <a:pt x="394" y="2376"/>
                    </a:lnTo>
                    <a:lnTo>
                      <a:pt x="454" y="2173"/>
                    </a:lnTo>
                    <a:lnTo>
                      <a:pt x="525" y="1970"/>
                    </a:lnTo>
                    <a:lnTo>
                      <a:pt x="621" y="1767"/>
                    </a:lnTo>
                    <a:lnTo>
                      <a:pt x="716" y="1576"/>
                    </a:lnTo>
                    <a:lnTo>
                      <a:pt x="836" y="1397"/>
                    </a:lnTo>
                    <a:lnTo>
                      <a:pt x="955" y="1230"/>
                    </a:lnTo>
                    <a:lnTo>
                      <a:pt x="1098" y="1063"/>
                    </a:lnTo>
                    <a:lnTo>
                      <a:pt x="1242" y="919"/>
                    </a:lnTo>
                    <a:lnTo>
                      <a:pt x="1397" y="776"/>
                    </a:lnTo>
                    <a:lnTo>
                      <a:pt x="1564" y="645"/>
                    </a:lnTo>
                    <a:lnTo>
                      <a:pt x="1743" y="525"/>
                    </a:lnTo>
                    <a:lnTo>
                      <a:pt x="1922" y="418"/>
                    </a:lnTo>
                    <a:lnTo>
                      <a:pt x="2113" y="322"/>
                    </a:lnTo>
                    <a:lnTo>
                      <a:pt x="2316" y="239"/>
                    </a:lnTo>
                    <a:lnTo>
                      <a:pt x="2519" y="179"/>
                    </a:lnTo>
                    <a:lnTo>
                      <a:pt x="2734" y="119"/>
                    </a:lnTo>
                    <a:lnTo>
                      <a:pt x="2961" y="84"/>
                    </a:lnTo>
                    <a:lnTo>
                      <a:pt x="3176" y="60"/>
                    </a:lnTo>
                    <a:close/>
                    <a:moveTo>
                      <a:pt x="3152" y="0"/>
                    </a:moveTo>
                    <a:lnTo>
                      <a:pt x="2925" y="24"/>
                    </a:lnTo>
                    <a:lnTo>
                      <a:pt x="2710" y="72"/>
                    </a:lnTo>
                    <a:lnTo>
                      <a:pt x="2483" y="119"/>
                    </a:lnTo>
                    <a:lnTo>
                      <a:pt x="2281" y="191"/>
                    </a:lnTo>
                    <a:lnTo>
                      <a:pt x="2078" y="275"/>
                    </a:lnTo>
                    <a:lnTo>
                      <a:pt x="1887" y="370"/>
                    </a:lnTo>
                    <a:lnTo>
                      <a:pt x="1707" y="478"/>
                    </a:lnTo>
                    <a:lnTo>
                      <a:pt x="1528" y="597"/>
                    </a:lnTo>
                    <a:lnTo>
                      <a:pt x="1349" y="728"/>
                    </a:lnTo>
                    <a:lnTo>
                      <a:pt x="1194" y="884"/>
                    </a:lnTo>
                    <a:lnTo>
                      <a:pt x="1039" y="1039"/>
                    </a:lnTo>
                    <a:lnTo>
                      <a:pt x="907" y="1206"/>
                    </a:lnTo>
                    <a:lnTo>
                      <a:pt x="776" y="1373"/>
                    </a:lnTo>
                    <a:lnTo>
                      <a:pt x="657" y="1564"/>
                    </a:lnTo>
                    <a:lnTo>
                      <a:pt x="561" y="1755"/>
                    </a:lnTo>
                    <a:lnTo>
                      <a:pt x="466" y="1946"/>
                    </a:lnTo>
                    <a:lnTo>
                      <a:pt x="394" y="2161"/>
                    </a:lnTo>
                    <a:lnTo>
                      <a:pt x="334" y="2364"/>
                    </a:lnTo>
                    <a:lnTo>
                      <a:pt x="287" y="2579"/>
                    </a:lnTo>
                    <a:lnTo>
                      <a:pt x="251" y="2830"/>
                    </a:lnTo>
                    <a:lnTo>
                      <a:pt x="239" y="3092"/>
                    </a:lnTo>
                    <a:lnTo>
                      <a:pt x="251" y="3343"/>
                    </a:lnTo>
                    <a:lnTo>
                      <a:pt x="275" y="3606"/>
                    </a:lnTo>
                    <a:lnTo>
                      <a:pt x="322" y="3857"/>
                    </a:lnTo>
                    <a:lnTo>
                      <a:pt x="394" y="4107"/>
                    </a:lnTo>
                    <a:lnTo>
                      <a:pt x="478" y="4346"/>
                    </a:lnTo>
                    <a:lnTo>
                      <a:pt x="597" y="4585"/>
                    </a:lnTo>
                    <a:lnTo>
                      <a:pt x="716" y="4812"/>
                    </a:lnTo>
                    <a:lnTo>
                      <a:pt x="865" y="5018"/>
                    </a:lnTo>
                    <a:lnTo>
                      <a:pt x="812" y="5146"/>
                    </a:lnTo>
                    <a:lnTo>
                      <a:pt x="740" y="5289"/>
                    </a:lnTo>
                    <a:lnTo>
                      <a:pt x="645" y="5409"/>
                    </a:lnTo>
                    <a:lnTo>
                      <a:pt x="549" y="5528"/>
                    </a:lnTo>
                    <a:lnTo>
                      <a:pt x="430" y="5636"/>
                    </a:lnTo>
                    <a:lnTo>
                      <a:pt x="310" y="5731"/>
                    </a:lnTo>
                    <a:lnTo>
                      <a:pt x="167" y="5803"/>
                    </a:lnTo>
                    <a:lnTo>
                      <a:pt x="24" y="5862"/>
                    </a:lnTo>
                    <a:lnTo>
                      <a:pt x="0" y="5874"/>
                    </a:lnTo>
                    <a:lnTo>
                      <a:pt x="0" y="5886"/>
                    </a:lnTo>
                    <a:lnTo>
                      <a:pt x="0" y="5898"/>
                    </a:lnTo>
                    <a:lnTo>
                      <a:pt x="12" y="5910"/>
                    </a:lnTo>
                    <a:lnTo>
                      <a:pt x="108" y="5958"/>
                    </a:lnTo>
                    <a:lnTo>
                      <a:pt x="215" y="5994"/>
                    </a:lnTo>
                    <a:lnTo>
                      <a:pt x="310" y="6018"/>
                    </a:lnTo>
                    <a:lnTo>
                      <a:pt x="418" y="6030"/>
                    </a:lnTo>
                    <a:lnTo>
                      <a:pt x="525" y="6041"/>
                    </a:lnTo>
                    <a:lnTo>
                      <a:pt x="728" y="6041"/>
                    </a:lnTo>
                    <a:lnTo>
                      <a:pt x="836" y="6030"/>
                    </a:lnTo>
                    <a:lnTo>
                      <a:pt x="931" y="6006"/>
                    </a:lnTo>
                    <a:lnTo>
                      <a:pt x="1039" y="5982"/>
                    </a:lnTo>
                    <a:lnTo>
                      <a:pt x="1134" y="5946"/>
                    </a:lnTo>
                    <a:lnTo>
                      <a:pt x="1230" y="5910"/>
                    </a:lnTo>
                    <a:lnTo>
                      <a:pt x="1325" y="5862"/>
                    </a:lnTo>
                    <a:lnTo>
                      <a:pt x="1421" y="5815"/>
                    </a:lnTo>
                    <a:lnTo>
                      <a:pt x="1504" y="5755"/>
                    </a:lnTo>
                    <a:lnTo>
                      <a:pt x="1572" y="5697"/>
                    </a:lnTo>
                    <a:lnTo>
                      <a:pt x="1572" y="5697"/>
                    </a:lnTo>
                    <a:lnTo>
                      <a:pt x="1779" y="5838"/>
                    </a:lnTo>
                    <a:lnTo>
                      <a:pt x="2018" y="5958"/>
                    </a:lnTo>
                    <a:lnTo>
                      <a:pt x="2257" y="6065"/>
                    </a:lnTo>
                    <a:lnTo>
                      <a:pt x="2519" y="6149"/>
                    </a:lnTo>
                    <a:lnTo>
                      <a:pt x="2770" y="6221"/>
                    </a:lnTo>
                    <a:lnTo>
                      <a:pt x="3045" y="6256"/>
                    </a:lnTo>
                    <a:lnTo>
                      <a:pt x="3307" y="6280"/>
                    </a:lnTo>
                    <a:lnTo>
                      <a:pt x="3582" y="6268"/>
                    </a:lnTo>
                    <a:lnTo>
                      <a:pt x="3797" y="6244"/>
                    </a:lnTo>
                    <a:lnTo>
                      <a:pt x="4012" y="6209"/>
                    </a:lnTo>
                    <a:lnTo>
                      <a:pt x="4227" y="6161"/>
                    </a:lnTo>
                    <a:lnTo>
                      <a:pt x="4442" y="6089"/>
                    </a:lnTo>
                    <a:lnTo>
                      <a:pt x="4645" y="6006"/>
                    </a:lnTo>
                    <a:lnTo>
                      <a:pt x="4848" y="5910"/>
                    </a:lnTo>
                    <a:lnTo>
                      <a:pt x="5039" y="5803"/>
                    </a:lnTo>
                    <a:lnTo>
                      <a:pt x="5218" y="5683"/>
                    </a:lnTo>
                    <a:lnTo>
                      <a:pt x="5385" y="5552"/>
                    </a:lnTo>
                    <a:lnTo>
                      <a:pt x="5552" y="5409"/>
                    </a:lnTo>
                    <a:lnTo>
                      <a:pt x="5695" y="5253"/>
                    </a:lnTo>
                    <a:lnTo>
                      <a:pt x="5839" y="5086"/>
                    </a:lnTo>
                    <a:lnTo>
                      <a:pt x="5970" y="4919"/>
                    </a:lnTo>
                    <a:lnTo>
                      <a:pt x="6077" y="4740"/>
                    </a:lnTo>
                    <a:lnTo>
                      <a:pt x="6185" y="4549"/>
                    </a:lnTo>
                    <a:lnTo>
                      <a:pt x="6268" y="4346"/>
                    </a:lnTo>
                    <a:lnTo>
                      <a:pt x="6352" y="4143"/>
                    </a:lnTo>
                    <a:lnTo>
                      <a:pt x="6412" y="3928"/>
                    </a:lnTo>
                    <a:lnTo>
                      <a:pt x="6471" y="3701"/>
                    </a:lnTo>
                    <a:lnTo>
                      <a:pt x="6495" y="3486"/>
                    </a:lnTo>
                    <a:lnTo>
                      <a:pt x="6519" y="3260"/>
                    </a:lnTo>
                    <a:lnTo>
                      <a:pt x="6519" y="3033"/>
                    </a:lnTo>
                    <a:lnTo>
                      <a:pt x="6495" y="2806"/>
                    </a:lnTo>
                    <a:lnTo>
                      <a:pt x="6471" y="2591"/>
                    </a:lnTo>
                    <a:lnTo>
                      <a:pt x="6424" y="2376"/>
                    </a:lnTo>
                    <a:lnTo>
                      <a:pt x="6364" y="2161"/>
                    </a:lnTo>
                    <a:lnTo>
                      <a:pt x="6292" y="1958"/>
                    </a:lnTo>
                    <a:lnTo>
                      <a:pt x="6197" y="1755"/>
                    </a:lnTo>
                    <a:lnTo>
                      <a:pt x="6101" y="1564"/>
                    </a:lnTo>
                    <a:lnTo>
                      <a:pt x="5982" y="1385"/>
                    </a:lnTo>
                    <a:lnTo>
                      <a:pt x="5850" y="1206"/>
                    </a:lnTo>
                    <a:lnTo>
                      <a:pt x="5719" y="1039"/>
                    </a:lnTo>
                    <a:lnTo>
                      <a:pt x="5564" y="884"/>
                    </a:lnTo>
                    <a:lnTo>
                      <a:pt x="5409" y="740"/>
                    </a:lnTo>
                    <a:lnTo>
                      <a:pt x="5242" y="609"/>
                    </a:lnTo>
                    <a:lnTo>
                      <a:pt x="5062" y="478"/>
                    </a:lnTo>
                    <a:lnTo>
                      <a:pt x="4871" y="370"/>
                    </a:lnTo>
                    <a:lnTo>
                      <a:pt x="4680" y="275"/>
                    </a:lnTo>
                    <a:lnTo>
                      <a:pt x="4477" y="191"/>
                    </a:lnTo>
                    <a:lnTo>
                      <a:pt x="4274" y="131"/>
                    </a:lnTo>
                    <a:lnTo>
                      <a:pt x="4060" y="72"/>
                    </a:lnTo>
                    <a:lnTo>
                      <a:pt x="3833" y="24"/>
                    </a:lnTo>
                    <a:lnTo>
                      <a:pt x="36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2" name="Google Shape;1122;p32"/>
              <p:cNvSpPr/>
              <p:nvPr/>
            </p:nvSpPr>
            <p:spPr>
              <a:xfrm>
                <a:off x="6733592" y="1861680"/>
                <a:ext cx="36666" cy="36666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82" extrusionOk="0">
                    <a:moveTo>
                      <a:pt x="335" y="1"/>
                    </a:moveTo>
                    <a:lnTo>
                      <a:pt x="276" y="13"/>
                    </a:lnTo>
                    <a:lnTo>
                      <a:pt x="204" y="25"/>
                    </a:lnTo>
                    <a:lnTo>
                      <a:pt x="144" y="61"/>
                    </a:lnTo>
                    <a:lnTo>
                      <a:pt x="96" y="96"/>
                    </a:lnTo>
                    <a:lnTo>
                      <a:pt x="61" y="156"/>
                    </a:lnTo>
                    <a:lnTo>
                      <a:pt x="25" y="204"/>
                    </a:lnTo>
                    <a:lnTo>
                      <a:pt x="1" y="276"/>
                    </a:lnTo>
                    <a:lnTo>
                      <a:pt x="1" y="347"/>
                    </a:lnTo>
                    <a:lnTo>
                      <a:pt x="1" y="407"/>
                    </a:lnTo>
                    <a:lnTo>
                      <a:pt x="25" y="478"/>
                    </a:lnTo>
                    <a:lnTo>
                      <a:pt x="61" y="538"/>
                    </a:lnTo>
                    <a:lnTo>
                      <a:pt x="96" y="586"/>
                    </a:lnTo>
                    <a:lnTo>
                      <a:pt x="144" y="622"/>
                    </a:lnTo>
                    <a:lnTo>
                      <a:pt x="204" y="658"/>
                    </a:lnTo>
                    <a:lnTo>
                      <a:pt x="276" y="681"/>
                    </a:lnTo>
                    <a:lnTo>
                      <a:pt x="407" y="681"/>
                    </a:lnTo>
                    <a:lnTo>
                      <a:pt x="478" y="658"/>
                    </a:lnTo>
                    <a:lnTo>
                      <a:pt x="526" y="622"/>
                    </a:lnTo>
                    <a:lnTo>
                      <a:pt x="586" y="586"/>
                    </a:lnTo>
                    <a:lnTo>
                      <a:pt x="622" y="538"/>
                    </a:lnTo>
                    <a:lnTo>
                      <a:pt x="658" y="478"/>
                    </a:lnTo>
                    <a:lnTo>
                      <a:pt x="670" y="407"/>
                    </a:lnTo>
                    <a:lnTo>
                      <a:pt x="681" y="347"/>
                    </a:lnTo>
                    <a:lnTo>
                      <a:pt x="670" y="276"/>
                    </a:lnTo>
                    <a:lnTo>
                      <a:pt x="658" y="204"/>
                    </a:lnTo>
                    <a:lnTo>
                      <a:pt x="622" y="156"/>
                    </a:lnTo>
                    <a:lnTo>
                      <a:pt x="586" y="96"/>
                    </a:lnTo>
                    <a:lnTo>
                      <a:pt x="526" y="61"/>
                    </a:lnTo>
                    <a:lnTo>
                      <a:pt x="478" y="25"/>
                    </a:lnTo>
                    <a:lnTo>
                      <a:pt x="407" y="13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3" name="Google Shape;1123;p32"/>
              <p:cNvSpPr/>
              <p:nvPr/>
            </p:nvSpPr>
            <p:spPr>
              <a:xfrm>
                <a:off x="6793321" y="1861680"/>
                <a:ext cx="36612" cy="36666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82" extrusionOk="0">
                    <a:moveTo>
                      <a:pt x="335" y="1"/>
                    </a:moveTo>
                    <a:lnTo>
                      <a:pt x="275" y="13"/>
                    </a:lnTo>
                    <a:lnTo>
                      <a:pt x="203" y="25"/>
                    </a:lnTo>
                    <a:lnTo>
                      <a:pt x="144" y="61"/>
                    </a:lnTo>
                    <a:lnTo>
                      <a:pt x="96" y="96"/>
                    </a:lnTo>
                    <a:lnTo>
                      <a:pt x="60" y="156"/>
                    </a:lnTo>
                    <a:lnTo>
                      <a:pt x="24" y="204"/>
                    </a:lnTo>
                    <a:lnTo>
                      <a:pt x="0" y="276"/>
                    </a:lnTo>
                    <a:lnTo>
                      <a:pt x="0" y="347"/>
                    </a:lnTo>
                    <a:lnTo>
                      <a:pt x="0" y="407"/>
                    </a:lnTo>
                    <a:lnTo>
                      <a:pt x="24" y="478"/>
                    </a:lnTo>
                    <a:lnTo>
                      <a:pt x="60" y="538"/>
                    </a:lnTo>
                    <a:lnTo>
                      <a:pt x="96" y="586"/>
                    </a:lnTo>
                    <a:lnTo>
                      <a:pt x="144" y="622"/>
                    </a:lnTo>
                    <a:lnTo>
                      <a:pt x="203" y="658"/>
                    </a:lnTo>
                    <a:lnTo>
                      <a:pt x="275" y="681"/>
                    </a:lnTo>
                    <a:lnTo>
                      <a:pt x="406" y="681"/>
                    </a:lnTo>
                    <a:lnTo>
                      <a:pt x="478" y="658"/>
                    </a:lnTo>
                    <a:lnTo>
                      <a:pt x="526" y="622"/>
                    </a:lnTo>
                    <a:lnTo>
                      <a:pt x="585" y="586"/>
                    </a:lnTo>
                    <a:lnTo>
                      <a:pt x="621" y="538"/>
                    </a:lnTo>
                    <a:lnTo>
                      <a:pt x="657" y="478"/>
                    </a:lnTo>
                    <a:lnTo>
                      <a:pt x="669" y="407"/>
                    </a:lnTo>
                    <a:lnTo>
                      <a:pt x="681" y="347"/>
                    </a:lnTo>
                    <a:lnTo>
                      <a:pt x="669" y="276"/>
                    </a:lnTo>
                    <a:lnTo>
                      <a:pt x="657" y="204"/>
                    </a:lnTo>
                    <a:lnTo>
                      <a:pt x="621" y="156"/>
                    </a:lnTo>
                    <a:lnTo>
                      <a:pt x="585" y="96"/>
                    </a:lnTo>
                    <a:lnTo>
                      <a:pt x="526" y="61"/>
                    </a:lnTo>
                    <a:lnTo>
                      <a:pt x="478" y="25"/>
                    </a:lnTo>
                    <a:lnTo>
                      <a:pt x="406" y="13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4" name="Google Shape;1124;p32"/>
              <p:cNvSpPr/>
              <p:nvPr/>
            </p:nvSpPr>
            <p:spPr>
              <a:xfrm>
                <a:off x="6852996" y="1861680"/>
                <a:ext cx="36666" cy="36666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82" extrusionOk="0">
                    <a:moveTo>
                      <a:pt x="335" y="1"/>
                    </a:moveTo>
                    <a:lnTo>
                      <a:pt x="275" y="13"/>
                    </a:lnTo>
                    <a:lnTo>
                      <a:pt x="204" y="25"/>
                    </a:lnTo>
                    <a:lnTo>
                      <a:pt x="144" y="61"/>
                    </a:lnTo>
                    <a:lnTo>
                      <a:pt x="96" y="96"/>
                    </a:lnTo>
                    <a:lnTo>
                      <a:pt x="60" y="156"/>
                    </a:lnTo>
                    <a:lnTo>
                      <a:pt x="25" y="204"/>
                    </a:lnTo>
                    <a:lnTo>
                      <a:pt x="1" y="276"/>
                    </a:lnTo>
                    <a:lnTo>
                      <a:pt x="1" y="347"/>
                    </a:lnTo>
                    <a:lnTo>
                      <a:pt x="1" y="407"/>
                    </a:lnTo>
                    <a:lnTo>
                      <a:pt x="25" y="478"/>
                    </a:lnTo>
                    <a:lnTo>
                      <a:pt x="60" y="538"/>
                    </a:lnTo>
                    <a:lnTo>
                      <a:pt x="96" y="586"/>
                    </a:lnTo>
                    <a:lnTo>
                      <a:pt x="144" y="622"/>
                    </a:lnTo>
                    <a:lnTo>
                      <a:pt x="204" y="658"/>
                    </a:lnTo>
                    <a:lnTo>
                      <a:pt x="275" y="681"/>
                    </a:lnTo>
                    <a:lnTo>
                      <a:pt x="407" y="681"/>
                    </a:lnTo>
                    <a:lnTo>
                      <a:pt x="466" y="658"/>
                    </a:lnTo>
                    <a:lnTo>
                      <a:pt x="526" y="622"/>
                    </a:lnTo>
                    <a:lnTo>
                      <a:pt x="586" y="586"/>
                    </a:lnTo>
                    <a:lnTo>
                      <a:pt x="622" y="538"/>
                    </a:lnTo>
                    <a:lnTo>
                      <a:pt x="657" y="478"/>
                    </a:lnTo>
                    <a:lnTo>
                      <a:pt x="669" y="407"/>
                    </a:lnTo>
                    <a:lnTo>
                      <a:pt x="681" y="347"/>
                    </a:lnTo>
                    <a:lnTo>
                      <a:pt x="669" y="276"/>
                    </a:lnTo>
                    <a:lnTo>
                      <a:pt x="657" y="204"/>
                    </a:lnTo>
                    <a:lnTo>
                      <a:pt x="622" y="156"/>
                    </a:lnTo>
                    <a:lnTo>
                      <a:pt x="586" y="96"/>
                    </a:lnTo>
                    <a:lnTo>
                      <a:pt x="526" y="61"/>
                    </a:lnTo>
                    <a:lnTo>
                      <a:pt x="466" y="25"/>
                    </a:lnTo>
                    <a:lnTo>
                      <a:pt x="407" y="13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125" name="Google Shape;1125;p32"/>
            <p:cNvSpPr/>
            <p:nvPr/>
          </p:nvSpPr>
          <p:spPr>
            <a:xfrm>
              <a:off x="6222350" y="1474376"/>
              <a:ext cx="303294" cy="291618"/>
            </a:xfrm>
            <a:custGeom>
              <a:avLst/>
              <a:gdLst/>
              <a:ahLst/>
              <a:cxnLst/>
              <a:rect l="l" t="t" r="r" b="b"/>
              <a:pathLst>
                <a:path w="6520" h="6269" extrusionOk="0">
                  <a:moveTo>
                    <a:pt x="3355" y="60"/>
                  </a:moveTo>
                  <a:lnTo>
                    <a:pt x="3570" y="84"/>
                  </a:lnTo>
                  <a:lnTo>
                    <a:pt x="3785" y="119"/>
                  </a:lnTo>
                  <a:lnTo>
                    <a:pt x="4000" y="179"/>
                  </a:lnTo>
                  <a:lnTo>
                    <a:pt x="4203" y="251"/>
                  </a:lnTo>
                  <a:lnTo>
                    <a:pt x="4394" y="322"/>
                  </a:lnTo>
                  <a:lnTo>
                    <a:pt x="4585" y="418"/>
                  </a:lnTo>
                  <a:lnTo>
                    <a:pt x="4776" y="525"/>
                  </a:lnTo>
                  <a:lnTo>
                    <a:pt x="4943" y="645"/>
                  </a:lnTo>
                  <a:lnTo>
                    <a:pt x="5111" y="776"/>
                  </a:lnTo>
                  <a:lnTo>
                    <a:pt x="5278" y="919"/>
                  </a:lnTo>
                  <a:lnTo>
                    <a:pt x="5421" y="1075"/>
                  </a:lnTo>
                  <a:lnTo>
                    <a:pt x="5564" y="1230"/>
                  </a:lnTo>
                  <a:lnTo>
                    <a:pt x="5684" y="1409"/>
                  </a:lnTo>
                  <a:lnTo>
                    <a:pt x="5803" y="1588"/>
                  </a:lnTo>
                  <a:lnTo>
                    <a:pt x="5899" y="1779"/>
                  </a:lnTo>
                  <a:lnTo>
                    <a:pt x="5994" y="1970"/>
                  </a:lnTo>
                  <a:lnTo>
                    <a:pt x="6066" y="2173"/>
                  </a:lnTo>
                  <a:lnTo>
                    <a:pt x="6125" y="2376"/>
                  </a:lnTo>
                  <a:lnTo>
                    <a:pt x="6173" y="2579"/>
                  </a:lnTo>
                  <a:lnTo>
                    <a:pt x="6197" y="2842"/>
                  </a:lnTo>
                  <a:lnTo>
                    <a:pt x="6221" y="3092"/>
                  </a:lnTo>
                  <a:lnTo>
                    <a:pt x="6209" y="3343"/>
                  </a:lnTo>
                  <a:lnTo>
                    <a:pt x="6185" y="3606"/>
                  </a:lnTo>
                  <a:lnTo>
                    <a:pt x="6125" y="3857"/>
                  </a:lnTo>
                  <a:lnTo>
                    <a:pt x="6066" y="4095"/>
                  </a:lnTo>
                  <a:lnTo>
                    <a:pt x="5970" y="4334"/>
                  </a:lnTo>
                  <a:lnTo>
                    <a:pt x="5863" y="4573"/>
                  </a:lnTo>
                  <a:lnTo>
                    <a:pt x="5731" y="4788"/>
                  </a:lnTo>
                  <a:lnTo>
                    <a:pt x="5588" y="4991"/>
                  </a:lnTo>
                  <a:lnTo>
                    <a:pt x="5588" y="5015"/>
                  </a:lnTo>
                  <a:lnTo>
                    <a:pt x="5648" y="5170"/>
                  </a:lnTo>
                  <a:lnTo>
                    <a:pt x="5719" y="5313"/>
                  </a:lnTo>
                  <a:lnTo>
                    <a:pt x="5815" y="5445"/>
                  </a:lnTo>
                  <a:lnTo>
                    <a:pt x="5922" y="5576"/>
                  </a:lnTo>
                  <a:lnTo>
                    <a:pt x="6042" y="5683"/>
                  </a:lnTo>
                  <a:lnTo>
                    <a:pt x="6173" y="5779"/>
                  </a:lnTo>
                  <a:lnTo>
                    <a:pt x="6328" y="5862"/>
                  </a:lnTo>
                  <a:lnTo>
                    <a:pt x="6399" y="5890"/>
                  </a:lnTo>
                  <a:lnTo>
                    <a:pt x="6399" y="5890"/>
                  </a:lnTo>
                  <a:lnTo>
                    <a:pt x="6376" y="5898"/>
                  </a:lnTo>
                  <a:lnTo>
                    <a:pt x="6281" y="5934"/>
                  </a:lnTo>
                  <a:lnTo>
                    <a:pt x="6185" y="5958"/>
                  </a:lnTo>
                  <a:lnTo>
                    <a:pt x="6078" y="5970"/>
                  </a:lnTo>
                  <a:lnTo>
                    <a:pt x="5887" y="5982"/>
                  </a:lnTo>
                  <a:lnTo>
                    <a:pt x="5684" y="5970"/>
                  </a:lnTo>
                  <a:lnTo>
                    <a:pt x="5493" y="5922"/>
                  </a:lnTo>
                  <a:lnTo>
                    <a:pt x="5302" y="5862"/>
                  </a:lnTo>
                  <a:lnTo>
                    <a:pt x="5218" y="5815"/>
                  </a:lnTo>
                  <a:lnTo>
                    <a:pt x="5134" y="5767"/>
                  </a:lnTo>
                  <a:lnTo>
                    <a:pt x="5051" y="5707"/>
                  </a:lnTo>
                  <a:lnTo>
                    <a:pt x="4967" y="5636"/>
                  </a:lnTo>
                  <a:lnTo>
                    <a:pt x="4931" y="5636"/>
                  </a:lnTo>
                  <a:lnTo>
                    <a:pt x="4705" y="5779"/>
                  </a:lnTo>
                  <a:lnTo>
                    <a:pt x="4478" y="5910"/>
                  </a:lnTo>
                  <a:lnTo>
                    <a:pt x="4239" y="6006"/>
                  </a:lnTo>
                  <a:lnTo>
                    <a:pt x="3988" y="6089"/>
                  </a:lnTo>
                  <a:lnTo>
                    <a:pt x="3726" y="6161"/>
                  </a:lnTo>
                  <a:lnTo>
                    <a:pt x="3463" y="6197"/>
                  </a:lnTo>
                  <a:lnTo>
                    <a:pt x="3200" y="6221"/>
                  </a:lnTo>
                  <a:lnTo>
                    <a:pt x="2938" y="6209"/>
                  </a:lnTo>
                  <a:lnTo>
                    <a:pt x="2723" y="6185"/>
                  </a:lnTo>
                  <a:lnTo>
                    <a:pt x="2508" y="6149"/>
                  </a:lnTo>
                  <a:lnTo>
                    <a:pt x="2293" y="6101"/>
                  </a:lnTo>
                  <a:lnTo>
                    <a:pt x="2090" y="6030"/>
                  </a:lnTo>
                  <a:lnTo>
                    <a:pt x="1899" y="5958"/>
                  </a:lnTo>
                  <a:lnTo>
                    <a:pt x="1696" y="5862"/>
                  </a:lnTo>
                  <a:lnTo>
                    <a:pt x="1517" y="5755"/>
                  </a:lnTo>
                  <a:lnTo>
                    <a:pt x="1338" y="5636"/>
                  </a:lnTo>
                  <a:lnTo>
                    <a:pt x="1171" y="5504"/>
                  </a:lnTo>
                  <a:lnTo>
                    <a:pt x="1003" y="5361"/>
                  </a:lnTo>
                  <a:lnTo>
                    <a:pt x="860" y="5218"/>
                  </a:lnTo>
                  <a:lnTo>
                    <a:pt x="729" y="5051"/>
                  </a:lnTo>
                  <a:lnTo>
                    <a:pt x="597" y="4883"/>
                  </a:lnTo>
                  <a:lnTo>
                    <a:pt x="490" y="4704"/>
                  </a:lnTo>
                  <a:lnTo>
                    <a:pt x="382" y="4525"/>
                  </a:lnTo>
                  <a:lnTo>
                    <a:pt x="299" y="4322"/>
                  </a:lnTo>
                  <a:lnTo>
                    <a:pt x="215" y="4119"/>
                  </a:lnTo>
                  <a:lnTo>
                    <a:pt x="156" y="3904"/>
                  </a:lnTo>
                  <a:lnTo>
                    <a:pt x="108" y="3689"/>
                  </a:lnTo>
                  <a:lnTo>
                    <a:pt x="72" y="3475"/>
                  </a:lnTo>
                  <a:lnTo>
                    <a:pt x="60" y="3248"/>
                  </a:lnTo>
                  <a:lnTo>
                    <a:pt x="60" y="3033"/>
                  </a:lnTo>
                  <a:lnTo>
                    <a:pt x="72" y="2806"/>
                  </a:lnTo>
                  <a:lnTo>
                    <a:pt x="108" y="2591"/>
                  </a:lnTo>
                  <a:lnTo>
                    <a:pt x="144" y="2388"/>
                  </a:lnTo>
                  <a:lnTo>
                    <a:pt x="203" y="2173"/>
                  </a:lnTo>
                  <a:lnTo>
                    <a:pt x="287" y="1982"/>
                  </a:lnTo>
                  <a:lnTo>
                    <a:pt x="371" y="1779"/>
                  </a:lnTo>
                  <a:lnTo>
                    <a:pt x="466" y="1600"/>
                  </a:lnTo>
                  <a:lnTo>
                    <a:pt x="585" y="1409"/>
                  </a:lnTo>
                  <a:lnTo>
                    <a:pt x="705" y="1242"/>
                  </a:lnTo>
                  <a:lnTo>
                    <a:pt x="848" y="1075"/>
                  </a:lnTo>
                  <a:lnTo>
                    <a:pt x="991" y="919"/>
                  </a:lnTo>
                  <a:lnTo>
                    <a:pt x="1147" y="776"/>
                  </a:lnTo>
                  <a:lnTo>
                    <a:pt x="1314" y="645"/>
                  </a:lnTo>
                  <a:lnTo>
                    <a:pt x="1493" y="525"/>
                  </a:lnTo>
                  <a:lnTo>
                    <a:pt x="1672" y="418"/>
                  </a:lnTo>
                  <a:lnTo>
                    <a:pt x="1863" y="334"/>
                  </a:lnTo>
                  <a:lnTo>
                    <a:pt x="2066" y="251"/>
                  </a:lnTo>
                  <a:lnTo>
                    <a:pt x="2269" y="179"/>
                  </a:lnTo>
                  <a:lnTo>
                    <a:pt x="2472" y="131"/>
                  </a:lnTo>
                  <a:lnTo>
                    <a:pt x="2699" y="84"/>
                  </a:lnTo>
                  <a:lnTo>
                    <a:pt x="2914" y="60"/>
                  </a:lnTo>
                  <a:close/>
                  <a:moveTo>
                    <a:pt x="2890" y="0"/>
                  </a:moveTo>
                  <a:lnTo>
                    <a:pt x="2663" y="36"/>
                  </a:lnTo>
                  <a:lnTo>
                    <a:pt x="2448" y="72"/>
                  </a:lnTo>
                  <a:lnTo>
                    <a:pt x="2245" y="119"/>
                  </a:lnTo>
                  <a:lnTo>
                    <a:pt x="2030" y="191"/>
                  </a:lnTo>
                  <a:lnTo>
                    <a:pt x="1827" y="275"/>
                  </a:lnTo>
                  <a:lnTo>
                    <a:pt x="1636" y="370"/>
                  </a:lnTo>
                  <a:lnTo>
                    <a:pt x="1445" y="490"/>
                  </a:lnTo>
                  <a:lnTo>
                    <a:pt x="1266" y="609"/>
                  </a:lnTo>
                  <a:lnTo>
                    <a:pt x="1099" y="740"/>
                  </a:lnTo>
                  <a:lnTo>
                    <a:pt x="944" y="896"/>
                  </a:lnTo>
                  <a:lnTo>
                    <a:pt x="788" y="1051"/>
                  </a:lnTo>
                  <a:lnTo>
                    <a:pt x="657" y="1218"/>
                  </a:lnTo>
                  <a:lnTo>
                    <a:pt x="526" y="1385"/>
                  </a:lnTo>
                  <a:lnTo>
                    <a:pt x="418" y="1576"/>
                  </a:lnTo>
                  <a:lnTo>
                    <a:pt x="311" y="1767"/>
                  </a:lnTo>
                  <a:lnTo>
                    <a:pt x="227" y="1958"/>
                  </a:lnTo>
                  <a:lnTo>
                    <a:pt x="144" y="2161"/>
                  </a:lnTo>
                  <a:lnTo>
                    <a:pt x="84" y="2376"/>
                  </a:lnTo>
                  <a:lnTo>
                    <a:pt x="36" y="2603"/>
                  </a:lnTo>
                  <a:lnTo>
                    <a:pt x="12" y="2830"/>
                  </a:lnTo>
                  <a:lnTo>
                    <a:pt x="0" y="3057"/>
                  </a:lnTo>
                  <a:lnTo>
                    <a:pt x="0" y="3283"/>
                  </a:lnTo>
                  <a:lnTo>
                    <a:pt x="12" y="3498"/>
                  </a:lnTo>
                  <a:lnTo>
                    <a:pt x="48" y="3725"/>
                  </a:lnTo>
                  <a:lnTo>
                    <a:pt x="96" y="3952"/>
                  </a:lnTo>
                  <a:lnTo>
                    <a:pt x="168" y="4155"/>
                  </a:lnTo>
                  <a:lnTo>
                    <a:pt x="239" y="4358"/>
                  </a:lnTo>
                  <a:lnTo>
                    <a:pt x="335" y="4549"/>
                  </a:lnTo>
                  <a:lnTo>
                    <a:pt x="442" y="4740"/>
                  </a:lnTo>
                  <a:lnTo>
                    <a:pt x="550" y="4919"/>
                  </a:lnTo>
                  <a:lnTo>
                    <a:pt x="681" y="5098"/>
                  </a:lnTo>
                  <a:lnTo>
                    <a:pt x="824" y="5265"/>
                  </a:lnTo>
                  <a:lnTo>
                    <a:pt x="979" y="5421"/>
                  </a:lnTo>
                  <a:lnTo>
                    <a:pt x="1135" y="5564"/>
                  </a:lnTo>
                  <a:lnTo>
                    <a:pt x="1314" y="5695"/>
                  </a:lnTo>
                  <a:lnTo>
                    <a:pt x="1493" y="5815"/>
                  </a:lnTo>
                  <a:lnTo>
                    <a:pt x="1684" y="5922"/>
                  </a:lnTo>
                  <a:lnTo>
                    <a:pt x="1875" y="6018"/>
                  </a:lnTo>
                  <a:lnTo>
                    <a:pt x="2078" y="6089"/>
                  </a:lnTo>
                  <a:lnTo>
                    <a:pt x="2281" y="6161"/>
                  </a:lnTo>
                  <a:lnTo>
                    <a:pt x="2496" y="6209"/>
                  </a:lnTo>
                  <a:lnTo>
                    <a:pt x="2758" y="6256"/>
                  </a:lnTo>
                  <a:lnTo>
                    <a:pt x="3009" y="6268"/>
                  </a:lnTo>
                  <a:lnTo>
                    <a:pt x="3272" y="6268"/>
                  </a:lnTo>
                  <a:lnTo>
                    <a:pt x="3523" y="6256"/>
                  </a:lnTo>
                  <a:lnTo>
                    <a:pt x="3785" y="6209"/>
                  </a:lnTo>
                  <a:lnTo>
                    <a:pt x="4024" y="6149"/>
                  </a:lnTo>
                  <a:lnTo>
                    <a:pt x="4275" y="6065"/>
                  </a:lnTo>
                  <a:lnTo>
                    <a:pt x="4514" y="5958"/>
                  </a:lnTo>
                  <a:lnTo>
                    <a:pt x="4740" y="5827"/>
                  </a:lnTo>
                  <a:lnTo>
                    <a:pt x="4947" y="5696"/>
                  </a:lnTo>
                  <a:lnTo>
                    <a:pt x="4947" y="5696"/>
                  </a:lnTo>
                  <a:lnTo>
                    <a:pt x="5015" y="5755"/>
                  </a:lnTo>
                  <a:lnTo>
                    <a:pt x="5099" y="5815"/>
                  </a:lnTo>
                  <a:lnTo>
                    <a:pt x="5182" y="5862"/>
                  </a:lnTo>
                  <a:lnTo>
                    <a:pt x="5278" y="5910"/>
                  </a:lnTo>
                  <a:lnTo>
                    <a:pt x="5373" y="5946"/>
                  </a:lnTo>
                  <a:lnTo>
                    <a:pt x="5481" y="5982"/>
                  </a:lnTo>
                  <a:lnTo>
                    <a:pt x="5576" y="6006"/>
                  </a:lnTo>
                  <a:lnTo>
                    <a:pt x="5684" y="6030"/>
                  </a:lnTo>
                  <a:lnTo>
                    <a:pt x="5779" y="6042"/>
                  </a:lnTo>
                  <a:lnTo>
                    <a:pt x="5994" y="6042"/>
                  </a:lnTo>
                  <a:lnTo>
                    <a:pt x="6090" y="6030"/>
                  </a:lnTo>
                  <a:lnTo>
                    <a:pt x="6197" y="6018"/>
                  </a:lnTo>
                  <a:lnTo>
                    <a:pt x="6305" y="5994"/>
                  </a:lnTo>
                  <a:lnTo>
                    <a:pt x="6400" y="5958"/>
                  </a:lnTo>
                  <a:lnTo>
                    <a:pt x="6477" y="5920"/>
                  </a:lnTo>
                  <a:lnTo>
                    <a:pt x="6477" y="5920"/>
                  </a:lnTo>
                  <a:lnTo>
                    <a:pt x="6484" y="5922"/>
                  </a:lnTo>
                  <a:lnTo>
                    <a:pt x="6484" y="5922"/>
                  </a:lnTo>
                  <a:lnTo>
                    <a:pt x="6483" y="5917"/>
                  </a:lnTo>
                  <a:lnTo>
                    <a:pt x="6483" y="5917"/>
                  </a:lnTo>
                  <a:lnTo>
                    <a:pt x="6496" y="5910"/>
                  </a:lnTo>
                  <a:lnTo>
                    <a:pt x="6507" y="5898"/>
                  </a:lnTo>
                  <a:lnTo>
                    <a:pt x="6519" y="5886"/>
                  </a:lnTo>
                  <a:lnTo>
                    <a:pt x="6507" y="5874"/>
                  </a:lnTo>
                  <a:lnTo>
                    <a:pt x="6496" y="5862"/>
                  </a:lnTo>
                  <a:lnTo>
                    <a:pt x="6340" y="5803"/>
                  </a:lnTo>
                  <a:lnTo>
                    <a:pt x="6209" y="5731"/>
                  </a:lnTo>
                  <a:lnTo>
                    <a:pt x="6078" y="5636"/>
                  </a:lnTo>
                  <a:lnTo>
                    <a:pt x="5970" y="5528"/>
                  </a:lnTo>
                  <a:lnTo>
                    <a:pt x="5863" y="5409"/>
                  </a:lnTo>
                  <a:lnTo>
                    <a:pt x="5779" y="5289"/>
                  </a:lnTo>
                  <a:lnTo>
                    <a:pt x="5708" y="5146"/>
                  </a:lnTo>
                  <a:lnTo>
                    <a:pt x="5651" y="5010"/>
                  </a:lnTo>
                  <a:lnTo>
                    <a:pt x="5791" y="4800"/>
                  </a:lnTo>
                  <a:lnTo>
                    <a:pt x="5922" y="4561"/>
                  </a:lnTo>
                  <a:lnTo>
                    <a:pt x="6042" y="4322"/>
                  </a:lnTo>
                  <a:lnTo>
                    <a:pt x="6125" y="4071"/>
                  </a:lnTo>
                  <a:lnTo>
                    <a:pt x="6197" y="3821"/>
                  </a:lnTo>
                  <a:lnTo>
                    <a:pt x="6245" y="3558"/>
                  </a:lnTo>
                  <a:lnTo>
                    <a:pt x="6269" y="3283"/>
                  </a:lnTo>
                  <a:lnTo>
                    <a:pt x="6269" y="3021"/>
                  </a:lnTo>
                  <a:lnTo>
                    <a:pt x="6257" y="2794"/>
                  </a:lnTo>
                  <a:lnTo>
                    <a:pt x="6221" y="2579"/>
                  </a:lnTo>
                  <a:lnTo>
                    <a:pt x="6185" y="2364"/>
                  </a:lnTo>
                  <a:lnTo>
                    <a:pt x="6113" y="2149"/>
                  </a:lnTo>
                  <a:lnTo>
                    <a:pt x="6042" y="1946"/>
                  </a:lnTo>
                  <a:lnTo>
                    <a:pt x="5946" y="1743"/>
                  </a:lnTo>
                  <a:lnTo>
                    <a:pt x="5851" y="1540"/>
                  </a:lnTo>
                  <a:lnTo>
                    <a:pt x="5731" y="1361"/>
                  </a:lnTo>
                  <a:lnTo>
                    <a:pt x="5600" y="1182"/>
                  </a:lnTo>
                  <a:lnTo>
                    <a:pt x="5457" y="1027"/>
                  </a:lnTo>
                  <a:lnTo>
                    <a:pt x="5314" y="872"/>
                  </a:lnTo>
                  <a:lnTo>
                    <a:pt x="5146" y="728"/>
                  </a:lnTo>
                  <a:lnTo>
                    <a:pt x="4979" y="597"/>
                  </a:lnTo>
                  <a:lnTo>
                    <a:pt x="4800" y="478"/>
                  </a:lnTo>
                  <a:lnTo>
                    <a:pt x="4609" y="358"/>
                  </a:lnTo>
                  <a:lnTo>
                    <a:pt x="4418" y="275"/>
                  </a:lnTo>
                  <a:lnTo>
                    <a:pt x="4215" y="179"/>
                  </a:lnTo>
                  <a:lnTo>
                    <a:pt x="4000" y="119"/>
                  </a:lnTo>
                  <a:lnTo>
                    <a:pt x="3785" y="60"/>
                  </a:lnTo>
                  <a:lnTo>
                    <a:pt x="3558" y="24"/>
                  </a:lnTo>
                  <a:lnTo>
                    <a:pt x="333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 flipH="1">
            <a:off x="729615" y="151765"/>
            <a:ext cx="7592060" cy="1121410"/>
          </a:xfrm>
        </p:spPr>
        <p:txBody>
          <a:bodyPr/>
          <a:lstStyle/>
          <a:p>
            <a:r>
              <a:rPr lang="en-US" altLang="en-GB" sz="1800" dirty="0">
                <a:solidFill>
                  <a:srgbClr val="002060"/>
                </a:solidFill>
                <a:latin typeface="Albert Sans ExtraBold" charset="0"/>
              </a:rPr>
              <a:t>Sentiment Analysis Across Channels</a:t>
            </a:r>
            <a:endParaRPr lang="en-US" altLang="en-GB" sz="1800" dirty="0">
              <a:solidFill>
                <a:srgbClr val="002060"/>
              </a:solidFill>
              <a:latin typeface="Albert Sans ExtraBold" charset="0"/>
            </a:endParaRPr>
          </a:p>
          <a:p>
            <a:endParaRPr lang="en-US" altLang="en-GB" sz="1800" dirty="0">
              <a:solidFill>
                <a:srgbClr val="002060"/>
              </a:solidFill>
              <a:latin typeface="Albert Sans ExtraBold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5300" y="3090545"/>
            <a:ext cx="7606030" cy="1508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altLang="en-GB" dirty="0"/>
              <a:t>Positive Sentiment = only 21.5% overall.</a:t>
            </a:r>
            <a:endParaRPr lang="en-US" altLang="en-GB" dirty="0"/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altLang="en-GB" dirty="0"/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altLang="en-GB" dirty="0"/>
              <a:t>Call Center &amp; Email have higher negative feedback.</a:t>
            </a:r>
            <a:endParaRPr lang="en-US" altLang="en-GB" dirty="0"/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altLang="en-GB" dirty="0"/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altLang="en-GB" dirty="0"/>
              <a:t>Web &amp; Chatbot channels show better neutral to positive balance.</a:t>
            </a:r>
            <a:endParaRPr lang="en-US" altLang="en-GB" dirty="0"/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altLang="en-GB" dirty="0"/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altLang="en-GB" dirty="0"/>
              <a:t>Within SLA calls show higher positive sentiment compared to Below SLA calls.</a:t>
            </a:r>
            <a:endParaRPr lang="en-US" altLang="en-GB" dirty="0"/>
          </a:p>
        </p:txBody>
      </p:sp>
      <p:pic>
        <p:nvPicPr>
          <p:cNvPr id="2" name="Picture 1" descr="Screenshot (1)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5" y="710565"/>
            <a:ext cx="4218305" cy="2329815"/>
          </a:xfrm>
          <a:prstGeom prst="rect">
            <a:avLst/>
          </a:prstGeom>
        </p:spPr>
      </p:pic>
      <p:pic>
        <p:nvPicPr>
          <p:cNvPr id="3" name="Picture 2" descr="Screenshot (3)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130" y="709930"/>
            <a:ext cx="3987165" cy="2282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oogle Shape;1073;p32"/>
          <p:cNvGrpSpPr/>
          <p:nvPr/>
        </p:nvGrpSpPr>
        <p:grpSpPr>
          <a:xfrm>
            <a:off x="2944519" y="3771366"/>
            <a:ext cx="618903" cy="828066"/>
            <a:chOff x="150500" y="3822988"/>
            <a:chExt cx="569630" cy="762141"/>
          </a:xfrm>
        </p:grpSpPr>
        <p:sp>
          <p:nvSpPr>
            <p:cNvPr id="1074" name="Google Shape;1074;p32"/>
            <p:cNvSpPr/>
            <p:nvPr/>
          </p:nvSpPr>
          <p:spPr>
            <a:xfrm>
              <a:off x="461248" y="3822988"/>
              <a:ext cx="258881" cy="404536"/>
            </a:xfrm>
            <a:custGeom>
              <a:avLst/>
              <a:gdLst/>
              <a:ahLst/>
              <a:cxnLst/>
              <a:rect l="l" t="t" r="r" b="b"/>
              <a:pathLst>
                <a:path w="4287" h="6699" extrusionOk="0">
                  <a:moveTo>
                    <a:pt x="3332" y="0"/>
                  </a:moveTo>
                  <a:lnTo>
                    <a:pt x="3224" y="12"/>
                  </a:lnTo>
                  <a:lnTo>
                    <a:pt x="3105" y="24"/>
                  </a:lnTo>
                  <a:lnTo>
                    <a:pt x="2997" y="48"/>
                  </a:lnTo>
                  <a:lnTo>
                    <a:pt x="2890" y="84"/>
                  </a:lnTo>
                  <a:lnTo>
                    <a:pt x="2794" y="131"/>
                  </a:lnTo>
                  <a:lnTo>
                    <a:pt x="2687" y="179"/>
                  </a:lnTo>
                  <a:lnTo>
                    <a:pt x="2591" y="239"/>
                  </a:lnTo>
                  <a:lnTo>
                    <a:pt x="2388" y="382"/>
                  </a:lnTo>
                  <a:lnTo>
                    <a:pt x="2209" y="549"/>
                  </a:lnTo>
                  <a:lnTo>
                    <a:pt x="2030" y="716"/>
                  </a:lnTo>
                  <a:lnTo>
                    <a:pt x="1875" y="907"/>
                  </a:lnTo>
                  <a:lnTo>
                    <a:pt x="1720" y="1099"/>
                  </a:lnTo>
                  <a:lnTo>
                    <a:pt x="1553" y="1325"/>
                  </a:lnTo>
                  <a:lnTo>
                    <a:pt x="1398" y="1564"/>
                  </a:lnTo>
                  <a:lnTo>
                    <a:pt x="1242" y="1803"/>
                  </a:lnTo>
                  <a:lnTo>
                    <a:pt x="1099" y="2042"/>
                  </a:lnTo>
                  <a:lnTo>
                    <a:pt x="956" y="2292"/>
                  </a:lnTo>
                  <a:lnTo>
                    <a:pt x="824" y="2531"/>
                  </a:lnTo>
                  <a:lnTo>
                    <a:pt x="705" y="2782"/>
                  </a:lnTo>
                  <a:lnTo>
                    <a:pt x="598" y="3033"/>
                  </a:lnTo>
                  <a:lnTo>
                    <a:pt x="490" y="3283"/>
                  </a:lnTo>
                  <a:lnTo>
                    <a:pt x="407" y="3546"/>
                  </a:lnTo>
                  <a:lnTo>
                    <a:pt x="323" y="3797"/>
                  </a:lnTo>
                  <a:lnTo>
                    <a:pt x="239" y="4048"/>
                  </a:lnTo>
                  <a:lnTo>
                    <a:pt x="180" y="4310"/>
                  </a:lnTo>
                  <a:lnTo>
                    <a:pt x="120" y="4561"/>
                  </a:lnTo>
                  <a:lnTo>
                    <a:pt x="72" y="4824"/>
                  </a:lnTo>
                  <a:lnTo>
                    <a:pt x="36" y="5074"/>
                  </a:lnTo>
                  <a:lnTo>
                    <a:pt x="13" y="5349"/>
                  </a:lnTo>
                  <a:lnTo>
                    <a:pt x="1" y="5624"/>
                  </a:lnTo>
                  <a:lnTo>
                    <a:pt x="13" y="5767"/>
                  </a:lnTo>
                  <a:lnTo>
                    <a:pt x="24" y="5886"/>
                  </a:lnTo>
                  <a:lnTo>
                    <a:pt x="60" y="6018"/>
                  </a:lnTo>
                  <a:lnTo>
                    <a:pt x="96" y="6137"/>
                  </a:lnTo>
                  <a:lnTo>
                    <a:pt x="144" y="6256"/>
                  </a:lnTo>
                  <a:lnTo>
                    <a:pt x="215" y="6364"/>
                  </a:lnTo>
                  <a:lnTo>
                    <a:pt x="299" y="6459"/>
                  </a:lnTo>
                  <a:lnTo>
                    <a:pt x="395" y="6543"/>
                  </a:lnTo>
                  <a:lnTo>
                    <a:pt x="502" y="6603"/>
                  </a:lnTo>
                  <a:lnTo>
                    <a:pt x="621" y="6662"/>
                  </a:lnTo>
                  <a:lnTo>
                    <a:pt x="753" y="6686"/>
                  </a:lnTo>
                  <a:lnTo>
                    <a:pt x="884" y="6698"/>
                  </a:lnTo>
                  <a:lnTo>
                    <a:pt x="956" y="6686"/>
                  </a:lnTo>
                  <a:lnTo>
                    <a:pt x="1039" y="6662"/>
                  </a:lnTo>
                  <a:lnTo>
                    <a:pt x="1123" y="6615"/>
                  </a:lnTo>
                  <a:lnTo>
                    <a:pt x="1206" y="6567"/>
                  </a:lnTo>
                  <a:lnTo>
                    <a:pt x="1398" y="6424"/>
                  </a:lnTo>
                  <a:lnTo>
                    <a:pt x="1589" y="6244"/>
                  </a:lnTo>
                  <a:lnTo>
                    <a:pt x="1803" y="6030"/>
                  </a:lnTo>
                  <a:lnTo>
                    <a:pt x="2018" y="5779"/>
                  </a:lnTo>
                  <a:lnTo>
                    <a:pt x="2245" y="5504"/>
                  </a:lnTo>
                  <a:lnTo>
                    <a:pt x="2460" y="5206"/>
                  </a:lnTo>
                  <a:lnTo>
                    <a:pt x="2687" y="4895"/>
                  </a:lnTo>
                  <a:lnTo>
                    <a:pt x="2902" y="4573"/>
                  </a:lnTo>
                  <a:lnTo>
                    <a:pt x="3105" y="4239"/>
                  </a:lnTo>
                  <a:lnTo>
                    <a:pt x="3296" y="3904"/>
                  </a:lnTo>
                  <a:lnTo>
                    <a:pt x="3487" y="3570"/>
                  </a:lnTo>
                  <a:lnTo>
                    <a:pt x="3642" y="3248"/>
                  </a:lnTo>
                  <a:lnTo>
                    <a:pt x="3785" y="2937"/>
                  </a:lnTo>
                  <a:lnTo>
                    <a:pt x="3917" y="2651"/>
                  </a:lnTo>
                  <a:lnTo>
                    <a:pt x="4072" y="2221"/>
                  </a:lnTo>
                  <a:lnTo>
                    <a:pt x="4144" y="2006"/>
                  </a:lnTo>
                  <a:lnTo>
                    <a:pt x="4203" y="1791"/>
                  </a:lnTo>
                  <a:lnTo>
                    <a:pt x="4251" y="1576"/>
                  </a:lnTo>
                  <a:lnTo>
                    <a:pt x="4275" y="1373"/>
                  </a:lnTo>
                  <a:lnTo>
                    <a:pt x="4287" y="1158"/>
                  </a:lnTo>
                  <a:lnTo>
                    <a:pt x="4287" y="955"/>
                  </a:lnTo>
                  <a:lnTo>
                    <a:pt x="4263" y="860"/>
                  </a:lnTo>
                  <a:lnTo>
                    <a:pt x="4239" y="764"/>
                  </a:lnTo>
                  <a:lnTo>
                    <a:pt x="4215" y="669"/>
                  </a:lnTo>
                  <a:lnTo>
                    <a:pt x="4167" y="573"/>
                  </a:lnTo>
                  <a:lnTo>
                    <a:pt x="4132" y="490"/>
                  </a:lnTo>
                  <a:lnTo>
                    <a:pt x="4072" y="406"/>
                  </a:lnTo>
                  <a:lnTo>
                    <a:pt x="4012" y="322"/>
                  </a:lnTo>
                  <a:lnTo>
                    <a:pt x="3953" y="263"/>
                  </a:lnTo>
                  <a:lnTo>
                    <a:pt x="3881" y="191"/>
                  </a:lnTo>
                  <a:lnTo>
                    <a:pt x="3797" y="143"/>
                  </a:lnTo>
                  <a:lnTo>
                    <a:pt x="3714" y="96"/>
                  </a:lnTo>
                  <a:lnTo>
                    <a:pt x="3630" y="60"/>
                  </a:lnTo>
                  <a:lnTo>
                    <a:pt x="3535" y="24"/>
                  </a:lnTo>
                  <a:lnTo>
                    <a:pt x="3427" y="12"/>
                  </a:lnTo>
                  <a:lnTo>
                    <a:pt x="33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465596" y="3936877"/>
              <a:ext cx="165884" cy="523499"/>
            </a:xfrm>
            <a:custGeom>
              <a:avLst/>
              <a:gdLst/>
              <a:ahLst/>
              <a:cxnLst/>
              <a:rect l="l" t="t" r="r" b="b"/>
              <a:pathLst>
                <a:path w="2747" h="8669" extrusionOk="0">
                  <a:moveTo>
                    <a:pt x="2734" y="1"/>
                  </a:moveTo>
                  <a:lnTo>
                    <a:pt x="2722" y="12"/>
                  </a:lnTo>
                  <a:lnTo>
                    <a:pt x="2448" y="454"/>
                  </a:lnTo>
                  <a:lnTo>
                    <a:pt x="2185" y="896"/>
                  </a:lnTo>
                  <a:lnTo>
                    <a:pt x="1934" y="1350"/>
                  </a:lnTo>
                  <a:lnTo>
                    <a:pt x="1696" y="1803"/>
                  </a:lnTo>
                  <a:lnTo>
                    <a:pt x="1469" y="2269"/>
                  </a:lnTo>
                  <a:lnTo>
                    <a:pt x="1254" y="2735"/>
                  </a:lnTo>
                  <a:lnTo>
                    <a:pt x="1051" y="3200"/>
                  </a:lnTo>
                  <a:lnTo>
                    <a:pt x="860" y="3678"/>
                  </a:lnTo>
                  <a:lnTo>
                    <a:pt x="717" y="4084"/>
                  </a:lnTo>
                  <a:lnTo>
                    <a:pt x="573" y="4490"/>
                  </a:lnTo>
                  <a:lnTo>
                    <a:pt x="454" y="4896"/>
                  </a:lnTo>
                  <a:lnTo>
                    <a:pt x="335" y="5314"/>
                  </a:lnTo>
                  <a:lnTo>
                    <a:pt x="239" y="5732"/>
                  </a:lnTo>
                  <a:lnTo>
                    <a:pt x="155" y="6149"/>
                  </a:lnTo>
                  <a:lnTo>
                    <a:pt x="96" y="6567"/>
                  </a:lnTo>
                  <a:lnTo>
                    <a:pt x="36" y="6997"/>
                  </a:lnTo>
                  <a:lnTo>
                    <a:pt x="12" y="7403"/>
                  </a:lnTo>
                  <a:lnTo>
                    <a:pt x="0" y="7821"/>
                  </a:lnTo>
                  <a:lnTo>
                    <a:pt x="12" y="8239"/>
                  </a:lnTo>
                  <a:lnTo>
                    <a:pt x="36" y="8645"/>
                  </a:lnTo>
                  <a:lnTo>
                    <a:pt x="48" y="8657"/>
                  </a:lnTo>
                  <a:lnTo>
                    <a:pt x="60" y="8669"/>
                  </a:lnTo>
                  <a:lnTo>
                    <a:pt x="72" y="8657"/>
                  </a:lnTo>
                  <a:lnTo>
                    <a:pt x="72" y="8645"/>
                  </a:lnTo>
                  <a:lnTo>
                    <a:pt x="48" y="8263"/>
                  </a:lnTo>
                  <a:lnTo>
                    <a:pt x="36" y="7881"/>
                  </a:lnTo>
                  <a:lnTo>
                    <a:pt x="36" y="7499"/>
                  </a:lnTo>
                  <a:lnTo>
                    <a:pt x="72" y="7105"/>
                  </a:lnTo>
                  <a:lnTo>
                    <a:pt x="108" y="6722"/>
                  </a:lnTo>
                  <a:lnTo>
                    <a:pt x="155" y="6340"/>
                  </a:lnTo>
                  <a:lnTo>
                    <a:pt x="227" y="5970"/>
                  </a:lnTo>
                  <a:lnTo>
                    <a:pt x="311" y="5588"/>
                  </a:lnTo>
                  <a:lnTo>
                    <a:pt x="418" y="5146"/>
                  </a:lnTo>
                  <a:lnTo>
                    <a:pt x="549" y="4693"/>
                  </a:lnTo>
                  <a:lnTo>
                    <a:pt x="693" y="4251"/>
                  </a:lnTo>
                  <a:lnTo>
                    <a:pt x="848" y="3821"/>
                  </a:lnTo>
                  <a:lnTo>
                    <a:pt x="1015" y="3379"/>
                  </a:lnTo>
                  <a:lnTo>
                    <a:pt x="1194" y="2962"/>
                  </a:lnTo>
                  <a:lnTo>
                    <a:pt x="1385" y="2532"/>
                  </a:lnTo>
                  <a:lnTo>
                    <a:pt x="1588" y="2114"/>
                  </a:lnTo>
                  <a:lnTo>
                    <a:pt x="1851" y="1577"/>
                  </a:lnTo>
                  <a:lnTo>
                    <a:pt x="2137" y="1051"/>
                  </a:lnTo>
                  <a:lnTo>
                    <a:pt x="2436" y="538"/>
                  </a:lnTo>
                  <a:lnTo>
                    <a:pt x="2746" y="24"/>
                  </a:lnTo>
                  <a:lnTo>
                    <a:pt x="2746" y="12"/>
                  </a:lnTo>
                  <a:lnTo>
                    <a:pt x="274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150500" y="4117130"/>
              <a:ext cx="129108" cy="191851"/>
            </a:xfrm>
            <a:custGeom>
              <a:avLst/>
              <a:gdLst/>
              <a:ahLst/>
              <a:cxnLst/>
              <a:rect l="l" t="t" r="r" b="b"/>
              <a:pathLst>
                <a:path w="2138" h="3177" extrusionOk="0">
                  <a:moveTo>
                    <a:pt x="1827" y="0"/>
                  </a:moveTo>
                  <a:lnTo>
                    <a:pt x="1660" y="24"/>
                  </a:lnTo>
                  <a:lnTo>
                    <a:pt x="1493" y="48"/>
                  </a:lnTo>
                  <a:lnTo>
                    <a:pt x="1326" y="96"/>
                  </a:lnTo>
                  <a:lnTo>
                    <a:pt x="1159" y="156"/>
                  </a:lnTo>
                  <a:lnTo>
                    <a:pt x="1004" y="239"/>
                  </a:lnTo>
                  <a:lnTo>
                    <a:pt x="860" y="323"/>
                  </a:lnTo>
                  <a:lnTo>
                    <a:pt x="717" y="418"/>
                  </a:lnTo>
                  <a:lnTo>
                    <a:pt x="598" y="538"/>
                  </a:lnTo>
                  <a:lnTo>
                    <a:pt x="478" y="657"/>
                  </a:lnTo>
                  <a:lnTo>
                    <a:pt x="371" y="788"/>
                  </a:lnTo>
                  <a:lnTo>
                    <a:pt x="275" y="932"/>
                  </a:lnTo>
                  <a:lnTo>
                    <a:pt x="192" y="1087"/>
                  </a:lnTo>
                  <a:lnTo>
                    <a:pt x="120" y="1242"/>
                  </a:lnTo>
                  <a:lnTo>
                    <a:pt x="72" y="1409"/>
                  </a:lnTo>
                  <a:lnTo>
                    <a:pt x="24" y="1576"/>
                  </a:lnTo>
                  <a:lnTo>
                    <a:pt x="13" y="1720"/>
                  </a:lnTo>
                  <a:lnTo>
                    <a:pt x="1" y="1875"/>
                  </a:lnTo>
                  <a:lnTo>
                    <a:pt x="1" y="2018"/>
                  </a:lnTo>
                  <a:lnTo>
                    <a:pt x="24" y="2173"/>
                  </a:lnTo>
                  <a:lnTo>
                    <a:pt x="60" y="2317"/>
                  </a:lnTo>
                  <a:lnTo>
                    <a:pt x="108" y="2460"/>
                  </a:lnTo>
                  <a:lnTo>
                    <a:pt x="168" y="2591"/>
                  </a:lnTo>
                  <a:lnTo>
                    <a:pt x="251" y="2711"/>
                  </a:lnTo>
                  <a:lnTo>
                    <a:pt x="347" y="2830"/>
                  </a:lnTo>
                  <a:lnTo>
                    <a:pt x="454" y="2938"/>
                  </a:lnTo>
                  <a:lnTo>
                    <a:pt x="574" y="3021"/>
                  </a:lnTo>
                  <a:lnTo>
                    <a:pt x="705" y="3093"/>
                  </a:lnTo>
                  <a:lnTo>
                    <a:pt x="848" y="3141"/>
                  </a:lnTo>
                  <a:lnTo>
                    <a:pt x="992" y="3164"/>
                  </a:lnTo>
                  <a:lnTo>
                    <a:pt x="1135" y="3176"/>
                  </a:lnTo>
                  <a:lnTo>
                    <a:pt x="1278" y="3152"/>
                  </a:lnTo>
                  <a:lnTo>
                    <a:pt x="1433" y="3117"/>
                  </a:lnTo>
                  <a:lnTo>
                    <a:pt x="1565" y="3045"/>
                  </a:lnTo>
                  <a:lnTo>
                    <a:pt x="1684" y="2961"/>
                  </a:lnTo>
                  <a:lnTo>
                    <a:pt x="1803" y="2854"/>
                  </a:lnTo>
                  <a:lnTo>
                    <a:pt x="1899" y="2735"/>
                  </a:lnTo>
                  <a:lnTo>
                    <a:pt x="1983" y="2603"/>
                  </a:lnTo>
                  <a:lnTo>
                    <a:pt x="2042" y="2460"/>
                  </a:lnTo>
                  <a:lnTo>
                    <a:pt x="2090" y="2317"/>
                  </a:lnTo>
                  <a:lnTo>
                    <a:pt x="2126" y="2161"/>
                  </a:lnTo>
                  <a:lnTo>
                    <a:pt x="2138" y="2006"/>
                  </a:lnTo>
                  <a:lnTo>
                    <a:pt x="2138" y="1851"/>
                  </a:lnTo>
                  <a:lnTo>
                    <a:pt x="2126" y="1708"/>
                  </a:lnTo>
                  <a:lnTo>
                    <a:pt x="2114" y="1553"/>
                  </a:lnTo>
                  <a:lnTo>
                    <a:pt x="2078" y="1397"/>
                  </a:lnTo>
                  <a:lnTo>
                    <a:pt x="2042" y="1242"/>
                  </a:lnTo>
                  <a:lnTo>
                    <a:pt x="1995" y="1099"/>
                  </a:lnTo>
                  <a:lnTo>
                    <a:pt x="1911" y="824"/>
                  </a:lnTo>
                  <a:lnTo>
                    <a:pt x="1875" y="681"/>
                  </a:lnTo>
                  <a:lnTo>
                    <a:pt x="1851" y="538"/>
                  </a:lnTo>
                  <a:lnTo>
                    <a:pt x="1851" y="394"/>
                  </a:lnTo>
                  <a:lnTo>
                    <a:pt x="1863" y="323"/>
                  </a:lnTo>
                  <a:lnTo>
                    <a:pt x="1875" y="251"/>
                  </a:lnTo>
                  <a:lnTo>
                    <a:pt x="1899" y="191"/>
                  </a:lnTo>
                  <a:lnTo>
                    <a:pt x="1935" y="120"/>
                  </a:lnTo>
                  <a:lnTo>
                    <a:pt x="1971" y="72"/>
                  </a:lnTo>
                  <a:lnTo>
                    <a:pt x="2018" y="12"/>
                  </a:lnTo>
                  <a:lnTo>
                    <a:pt x="1995" y="0"/>
                  </a:lnTo>
                  <a:close/>
                </a:path>
              </a:pathLst>
            </a:custGeom>
            <a:solidFill>
              <a:srgbClr val="B4DDDD">
                <a:alpha val="6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150500" y="4117130"/>
              <a:ext cx="129108" cy="191851"/>
            </a:xfrm>
            <a:custGeom>
              <a:avLst/>
              <a:gdLst/>
              <a:ahLst/>
              <a:cxnLst/>
              <a:rect l="l" t="t" r="r" b="b"/>
              <a:pathLst>
                <a:path w="2138" h="3177" fill="none" extrusionOk="0">
                  <a:moveTo>
                    <a:pt x="1995" y="0"/>
                  </a:moveTo>
                  <a:lnTo>
                    <a:pt x="1995" y="0"/>
                  </a:lnTo>
                  <a:lnTo>
                    <a:pt x="1827" y="0"/>
                  </a:lnTo>
                  <a:lnTo>
                    <a:pt x="1660" y="24"/>
                  </a:lnTo>
                  <a:lnTo>
                    <a:pt x="1493" y="48"/>
                  </a:lnTo>
                  <a:lnTo>
                    <a:pt x="1326" y="96"/>
                  </a:lnTo>
                  <a:lnTo>
                    <a:pt x="1159" y="156"/>
                  </a:lnTo>
                  <a:lnTo>
                    <a:pt x="1004" y="239"/>
                  </a:lnTo>
                  <a:lnTo>
                    <a:pt x="860" y="323"/>
                  </a:lnTo>
                  <a:lnTo>
                    <a:pt x="717" y="418"/>
                  </a:lnTo>
                  <a:lnTo>
                    <a:pt x="717" y="418"/>
                  </a:lnTo>
                  <a:lnTo>
                    <a:pt x="598" y="538"/>
                  </a:lnTo>
                  <a:lnTo>
                    <a:pt x="478" y="657"/>
                  </a:lnTo>
                  <a:lnTo>
                    <a:pt x="371" y="788"/>
                  </a:lnTo>
                  <a:lnTo>
                    <a:pt x="275" y="932"/>
                  </a:lnTo>
                  <a:lnTo>
                    <a:pt x="192" y="1087"/>
                  </a:lnTo>
                  <a:lnTo>
                    <a:pt x="120" y="1242"/>
                  </a:lnTo>
                  <a:lnTo>
                    <a:pt x="72" y="1409"/>
                  </a:lnTo>
                  <a:lnTo>
                    <a:pt x="24" y="1576"/>
                  </a:lnTo>
                  <a:lnTo>
                    <a:pt x="24" y="1576"/>
                  </a:lnTo>
                  <a:lnTo>
                    <a:pt x="13" y="1720"/>
                  </a:lnTo>
                  <a:lnTo>
                    <a:pt x="1" y="1875"/>
                  </a:lnTo>
                  <a:lnTo>
                    <a:pt x="1" y="2018"/>
                  </a:lnTo>
                  <a:lnTo>
                    <a:pt x="24" y="2173"/>
                  </a:lnTo>
                  <a:lnTo>
                    <a:pt x="60" y="2317"/>
                  </a:lnTo>
                  <a:lnTo>
                    <a:pt x="108" y="2460"/>
                  </a:lnTo>
                  <a:lnTo>
                    <a:pt x="168" y="2591"/>
                  </a:lnTo>
                  <a:lnTo>
                    <a:pt x="251" y="2711"/>
                  </a:lnTo>
                  <a:lnTo>
                    <a:pt x="251" y="2711"/>
                  </a:lnTo>
                  <a:lnTo>
                    <a:pt x="347" y="2830"/>
                  </a:lnTo>
                  <a:lnTo>
                    <a:pt x="454" y="2938"/>
                  </a:lnTo>
                  <a:lnTo>
                    <a:pt x="574" y="3021"/>
                  </a:lnTo>
                  <a:lnTo>
                    <a:pt x="705" y="3093"/>
                  </a:lnTo>
                  <a:lnTo>
                    <a:pt x="848" y="3141"/>
                  </a:lnTo>
                  <a:lnTo>
                    <a:pt x="992" y="3164"/>
                  </a:lnTo>
                  <a:lnTo>
                    <a:pt x="1135" y="3176"/>
                  </a:lnTo>
                  <a:lnTo>
                    <a:pt x="1278" y="3152"/>
                  </a:lnTo>
                  <a:lnTo>
                    <a:pt x="1278" y="3152"/>
                  </a:lnTo>
                  <a:lnTo>
                    <a:pt x="1433" y="3117"/>
                  </a:lnTo>
                  <a:lnTo>
                    <a:pt x="1565" y="3045"/>
                  </a:lnTo>
                  <a:lnTo>
                    <a:pt x="1684" y="2961"/>
                  </a:lnTo>
                  <a:lnTo>
                    <a:pt x="1803" y="2854"/>
                  </a:lnTo>
                  <a:lnTo>
                    <a:pt x="1899" y="2735"/>
                  </a:lnTo>
                  <a:lnTo>
                    <a:pt x="1983" y="2603"/>
                  </a:lnTo>
                  <a:lnTo>
                    <a:pt x="2042" y="2460"/>
                  </a:lnTo>
                  <a:lnTo>
                    <a:pt x="2090" y="2317"/>
                  </a:lnTo>
                  <a:lnTo>
                    <a:pt x="2090" y="2317"/>
                  </a:lnTo>
                  <a:lnTo>
                    <a:pt x="2126" y="2161"/>
                  </a:lnTo>
                  <a:lnTo>
                    <a:pt x="2138" y="2006"/>
                  </a:lnTo>
                  <a:lnTo>
                    <a:pt x="2138" y="1851"/>
                  </a:lnTo>
                  <a:lnTo>
                    <a:pt x="2126" y="1708"/>
                  </a:lnTo>
                  <a:lnTo>
                    <a:pt x="2114" y="1553"/>
                  </a:lnTo>
                  <a:lnTo>
                    <a:pt x="2078" y="1397"/>
                  </a:lnTo>
                  <a:lnTo>
                    <a:pt x="2042" y="1242"/>
                  </a:lnTo>
                  <a:lnTo>
                    <a:pt x="1995" y="1099"/>
                  </a:lnTo>
                  <a:lnTo>
                    <a:pt x="1995" y="1099"/>
                  </a:lnTo>
                  <a:lnTo>
                    <a:pt x="1911" y="824"/>
                  </a:lnTo>
                  <a:lnTo>
                    <a:pt x="1875" y="681"/>
                  </a:lnTo>
                  <a:lnTo>
                    <a:pt x="1851" y="538"/>
                  </a:lnTo>
                  <a:lnTo>
                    <a:pt x="1851" y="538"/>
                  </a:lnTo>
                  <a:lnTo>
                    <a:pt x="1851" y="394"/>
                  </a:lnTo>
                  <a:lnTo>
                    <a:pt x="1863" y="323"/>
                  </a:lnTo>
                  <a:lnTo>
                    <a:pt x="1875" y="251"/>
                  </a:lnTo>
                  <a:lnTo>
                    <a:pt x="1899" y="191"/>
                  </a:lnTo>
                  <a:lnTo>
                    <a:pt x="1935" y="120"/>
                  </a:lnTo>
                  <a:lnTo>
                    <a:pt x="1971" y="72"/>
                  </a:lnTo>
                  <a:lnTo>
                    <a:pt x="2018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156297" y="4084703"/>
              <a:ext cx="269691" cy="191851"/>
            </a:xfrm>
            <a:custGeom>
              <a:avLst/>
              <a:gdLst/>
              <a:ahLst/>
              <a:cxnLst/>
              <a:rect l="l" t="t" r="r" b="b"/>
              <a:pathLst>
                <a:path w="4466" h="3177" extrusionOk="0">
                  <a:moveTo>
                    <a:pt x="2281" y="0"/>
                  </a:moveTo>
                  <a:lnTo>
                    <a:pt x="2149" y="24"/>
                  </a:lnTo>
                  <a:lnTo>
                    <a:pt x="2018" y="48"/>
                  </a:lnTo>
                  <a:lnTo>
                    <a:pt x="1899" y="72"/>
                  </a:lnTo>
                  <a:lnTo>
                    <a:pt x="1767" y="108"/>
                  </a:lnTo>
                  <a:lnTo>
                    <a:pt x="1648" y="155"/>
                  </a:lnTo>
                  <a:lnTo>
                    <a:pt x="1528" y="215"/>
                  </a:lnTo>
                  <a:lnTo>
                    <a:pt x="1409" y="263"/>
                  </a:lnTo>
                  <a:lnTo>
                    <a:pt x="1290" y="334"/>
                  </a:lnTo>
                  <a:lnTo>
                    <a:pt x="1075" y="478"/>
                  </a:lnTo>
                  <a:lnTo>
                    <a:pt x="872" y="621"/>
                  </a:lnTo>
                  <a:lnTo>
                    <a:pt x="681" y="788"/>
                  </a:lnTo>
                  <a:lnTo>
                    <a:pt x="502" y="967"/>
                  </a:lnTo>
                  <a:lnTo>
                    <a:pt x="346" y="1158"/>
                  </a:lnTo>
                  <a:lnTo>
                    <a:pt x="275" y="1266"/>
                  </a:lnTo>
                  <a:lnTo>
                    <a:pt x="203" y="1385"/>
                  </a:lnTo>
                  <a:lnTo>
                    <a:pt x="143" y="1493"/>
                  </a:lnTo>
                  <a:lnTo>
                    <a:pt x="96" y="1624"/>
                  </a:lnTo>
                  <a:lnTo>
                    <a:pt x="36" y="1755"/>
                  </a:lnTo>
                  <a:lnTo>
                    <a:pt x="0" y="1899"/>
                  </a:lnTo>
                  <a:lnTo>
                    <a:pt x="36" y="1827"/>
                  </a:lnTo>
                  <a:lnTo>
                    <a:pt x="72" y="1755"/>
                  </a:lnTo>
                  <a:lnTo>
                    <a:pt x="179" y="1636"/>
                  </a:lnTo>
                  <a:lnTo>
                    <a:pt x="299" y="1540"/>
                  </a:lnTo>
                  <a:lnTo>
                    <a:pt x="430" y="1457"/>
                  </a:lnTo>
                  <a:lnTo>
                    <a:pt x="573" y="1385"/>
                  </a:lnTo>
                  <a:lnTo>
                    <a:pt x="728" y="1337"/>
                  </a:lnTo>
                  <a:lnTo>
                    <a:pt x="884" y="1302"/>
                  </a:lnTo>
                  <a:lnTo>
                    <a:pt x="1039" y="1290"/>
                  </a:lnTo>
                  <a:lnTo>
                    <a:pt x="1194" y="1290"/>
                  </a:lnTo>
                  <a:lnTo>
                    <a:pt x="1349" y="1313"/>
                  </a:lnTo>
                  <a:lnTo>
                    <a:pt x="1493" y="1349"/>
                  </a:lnTo>
                  <a:lnTo>
                    <a:pt x="1636" y="1397"/>
                  </a:lnTo>
                  <a:lnTo>
                    <a:pt x="1779" y="1469"/>
                  </a:lnTo>
                  <a:lnTo>
                    <a:pt x="1910" y="1540"/>
                  </a:lnTo>
                  <a:lnTo>
                    <a:pt x="2030" y="1624"/>
                  </a:lnTo>
                  <a:lnTo>
                    <a:pt x="2149" y="1719"/>
                  </a:lnTo>
                  <a:lnTo>
                    <a:pt x="2269" y="1827"/>
                  </a:lnTo>
                  <a:lnTo>
                    <a:pt x="2376" y="1934"/>
                  </a:lnTo>
                  <a:lnTo>
                    <a:pt x="2567" y="2173"/>
                  </a:lnTo>
                  <a:lnTo>
                    <a:pt x="2758" y="2412"/>
                  </a:lnTo>
                  <a:lnTo>
                    <a:pt x="2937" y="2663"/>
                  </a:lnTo>
                  <a:lnTo>
                    <a:pt x="3033" y="2806"/>
                  </a:lnTo>
                  <a:lnTo>
                    <a:pt x="3152" y="2949"/>
                  </a:lnTo>
                  <a:lnTo>
                    <a:pt x="3212" y="3009"/>
                  </a:lnTo>
                  <a:lnTo>
                    <a:pt x="3284" y="3069"/>
                  </a:lnTo>
                  <a:lnTo>
                    <a:pt x="3355" y="3104"/>
                  </a:lnTo>
                  <a:lnTo>
                    <a:pt x="3439" y="3140"/>
                  </a:lnTo>
                  <a:lnTo>
                    <a:pt x="3510" y="3164"/>
                  </a:lnTo>
                  <a:lnTo>
                    <a:pt x="3594" y="3176"/>
                  </a:lnTo>
                  <a:lnTo>
                    <a:pt x="3749" y="3176"/>
                  </a:lnTo>
                  <a:lnTo>
                    <a:pt x="3821" y="3164"/>
                  </a:lnTo>
                  <a:lnTo>
                    <a:pt x="3892" y="3140"/>
                  </a:lnTo>
                  <a:lnTo>
                    <a:pt x="3964" y="3104"/>
                  </a:lnTo>
                  <a:lnTo>
                    <a:pt x="4036" y="3069"/>
                  </a:lnTo>
                  <a:lnTo>
                    <a:pt x="4131" y="2985"/>
                  </a:lnTo>
                  <a:lnTo>
                    <a:pt x="4215" y="2901"/>
                  </a:lnTo>
                  <a:lnTo>
                    <a:pt x="4286" y="2806"/>
                  </a:lnTo>
                  <a:lnTo>
                    <a:pt x="4346" y="2698"/>
                  </a:lnTo>
                  <a:lnTo>
                    <a:pt x="4394" y="2579"/>
                  </a:lnTo>
                  <a:lnTo>
                    <a:pt x="4430" y="2460"/>
                  </a:lnTo>
                  <a:lnTo>
                    <a:pt x="4454" y="2340"/>
                  </a:lnTo>
                  <a:lnTo>
                    <a:pt x="4466" y="2221"/>
                  </a:lnTo>
                  <a:lnTo>
                    <a:pt x="4466" y="2102"/>
                  </a:lnTo>
                  <a:lnTo>
                    <a:pt x="4454" y="1982"/>
                  </a:lnTo>
                  <a:lnTo>
                    <a:pt x="4430" y="1851"/>
                  </a:lnTo>
                  <a:lnTo>
                    <a:pt x="4394" y="1743"/>
                  </a:lnTo>
                  <a:lnTo>
                    <a:pt x="4322" y="1505"/>
                  </a:lnTo>
                  <a:lnTo>
                    <a:pt x="4227" y="1278"/>
                  </a:lnTo>
                  <a:lnTo>
                    <a:pt x="4143" y="1111"/>
                  </a:lnTo>
                  <a:lnTo>
                    <a:pt x="4048" y="955"/>
                  </a:lnTo>
                  <a:lnTo>
                    <a:pt x="3940" y="800"/>
                  </a:lnTo>
                  <a:lnTo>
                    <a:pt x="3833" y="657"/>
                  </a:lnTo>
                  <a:lnTo>
                    <a:pt x="3713" y="525"/>
                  </a:lnTo>
                  <a:lnTo>
                    <a:pt x="3582" y="394"/>
                  </a:lnTo>
                  <a:lnTo>
                    <a:pt x="3439" y="287"/>
                  </a:lnTo>
                  <a:lnTo>
                    <a:pt x="3284" y="191"/>
                  </a:lnTo>
                  <a:lnTo>
                    <a:pt x="3164" y="131"/>
                  </a:lnTo>
                  <a:lnTo>
                    <a:pt x="3045" y="84"/>
                  </a:lnTo>
                  <a:lnTo>
                    <a:pt x="2913" y="48"/>
                  </a:lnTo>
                  <a:lnTo>
                    <a:pt x="2794" y="24"/>
                  </a:lnTo>
                  <a:lnTo>
                    <a:pt x="2663" y="1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283894" y="4115681"/>
              <a:ext cx="184605" cy="227178"/>
            </a:xfrm>
            <a:custGeom>
              <a:avLst/>
              <a:gdLst/>
              <a:ahLst/>
              <a:cxnLst/>
              <a:rect l="l" t="t" r="r" b="b"/>
              <a:pathLst>
                <a:path w="3057" h="3762" extrusionOk="0">
                  <a:moveTo>
                    <a:pt x="0" y="1"/>
                  </a:moveTo>
                  <a:lnTo>
                    <a:pt x="0" y="12"/>
                  </a:lnTo>
                  <a:lnTo>
                    <a:pt x="0" y="24"/>
                  </a:lnTo>
                  <a:lnTo>
                    <a:pt x="12" y="36"/>
                  </a:lnTo>
                  <a:lnTo>
                    <a:pt x="239" y="144"/>
                  </a:lnTo>
                  <a:lnTo>
                    <a:pt x="466" y="263"/>
                  </a:lnTo>
                  <a:lnTo>
                    <a:pt x="681" y="395"/>
                  </a:lnTo>
                  <a:lnTo>
                    <a:pt x="884" y="550"/>
                  </a:lnTo>
                  <a:lnTo>
                    <a:pt x="1087" y="717"/>
                  </a:lnTo>
                  <a:lnTo>
                    <a:pt x="1266" y="884"/>
                  </a:lnTo>
                  <a:lnTo>
                    <a:pt x="1445" y="1075"/>
                  </a:lnTo>
                  <a:lnTo>
                    <a:pt x="1612" y="1266"/>
                  </a:lnTo>
                  <a:lnTo>
                    <a:pt x="1756" y="1457"/>
                  </a:lnTo>
                  <a:lnTo>
                    <a:pt x="1899" y="1660"/>
                  </a:lnTo>
                  <a:lnTo>
                    <a:pt x="2030" y="1863"/>
                  </a:lnTo>
                  <a:lnTo>
                    <a:pt x="2150" y="2066"/>
                  </a:lnTo>
                  <a:lnTo>
                    <a:pt x="2388" y="2484"/>
                  </a:lnTo>
                  <a:lnTo>
                    <a:pt x="2603" y="2914"/>
                  </a:lnTo>
                  <a:lnTo>
                    <a:pt x="2818" y="3332"/>
                  </a:lnTo>
                  <a:lnTo>
                    <a:pt x="3033" y="3750"/>
                  </a:lnTo>
                  <a:lnTo>
                    <a:pt x="3045" y="3761"/>
                  </a:lnTo>
                  <a:lnTo>
                    <a:pt x="3057" y="3761"/>
                  </a:lnTo>
                  <a:lnTo>
                    <a:pt x="3057" y="3750"/>
                  </a:lnTo>
                  <a:lnTo>
                    <a:pt x="3057" y="3738"/>
                  </a:lnTo>
                  <a:lnTo>
                    <a:pt x="2854" y="3332"/>
                  </a:lnTo>
                  <a:lnTo>
                    <a:pt x="2651" y="2938"/>
                  </a:lnTo>
                  <a:lnTo>
                    <a:pt x="2448" y="2532"/>
                  </a:lnTo>
                  <a:lnTo>
                    <a:pt x="2233" y="2138"/>
                  </a:lnTo>
                  <a:lnTo>
                    <a:pt x="2114" y="1923"/>
                  </a:lnTo>
                  <a:lnTo>
                    <a:pt x="1982" y="1720"/>
                  </a:lnTo>
                  <a:lnTo>
                    <a:pt x="1839" y="1517"/>
                  </a:lnTo>
                  <a:lnTo>
                    <a:pt x="1684" y="1314"/>
                  </a:lnTo>
                  <a:lnTo>
                    <a:pt x="1529" y="1123"/>
                  </a:lnTo>
                  <a:lnTo>
                    <a:pt x="1362" y="932"/>
                  </a:lnTo>
                  <a:lnTo>
                    <a:pt x="1194" y="753"/>
                  </a:lnTo>
                  <a:lnTo>
                    <a:pt x="1003" y="598"/>
                  </a:lnTo>
                  <a:lnTo>
                    <a:pt x="777" y="418"/>
                  </a:lnTo>
                  <a:lnTo>
                    <a:pt x="538" y="251"/>
                  </a:lnTo>
                  <a:lnTo>
                    <a:pt x="275" y="120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300500" y="4370210"/>
              <a:ext cx="330259" cy="214919"/>
            </a:xfrm>
            <a:custGeom>
              <a:avLst/>
              <a:gdLst/>
              <a:ahLst/>
              <a:cxnLst/>
              <a:rect l="l" t="t" r="r" b="b"/>
              <a:pathLst>
                <a:path w="5469" h="3559" extrusionOk="0">
                  <a:moveTo>
                    <a:pt x="0" y="0"/>
                  </a:moveTo>
                  <a:lnTo>
                    <a:pt x="1098" y="3558"/>
                  </a:lnTo>
                  <a:lnTo>
                    <a:pt x="4442" y="3558"/>
                  </a:lnTo>
                  <a:lnTo>
                    <a:pt x="54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284618" y="4370210"/>
              <a:ext cx="359849" cy="51209"/>
            </a:xfrm>
            <a:custGeom>
              <a:avLst/>
              <a:gdLst/>
              <a:ahLst/>
              <a:cxnLst/>
              <a:rect l="l" t="t" r="r" b="b"/>
              <a:pathLst>
                <a:path w="5959" h="848" extrusionOk="0">
                  <a:moveTo>
                    <a:pt x="0" y="0"/>
                  </a:moveTo>
                  <a:lnTo>
                    <a:pt x="0" y="848"/>
                  </a:lnTo>
                  <a:lnTo>
                    <a:pt x="5958" y="848"/>
                  </a:lnTo>
                  <a:lnTo>
                    <a:pt x="59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288241" y="4418519"/>
              <a:ext cx="359064" cy="2174"/>
            </a:xfrm>
            <a:custGeom>
              <a:avLst/>
              <a:gdLst/>
              <a:ahLst/>
              <a:cxnLst/>
              <a:rect l="l" t="t" r="r" b="b"/>
              <a:pathLst>
                <a:path w="5946" h="36" extrusionOk="0">
                  <a:moveTo>
                    <a:pt x="12" y="0"/>
                  </a:moveTo>
                  <a:lnTo>
                    <a:pt x="0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5946" y="36"/>
                  </a:lnTo>
                  <a:lnTo>
                    <a:pt x="5946" y="24"/>
                  </a:lnTo>
                  <a:lnTo>
                    <a:pt x="5946" y="12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83" name="Google Shape;1083;p32"/>
          <p:cNvGrpSpPr/>
          <p:nvPr/>
        </p:nvGrpSpPr>
        <p:grpSpPr>
          <a:xfrm>
            <a:off x="255550" y="1356600"/>
            <a:ext cx="3332132" cy="1022013"/>
            <a:chOff x="5058725" y="1044000"/>
            <a:chExt cx="3332132" cy="1022013"/>
          </a:xfrm>
        </p:grpSpPr>
        <p:grpSp>
          <p:nvGrpSpPr>
            <p:cNvPr id="1084" name="Google Shape;1084;p32"/>
            <p:cNvGrpSpPr/>
            <p:nvPr/>
          </p:nvGrpSpPr>
          <p:grpSpPr>
            <a:xfrm>
              <a:off x="5058725" y="1180400"/>
              <a:ext cx="1124813" cy="885613"/>
              <a:chOff x="5284625" y="-234825"/>
              <a:chExt cx="1124813" cy="885613"/>
            </a:xfrm>
          </p:grpSpPr>
          <p:sp>
            <p:nvSpPr>
              <p:cNvPr id="1085" name="Google Shape;1085;p32"/>
              <p:cNvSpPr/>
              <p:nvPr/>
            </p:nvSpPr>
            <p:spPr>
              <a:xfrm>
                <a:off x="5852234" y="19635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6" name="Google Shape;1086;p32"/>
              <p:cNvSpPr/>
              <p:nvPr/>
            </p:nvSpPr>
            <p:spPr>
              <a:xfrm>
                <a:off x="5852234" y="56611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7" name="Google Shape;1087;p32"/>
              <p:cNvSpPr/>
              <p:nvPr/>
            </p:nvSpPr>
            <p:spPr>
              <a:xfrm>
                <a:off x="5852234" y="9314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8" name="Google Shape;1088;p32"/>
              <p:cNvSpPr/>
              <p:nvPr/>
            </p:nvSpPr>
            <p:spPr>
              <a:xfrm>
                <a:off x="5852234" y="130125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36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36"/>
                    </a:lnTo>
                    <a:lnTo>
                      <a:pt x="1875" y="12"/>
                    </a:lnTo>
                    <a:lnTo>
                      <a:pt x="1851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9" name="Google Shape;1089;p32"/>
              <p:cNvSpPr/>
              <p:nvPr/>
            </p:nvSpPr>
            <p:spPr>
              <a:xfrm>
                <a:off x="5852234" y="263639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25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5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0" name="Google Shape;1090;p32"/>
              <p:cNvSpPr/>
              <p:nvPr/>
            </p:nvSpPr>
            <p:spPr>
              <a:xfrm>
                <a:off x="5852234" y="300178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0" y="36"/>
                    </a:lnTo>
                    <a:lnTo>
                      <a:pt x="12" y="60"/>
                    </a:lnTo>
                    <a:lnTo>
                      <a:pt x="11916" y="60"/>
                    </a:lnTo>
                    <a:lnTo>
                      <a:pt x="11916" y="36"/>
                    </a:lnTo>
                    <a:lnTo>
                      <a:pt x="11916" y="13"/>
                    </a:lnTo>
                    <a:lnTo>
                      <a:pt x="1189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1" name="Google Shape;1091;p32"/>
              <p:cNvSpPr/>
              <p:nvPr/>
            </p:nvSpPr>
            <p:spPr>
              <a:xfrm>
                <a:off x="5852234" y="337154"/>
                <a:ext cx="434136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11917" h="61" extrusionOk="0">
                    <a:moveTo>
                      <a:pt x="36" y="0"/>
                    </a:moveTo>
                    <a:lnTo>
                      <a:pt x="12" y="12"/>
                    </a:ln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1892" y="60"/>
                    </a:lnTo>
                    <a:lnTo>
                      <a:pt x="11916" y="48"/>
                    </a:lnTo>
                    <a:lnTo>
                      <a:pt x="11916" y="24"/>
                    </a:lnTo>
                    <a:lnTo>
                      <a:pt x="11916" y="12"/>
                    </a:lnTo>
                    <a:lnTo>
                      <a:pt x="1189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2" name="Google Shape;1092;p32"/>
              <p:cNvSpPr/>
              <p:nvPr/>
            </p:nvSpPr>
            <p:spPr>
              <a:xfrm>
                <a:off x="5852234" y="374130"/>
                <a:ext cx="68743" cy="2186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60" extrusionOk="0">
                    <a:moveTo>
                      <a:pt x="12" y="0"/>
                    </a:moveTo>
                    <a:lnTo>
                      <a:pt x="0" y="24"/>
                    </a:lnTo>
                    <a:lnTo>
                      <a:pt x="12" y="48"/>
                    </a:lnTo>
                    <a:lnTo>
                      <a:pt x="36" y="60"/>
                    </a:lnTo>
                    <a:lnTo>
                      <a:pt x="1851" y="60"/>
                    </a:lnTo>
                    <a:lnTo>
                      <a:pt x="1875" y="48"/>
                    </a:lnTo>
                    <a:lnTo>
                      <a:pt x="1887" y="24"/>
                    </a:lnTo>
                    <a:lnTo>
                      <a:pt x="187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3" name="Google Shape;1093;p32"/>
              <p:cNvSpPr/>
              <p:nvPr/>
            </p:nvSpPr>
            <p:spPr>
              <a:xfrm>
                <a:off x="5445097" y="329759"/>
                <a:ext cx="270602" cy="207505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5696" fill="none" extrusionOk="0">
                    <a:moveTo>
                      <a:pt x="7224" y="5696"/>
                    </a:moveTo>
                    <a:lnTo>
                      <a:pt x="204" y="5696"/>
                    </a:lnTo>
                    <a:lnTo>
                      <a:pt x="204" y="5696"/>
                    </a:lnTo>
                    <a:lnTo>
                      <a:pt x="156" y="5696"/>
                    </a:lnTo>
                    <a:lnTo>
                      <a:pt x="120" y="5684"/>
                    </a:lnTo>
                    <a:lnTo>
                      <a:pt x="84" y="5660"/>
                    </a:lnTo>
                    <a:lnTo>
                      <a:pt x="61" y="5636"/>
                    </a:lnTo>
                    <a:lnTo>
                      <a:pt x="37" y="5600"/>
                    </a:lnTo>
                    <a:lnTo>
                      <a:pt x="13" y="5564"/>
                    </a:lnTo>
                    <a:lnTo>
                      <a:pt x="1" y="5528"/>
                    </a:lnTo>
                    <a:lnTo>
                      <a:pt x="1" y="5493"/>
                    </a:lnTo>
                    <a:lnTo>
                      <a:pt x="1" y="203"/>
                    </a:lnTo>
                    <a:lnTo>
                      <a:pt x="1" y="203"/>
                    </a:lnTo>
                    <a:lnTo>
                      <a:pt x="1" y="168"/>
                    </a:lnTo>
                    <a:lnTo>
                      <a:pt x="13" y="132"/>
                    </a:lnTo>
                    <a:lnTo>
                      <a:pt x="37" y="96"/>
                    </a:lnTo>
                    <a:lnTo>
                      <a:pt x="61" y="60"/>
                    </a:lnTo>
                    <a:lnTo>
                      <a:pt x="84" y="36"/>
                    </a:lnTo>
                    <a:lnTo>
                      <a:pt x="120" y="24"/>
                    </a:lnTo>
                    <a:lnTo>
                      <a:pt x="156" y="12"/>
                    </a:lnTo>
                    <a:lnTo>
                      <a:pt x="204" y="0"/>
                    </a:lnTo>
                    <a:lnTo>
                      <a:pt x="7224" y="0"/>
                    </a:lnTo>
                    <a:lnTo>
                      <a:pt x="7224" y="0"/>
                    </a:lnTo>
                    <a:lnTo>
                      <a:pt x="7260" y="12"/>
                    </a:lnTo>
                    <a:lnTo>
                      <a:pt x="7296" y="24"/>
                    </a:lnTo>
                    <a:lnTo>
                      <a:pt x="7332" y="36"/>
                    </a:lnTo>
                    <a:lnTo>
                      <a:pt x="7368" y="60"/>
                    </a:lnTo>
                    <a:lnTo>
                      <a:pt x="7391" y="96"/>
                    </a:lnTo>
                    <a:lnTo>
                      <a:pt x="7403" y="132"/>
                    </a:lnTo>
                    <a:lnTo>
                      <a:pt x="7415" y="168"/>
                    </a:lnTo>
                    <a:lnTo>
                      <a:pt x="7427" y="203"/>
                    </a:lnTo>
                    <a:lnTo>
                      <a:pt x="7427" y="5493"/>
                    </a:lnTo>
                    <a:lnTo>
                      <a:pt x="7427" y="5493"/>
                    </a:lnTo>
                    <a:lnTo>
                      <a:pt x="7415" y="5528"/>
                    </a:lnTo>
                    <a:lnTo>
                      <a:pt x="7403" y="5564"/>
                    </a:lnTo>
                    <a:lnTo>
                      <a:pt x="7391" y="5600"/>
                    </a:lnTo>
                    <a:lnTo>
                      <a:pt x="7368" y="5636"/>
                    </a:lnTo>
                    <a:lnTo>
                      <a:pt x="7332" y="5660"/>
                    </a:lnTo>
                    <a:lnTo>
                      <a:pt x="7296" y="5684"/>
                    </a:lnTo>
                    <a:lnTo>
                      <a:pt x="7260" y="5696"/>
                    </a:lnTo>
                    <a:lnTo>
                      <a:pt x="7224" y="5696"/>
                    </a:lnTo>
                    <a:lnTo>
                      <a:pt x="7224" y="569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4" name="Google Shape;1094;p32"/>
              <p:cNvSpPr/>
              <p:nvPr/>
            </p:nvSpPr>
            <p:spPr>
              <a:xfrm>
                <a:off x="5443822" y="414129"/>
                <a:ext cx="272751" cy="73552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2019" extrusionOk="0">
                    <a:moveTo>
                      <a:pt x="7450" y="1"/>
                    </a:moveTo>
                    <a:lnTo>
                      <a:pt x="7259" y="48"/>
                    </a:lnTo>
                    <a:lnTo>
                      <a:pt x="7080" y="132"/>
                    </a:lnTo>
                    <a:lnTo>
                      <a:pt x="6913" y="216"/>
                    </a:lnTo>
                    <a:lnTo>
                      <a:pt x="6746" y="335"/>
                    </a:lnTo>
                    <a:lnTo>
                      <a:pt x="6615" y="442"/>
                    </a:lnTo>
                    <a:lnTo>
                      <a:pt x="6495" y="550"/>
                    </a:lnTo>
                    <a:lnTo>
                      <a:pt x="6388" y="681"/>
                    </a:lnTo>
                    <a:lnTo>
                      <a:pt x="6280" y="801"/>
                    </a:lnTo>
                    <a:lnTo>
                      <a:pt x="6065" y="1063"/>
                    </a:lnTo>
                    <a:lnTo>
                      <a:pt x="5958" y="1183"/>
                    </a:lnTo>
                    <a:lnTo>
                      <a:pt x="5839" y="1302"/>
                    </a:lnTo>
                    <a:lnTo>
                      <a:pt x="5671" y="1445"/>
                    </a:lnTo>
                    <a:lnTo>
                      <a:pt x="5504" y="1565"/>
                    </a:lnTo>
                    <a:lnTo>
                      <a:pt x="5313" y="1672"/>
                    </a:lnTo>
                    <a:lnTo>
                      <a:pt x="5122" y="1768"/>
                    </a:lnTo>
                    <a:lnTo>
                      <a:pt x="4907" y="1851"/>
                    </a:lnTo>
                    <a:lnTo>
                      <a:pt x="4680" y="1923"/>
                    </a:lnTo>
                    <a:lnTo>
                      <a:pt x="4561" y="1947"/>
                    </a:lnTo>
                    <a:lnTo>
                      <a:pt x="4442" y="1959"/>
                    </a:lnTo>
                    <a:lnTo>
                      <a:pt x="4203" y="1959"/>
                    </a:lnTo>
                    <a:lnTo>
                      <a:pt x="4083" y="1947"/>
                    </a:lnTo>
                    <a:lnTo>
                      <a:pt x="3976" y="1923"/>
                    </a:lnTo>
                    <a:lnTo>
                      <a:pt x="3868" y="1899"/>
                    </a:lnTo>
                    <a:lnTo>
                      <a:pt x="3761" y="1851"/>
                    </a:lnTo>
                    <a:lnTo>
                      <a:pt x="3654" y="1804"/>
                    </a:lnTo>
                    <a:lnTo>
                      <a:pt x="3558" y="1744"/>
                    </a:lnTo>
                    <a:lnTo>
                      <a:pt x="3463" y="1684"/>
                    </a:lnTo>
                    <a:lnTo>
                      <a:pt x="3367" y="1601"/>
                    </a:lnTo>
                    <a:lnTo>
                      <a:pt x="3188" y="1445"/>
                    </a:lnTo>
                    <a:lnTo>
                      <a:pt x="3021" y="1278"/>
                    </a:lnTo>
                    <a:lnTo>
                      <a:pt x="2854" y="1099"/>
                    </a:lnTo>
                    <a:lnTo>
                      <a:pt x="2675" y="944"/>
                    </a:lnTo>
                    <a:lnTo>
                      <a:pt x="2507" y="789"/>
                    </a:lnTo>
                    <a:lnTo>
                      <a:pt x="2316" y="657"/>
                    </a:lnTo>
                    <a:lnTo>
                      <a:pt x="2125" y="550"/>
                    </a:lnTo>
                    <a:lnTo>
                      <a:pt x="1934" y="442"/>
                    </a:lnTo>
                    <a:lnTo>
                      <a:pt x="1707" y="347"/>
                    </a:lnTo>
                    <a:lnTo>
                      <a:pt x="1469" y="275"/>
                    </a:lnTo>
                    <a:lnTo>
                      <a:pt x="1230" y="216"/>
                    </a:lnTo>
                    <a:lnTo>
                      <a:pt x="991" y="192"/>
                    </a:lnTo>
                    <a:lnTo>
                      <a:pt x="752" y="180"/>
                    </a:lnTo>
                    <a:lnTo>
                      <a:pt x="502" y="180"/>
                    </a:lnTo>
                    <a:lnTo>
                      <a:pt x="263" y="216"/>
                    </a:lnTo>
                    <a:lnTo>
                      <a:pt x="24" y="275"/>
                    </a:lnTo>
                    <a:lnTo>
                      <a:pt x="0" y="287"/>
                    </a:lnTo>
                    <a:lnTo>
                      <a:pt x="0" y="311"/>
                    </a:lnTo>
                    <a:lnTo>
                      <a:pt x="12" y="323"/>
                    </a:lnTo>
                    <a:lnTo>
                      <a:pt x="36" y="335"/>
                    </a:lnTo>
                    <a:lnTo>
                      <a:pt x="263" y="275"/>
                    </a:lnTo>
                    <a:lnTo>
                      <a:pt x="478" y="251"/>
                    </a:lnTo>
                    <a:lnTo>
                      <a:pt x="704" y="240"/>
                    </a:lnTo>
                    <a:lnTo>
                      <a:pt x="919" y="240"/>
                    </a:lnTo>
                    <a:lnTo>
                      <a:pt x="1146" y="263"/>
                    </a:lnTo>
                    <a:lnTo>
                      <a:pt x="1361" y="311"/>
                    </a:lnTo>
                    <a:lnTo>
                      <a:pt x="1576" y="371"/>
                    </a:lnTo>
                    <a:lnTo>
                      <a:pt x="1779" y="442"/>
                    </a:lnTo>
                    <a:lnTo>
                      <a:pt x="1994" y="538"/>
                    </a:lnTo>
                    <a:lnTo>
                      <a:pt x="2209" y="657"/>
                    </a:lnTo>
                    <a:lnTo>
                      <a:pt x="2400" y="789"/>
                    </a:lnTo>
                    <a:lnTo>
                      <a:pt x="2591" y="944"/>
                    </a:lnTo>
                    <a:lnTo>
                      <a:pt x="2758" y="1099"/>
                    </a:lnTo>
                    <a:lnTo>
                      <a:pt x="2925" y="1266"/>
                    </a:lnTo>
                    <a:lnTo>
                      <a:pt x="3092" y="1433"/>
                    </a:lnTo>
                    <a:lnTo>
                      <a:pt x="3260" y="1601"/>
                    </a:lnTo>
                    <a:lnTo>
                      <a:pt x="3439" y="1744"/>
                    </a:lnTo>
                    <a:lnTo>
                      <a:pt x="3534" y="1804"/>
                    </a:lnTo>
                    <a:lnTo>
                      <a:pt x="3630" y="1851"/>
                    </a:lnTo>
                    <a:lnTo>
                      <a:pt x="3725" y="1911"/>
                    </a:lnTo>
                    <a:lnTo>
                      <a:pt x="3833" y="1947"/>
                    </a:lnTo>
                    <a:lnTo>
                      <a:pt x="3940" y="1983"/>
                    </a:lnTo>
                    <a:lnTo>
                      <a:pt x="4048" y="2007"/>
                    </a:lnTo>
                    <a:lnTo>
                      <a:pt x="4155" y="2019"/>
                    </a:lnTo>
                    <a:lnTo>
                      <a:pt x="4262" y="2019"/>
                    </a:lnTo>
                    <a:lnTo>
                      <a:pt x="4489" y="2007"/>
                    </a:lnTo>
                    <a:lnTo>
                      <a:pt x="4692" y="1971"/>
                    </a:lnTo>
                    <a:lnTo>
                      <a:pt x="4907" y="1911"/>
                    </a:lnTo>
                    <a:lnTo>
                      <a:pt x="5122" y="1827"/>
                    </a:lnTo>
                    <a:lnTo>
                      <a:pt x="5337" y="1732"/>
                    </a:lnTo>
                    <a:lnTo>
                      <a:pt x="5528" y="1613"/>
                    </a:lnTo>
                    <a:lnTo>
                      <a:pt x="5719" y="1481"/>
                    </a:lnTo>
                    <a:lnTo>
                      <a:pt x="5850" y="1374"/>
                    </a:lnTo>
                    <a:lnTo>
                      <a:pt x="5970" y="1266"/>
                    </a:lnTo>
                    <a:lnTo>
                      <a:pt x="6077" y="1147"/>
                    </a:lnTo>
                    <a:lnTo>
                      <a:pt x="6185" y="1016"/>
                    </a:lnTo>
                    <a:lnTo>
                      <a:pt x="6424" y="729"/>
                    </a:lnTo>
                    <a:lnTo>
                      <a:pt x="6543" y="598"/>
                    </a:lnTo>
                    <a:lnTo>
                      <a:pt x="6674" y="466"/>
                    </a:lnTo>
                    <a:lnTo>
                      <a:pt x="6770" y="395"/>
                    </a:lnTo>
                    <a:lnTo>
                      <a:pt x="6853" y="323"/>
                    </a:lnTo>
                    <a:lnTo>
                      <a:pt x="7044" y="216"/>
                    </a:lnTo>
                    <a:lnTo>
                      <a:pt x="7247" y="120"/>
                    </a:lnTo>
                    <a:lnTo>
                      <a:pt x="7474" y="48"/>
                    </a:lnTo>
                    <a:lnTo>
                      <a:pt x="7486" y="37"/>
                    </a:lnTo>
                    <a:lnTo>
                      <a:pt x="7486" y="13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5" name="Google Shape;1095;p32"/>
              <p:cNvSpPr/>
              <p:nvPr/>
            </p:nvSpPr>
            <p:spPr>
              <a:xfrm>
                <a:off x="5525133" y="364112"/>
                <a:ext cx="48743" cy="4830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326" fill="none" extrusionOk="0">
                    <a:moveTo>
                      <a:pt x="1326" y="753"/>
                    </a:moveTo>
                    <a:lnTo>
                      <a:pt x="1326" y="753"/>
                    </a:lnTo>
                    <a:lnTo>
                      <a:pt x="1302" y="884"/>
                    </a:lnTo>
                    <a:lnTo>
                      <a:pt x="1242" y="1004"/>
                    </a:lnTo>
                    <a:lnTo>
                      <a:pt x="1171" y="1099"/>
                    </a:lnTo>
                    <a:lnTo>
                      <a:pt x="1075" y="1195"/>
                    </a:lnTo>
                    <a:lnTo>
                      <a:pt x="968" y="1254"/>
                    </a:lnTo>
                    <a:lnTo>
                      <a:pt x="848" y="1302"/>
                    </a:lnTo>
                    <a:lnTo>
                      <a:pt x="717" y="1326"/>
                    </a:lnTo>
                    <a:lnTo>
                      <a:pt x="586" y="1326"/>
                    </a:lnTo>
                    <a:lnTo>
                      <a:pt x="586" y="1326"/>
                    </a:lnTo>
                    <a:lnTo>
                      <a:pt x="454" y="1302"/>
                    </a:lnTo>
                    <a:lnTo>
                      <a:pt x="335" y="1242"/>
                    </a:lnTo>
                    <a:lnTo>
                      <a:pt x="228" y="1171"/>
                    </a:lnTo>
                    <a:lnTo>
                      <a:pt x="144" y="1075"/>
                    </a:lnTo>
                    <a:lnTo>
                      <a:pt x="72" y="968"/>
                    </a:lnTo>
                    <a:lnTo>
                      <a:pt x="25" y="848"/>
                    </a:lnTo>
                    <a:lnTo>
                      <a:pt x="1" y="717"/>
                    </a:lnTo>
                    <a:lnTo>
                      <a:pt x="1" y="586"/>
                    </a:lnTo>
                    <a:lnTo>
                      <a:pt x="1" y="586"/>
                    </a:lnTo>
                    <a:lnTo>
                      <a:pt x="37" y="454"/>
                    </a:lnTo>
                    <a:lnTo>
                      <a:pt x="84" y="335"/>
                    </a:lnTo>
                    <a:lnTo>
                      <a:pt x="168" y="228"/>
                    </a:lnTo>
                    <a:lnTo>
                      <a:pt x="263" y="144"/>
                    </a:lnTo>
                    <a:lnTo>
                      <a:pt x="371" y="72"/>
                    </a:lnTo>
                    <a:lnTo>
                      <a:pt x="490" y="25"/>
                    </a:lnTo>
                    <a:lnTo>
                      <a:pt x="610" y="1"/>
                    </a:lnTo>
                    <a:lnTo>
                      <a:pt x="753" y="1"/>
                    </a:lnTo>
                    <a:lnTo>
                      <a:pt x="753" y="1"/>
                    </a:lnTo>
                    <a:lnTo>
                      <a:pt x="884" y="37"/>
                    </a:lnTo>
                    <a:lnTo>
                      <a:pt x="1004" y="84"/>
                    </a:lnTo>
                    <a:lnTo>
                      <a:pt x="1111" y="168"/>
                    </a:lnTo>
                    <a:lnTo>
                      <a:pt x="1195" y="251"/>
                    </a:lnTo>
                    <a:lnTo>
                      <a:pt x="1266" y="359"/>
                    </a:lnTo>
                    <a:lnTo>
                      <a:pt x="1314" y="478"/>
                    </a:lnTo>
                    <a:lnTo>
                      <a:pt x="1338" y="610"/>
                    </a:lnTo>
                    <a:lnTo>
                      <a:pt x="1326" y="753"/>
                    </a:lnTo>
                    <a:lnTo>
                      <a:pt x="1326" y="75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6" name="Google Shape;1096;p32"/>
              <p:cNvSpPr/>
              <p:nvPr/>
            </p:nvSpPr>
            <p:spPr>
              <a:xfrm>
                <a:off x="5284625" y="-234825"/>
                <a:ext cx="1124813" cy="885613"/>
              </a:xfrm>
              <a:custGeom>
                <a:avLst/>
                <a:gdLst/>
                <a:ahLst/>
                <a:cxnLst/>
                <a:rect l="l" t="t" r="r" b="b"/>
                <a:pathLst>
                  <a:path w="30876" h="24310" extrusionOk="0">
                    <a:moveTo>
                      <a:pt x="30339" y="61"/>
                    </a:moveTo>
                    <a:lnTo>
                      <a:pt x="30482" y="73"/>
                    </a:lnTo>
                    <a:lnTo>
                      <a:pt x="30601" y="108"/>
                    </a:lnTo>
                    <a:lnTo>
                      <a:pt x="30661" y="132"/>
                    </a:lnTo>
                    <a:lnTo>
                      <a:pt x="30709" y="168"/>
                    </a:lnTo>
                    <a:lnTo>
                      <a:pt x="30745" y="204"/>
                    </a:lnTo>
                    <a:lnTo>
                      <a:pt x="30780" y="264"/>
                    </a:lnTo>
                    <a:lnTo>
                      <a:pt x="30792" y="323"/>
                    </a:lnTo>
                    <a:lnTo>
                      <a:pt x="30804" y="395"/>
                    </a:lnTo>
                    <a:lnTo>
                      <a:pt x="30816" y="610"/>
                    </a:lnTo>
                    <a:lnTo>
                      <a:pt x="30816" y="837"/>
                    </a:lnTo>
                    <a:lnTo>
                      <a:pt x="30804" y="1267"/>
                    </a:lnTo>
                    <a:lnTo>
                      <a:pt x="30804" y="3499"/>
                    </a:lnTo>
                    <a:lnTo>
                      <a:pt x="30804" y="6687"/>
                    </a:lnTo>
                    <a:lnTo>
                      <a:pt x="30804" y="10460"/>
                    </a:lnTo>
                    <a:lnTo>
                      <a:pt x="30804" y="14376"/>
                    </a:lnTo>
                    <a:lnTo>
                      <a:pt x="30804" y="18089"/>
                    </a:lnTo>
                    <a:lnTo>
                      <a:pt x="30804" y="21182"/>
                    </a:lnTo>
                    <a:lnTo>
                      <a:pt x="30804" y="23259"/>
                    </a:lnTo>
                    <a:lnTo>
                      <a:pt x="30804" y="23773"/>
                    </a:lnTo>
                    <a:lnTo>
                      <a:pt x="30792" y="23940"/>
                    </a:lnTo>
                    <a:lnTo>
                      <a:pt x="30780" y="24023"/>
                    </a:lnTo>
                    <a:lnTo>
                      <a:pt x="30757" y="24095"/>
                    </a:lnTo>
                    <a:lnTo>
                      <a:pt x="30721" y="24155"/>
                    </a:lnTo>
                    <a:lnTo>
                      <a:pt x="30661" y="24202"/>
                    </a:lnTo>
                    <a:lnTo>
                      <a:pt x="30577" y="24238"/>
                    </a:lnTo>
                    <a:lnTo>
                      <a:pt x="30482" y="24250"/>
                    </a:lnTo>
                    <a:lnTo>
                      <a:pt x="430" y="24250"/>
                    </a:lnTo>
                    <a:lnTo>
                      <a:pt x="346" y="24238"/>
                    </a:lnTo>
                    <a:lnTo>
                      <a:pt x="275" y="24226"/>
                    </a:lnTo>
                    <a:lnTo>
                      <a:pt x="215" y="24190"/>
                    </a:lnTo>
                    <a:lnTo>
                      <a:pt x="155" y="24155"/>
                    </a:lnTo>
                    <a:lnTo>
                      <a:pt x="108" y="24095"/>
                    </a:lnTo>
                    <a:lnTo>
                      <a:pt x="72" y="24023"/>
                    </a:lnTo>
                    <a:lnTo>
                      <a:pt x="60" y="23928"/>
                    </a:lnTo>
                    <a:lnTo>
                      <a:pt x="60" y="23701"/>
                    </a:lnTo>
                    <a:lnTo>
                      <a:pt x="60" y="22113"/>
                    </a:lnTo>
                    <a:lnTo>
                      <a:pt x="60" y="19379"/>
                    </a:lnTo>
                    <a:lnTo>
                      <a:pt x="60" y="15857"/>
                    </a:lnTo>
                    <a:lnTo>
                      <a:pt x="60" y="11964"/>
                    </a:lnTo>
                    <a:lnTo>
                      <a:pt x="60" y="8096"/>
                    </a:lnTo>
                    <a:lnTo>
                      <a:pt x="60" y="4633"/>
                    </a:lnTo>
                    <a:lnTo>
                      <a:pt x="60" y="1983"/>
                    </a:lnTo>
                    <a:lnTo>
                      <a:pt x="60" y="550"/>
                    </a:lnTo>
                    <a:lnTo>
                      <a:pt x="72" y="383"/>
                    </a:lnTo>
                    <a:lnTo>
                      <a:pt x="84" y="299"/>
                    </a:lnTo>
                    <a:lnTo>
                      <a:pt x="120" y="228"/>
                    </a:lnTo>
                    <a:lnTo>
                      <a:pt x="155" y="168"/>
                    </a:lnTo>
                    <a:lnTo>
                      <a:pt x="215" y="120"/>
                    </a:lnTo>
                    <a:lnTo>
                      <a:pt x="287" y="85"/>
                    </a:lnTo>
                    <a:lnTo>
                      <a:pt x="394" y="73"/>
                    </a:lnTo>
                    <a:lnTo>
                      <a:pt x="29945" y="73"/>
                    </a:lnTo>
                    <a:lnTo>
                      <a:pt x="30195" y="61"/>
                    </a:lnTo>
                    <a:close/>
                    <a:moveTo>
                      <a:pt x="430" y="1"/>
                    </a:moveTo>
                    <a:lnTo>
                      <a:pt x="323" y="13"/>
                    </a:lnTo>
                    <a:lnTo>
                      <a:pt x="227" y="37"/>
                    </a:lnTo>
                    <a:lnTo>
                      <a:pt x="155" y="85"/>
                    </a:lnTo>
                    <a:lnTo>
                      <a:pt x="108" y="132"/>
                    </a:lnTo>
                    <a:lnTo>
                      <a:pt x="60" y="192"/>
                    </a:lnTo>
                    <a:lnTo>
                      <a:pt x="36" y="264"/>
                    </a:lnTo>
                    <a:lnTo>
                      <a:pt x="12" y="347"/>
                    </a:lnTo>
                    <a:lnTo>
                      <a:pt x="0" y="431"/>
                    </a:lnTo>
                    <a:lnTo>
                      <a:pt x="0" y="514"/>
                    </a:lnTo>
                    <a:lnTo>
                      <a:pt x="0" y="1899"/>
                    </a:lnTo>
                    <a:lnTo>
                      <a:pt x="0" y="4526"/>
                    </a:lnTo>
                    <a:lnTo>
                      <a:pt x="0" y="8012"/>
                    </a:lnTo>
                    <a:lnTo>
                      <a:pt x="0" y="11905"/>
                    </a:lnTo>
                    <a:lnTo>
                      <a:pt x="0" y="15845"/>
                    </a:lnTo>
                    <a:lnTo>
                      <a:pt x="0" y="19391"/>
                    </a:lnTo>
                    <a:lnTo>
                      <a:pt x="0" y="22149"/>
                    </a:lnTo>
                    <a:lnTo>
                      <a:pt x="0" y="23725"/>
                    </a:lnTo>
                    <a:lnTo>
                      <a:pt x="0" y="23844"/>
                    </a:lnTo>
                    <a:lnTo>
                      <a:pt x="0" y="23964"/>
                    </a:lnTo>
                    <a:lnTo>
                      <a:pt x="24" y="24059"/>
                    </a:lnTo>
                    <a:lnTo>
                      <a:pt x="60" y="24131"/>
                    </a:lnTo>
                    <a:lnTo>
                      <a:pt x="108" y="24190"/>
                    </a:lnTo>
                    <a:lnTo>
                      <a:pt x="167" y="24238"/>
                    </a:lnTo>
                    <a:lnTo>
                      <a:pt x="239" y="24274"/>
                    </a:lnTo>
                    <a:lnTo>
                      <a:pt x="311" y="24298"/>
                    </a:lnTo>
                    <a:lnTo>
                      <a:pt x="394" y="24310"/>
                    </a:lnTo>
                    <a:lnTo>
                      <a:pt x="30506" y="24310"/>
                    </a:lnTo>
                    <a:lnTo>
                      <a:pt x="30506" y="24307"/>
                    </a:lnTo>
                    <a:lnTo>
                      <a:pt x="30577" y="24298"/>
                    </a:lnTo>
                    <a:lnTo>
                      <a:pt x="30661" y="24262"/>
                    </a:lnTo>
                    <a:lnTo>
                      <a:pt x="30733" y="24214"/>
                    </a:lnTo>
                    <a:lnTo>
                      <a:pt x="30780" y="24155"/>
                    </a:lnTo>
                    <a:lnTo>
                      <a:pt x="30816" y="24083"/>
                    </a:lnTo>
                    <a:lnTo>
                      <a:pt x="30852" y="23999"/>
                    </a:lnTo>
                    <a:lnTo>
                      <a:pt x="30864" y="23916"/>
                    </a:lnTo>
                    <a:lnTo>
                      <a:pt x="30864" y="23820"/>
                    </a:lnTo>
                    <a:lnTo>
                      <a:pt x="30864" y="23331"/>
                    </a:lnTo>
                    <a:lnTo>
                      <a:pt x="30864" y="21289"/>
                    </a:lnTo>
                    <a:lnTo>
                      <a:pt x="30864" y="18185"/>
                    </a:lnTo>
                    <a:lnTo>
                      <a:pt x="30864" y="14472"/>
                    </a:lnTo>
                    <a:lnTo>
                      <a:pt x="30864" y="10484"/>
                    </a:lnTo>
                    <a:lnTo>
                      <a:pt x="30864" y="6711"/>
                    </a:lnTo>
                    <a:lnTo>
                      <a:pt x="30864" y="3475"/>
                    </a:lnTo>
                    <a:lnTo>
                      <a:pt x="30864" y="1243"/>
                    </a:lnTo>
                    <a:lnTo>
                      <a:pt x="30876" y="813"/>
                    </a:lnTo>
                    <a:lnTo>
                      <a:pt x="30876" y="610"/>
                    </a:lnTo>
                    <a:lnTo>
                      <a:pt x="30864" y="395"/>
                    </a:lnTo>
                    <a:lnTo>
                      <a:pt x="30852" y="311"/>
                    </a:lnTo>
                    <a:lnTo>
                      <a:pt x="30840" y="240"/>
                    </a:lnTo>
                    <a:lnTo>
                      <a:pt x="30804" y="180"/>
                    </a:lnTo>
                    <a:lnTo>
                      <a:pt x="30768" y="132"/>
                    </a:lnTo>
                    <a:lnTo>
                      <a:pt x="30721" y="96"/>
                    </a:lnTo>
                    <a:lnTo>
                      <a:pt x="30673" y="61"/>
                    </a:lnTo>
                    <a:lnTo>
                      <a:pt x="30613" y="49"/>
                    </a:lnTo>
                    <a:lnTo>
                      <a:pt x="30554" y="25"/>
                    </a:lnTo>
                    <a:lnTo>
                      <a:pt x="30422" y="13"/>
                    </a:lnTo>
                    <a:lnTo>
                      <a:pt x="30279" y="1"/>
                    </a:lnTo>
                    <a:lnTo>
                      <a:pt x="30016" y="13"/>
                    </a:lnTo>
                    <a:lnTo>
                      <a:pt x="549" y="13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7" name="Google Shape;1097;p32"/>
              <p:cNvSpPr/>
              <p:nvPr/>
            </p:nvSpPr>
            <p:spPr>
              <a:xfrm>
                <a:off x="5410744" y="51838"/>
                <a:ext cx="316249" cy="217924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5982" extrusionOk="0">
                    <a:moveTo>
                      <a:pt x="323" y="0"/>
                    </a:moveTo>
                    <a:lnTo>
                      <a:pt x="239" y="203"/>
                    </a:lnTo>
                    <a:lnTo>
                      <a:pt x="168" y="418"/>
                    </a:lnTo>
                    <a:lnTo>
                      <a:pt x="120" y="633"/>
                    </a:lnTo>
                    <a:lnTo>
                      <a:pt x="72" y="848"/>
                    </a:lnTo>
                    <a:lnTo>
                      <a:pt x="36" y="1051"/>
                    </a:lnTo>
                    <a:lnTo>
                      <a:pt x="13" y="1266"/>
                    </a:lnTo>
                    <a:lnTo>
                      <a:pt x="1" y="1481"/>
                    </a:lnTo>
                    <a:lnTo>
                      <a:pt x="1" y="1696"/>
                    </a:lnTo>
                    <a:lnTo>
                      <a:pt x="13" y="1910"/>
                    </a:lnTo>
                    <a:lnTo>
                      <a:pt x="36" y="2113"/>
                    </a:lnTo>
                    <a:lnTo>
                      <a:pt x="60" y="2328"/>
                    </a:lnTo>
                    <a:lnTo>
                      <a:pt x="96" y="2531"/>
                    </a:lnTo>
                    <a:lnTo>
                      <a:pt x="156" y="2734"/>
                    </a:lnTo>
                    <a:lnTo>
                      <a:pt x="204" y="2937"/>
                    </a:lnTo>
                    <a:lnTo>
                      <a:pt x="275" y="3140"/>
                    </a:lnTo>
                    <a:lnTo>
                      <a:pt x="359" y="3331"/>
                    </a:lnTo>
                    <a:lnTo>
                      <a:pt x="442" y="3522"/>
                    </a:lnTo>
                    <a:lnTo>
                      <a:pt x="538" y="3701"/>
                    </a:lnTo>
                    <a:lnTo>
                      <a:pt x="645" y="3892"/>
                    </a:lnTo>
                    <a:lnTo>
                      <a:pt x="753" y="4071"/>
                    </a:lnTo>
                    <a:lnTo>
                      <a:pt x="872" y="4239"/>
                    </a:lnTo>
                    <a:lnTo>
                      <a:pt x="1004" y="4406"/>
                    </a:lnTo>
                    <a:lnTo>
                      <a:pt x="1147" y="4561"/>
                    </a:lnTo>
                    <a:lnTo>
                      <a:pt x="1290" y="4716"/>
                    </a:lnTo>
                    <a:lnTo>
                      <a:pt x="1445" y="4859"/>
                    </a:lnTo>
                    <a:lnTo>
                      <a:pt x="1601" y="5003"/>
                    </a:lnTo>
                    <a:lnTo>
                      <a:pt x="1768" y="5134"/>
                    </a:lnTo>
                    <a:lnTo>
                      <a:pt x="1947" y="5265"/>
                    </a:lnTo>
                    <a:lnTo>
                      <a:pt x="2126" y="5373"/>
                    </a:lnTo>
                    <a:lnTo>
                      <a:pt x="2317" y="5480"/>
                    </a:lnTo>
                    <a:lnTo>
                      <a:pt x="2520" y="5576"/>
                    </a:lnTo>
                    <a:lnTo>
                      <a:pt x="2723" y="5671"/>
                    </a:lnTo>
                    <a:lnTo>
                      <a:pt x="2938" y="5743"/>
                    </a:lnTo>
                    <a:lnTo>
                      <a:pt x="3141" y="5815"/>
                    </a:lnTo>
                    <a:lnTo>
                      <a:pt x="3356" y="5874"/>
                    </a:lnTo>
                    <a:lnTo>
                      <a:pt x="3571" y="5910"/>
                    </a:lnTo>
                    <a:lnTo>
                      <a:pt x="3774" y="5946"/>
                    </a:lnTo>
                    <a:lnTo>
                      <a:pt x="3988" y="5970"/>
                    </a:lnTo>
                    <a:lnTo>
                      <a:pt x="4203" y="5982"/>
                    </a:lnTo>
                    <a:lnTo>
                      <a:pt x="4418" y="5982"/>
                    </a:lnTo>
                    <a:lnTo>
                      <a:pt x="4633" y="5970"/>
                    </a:lnTo>
                    <a:lnTo>
                      <a:pt x="4836" y="5958"/>
                    </a:lnTo>
                    <a:lnTo>
                      <a:pt x="5051" y="5922"/>
                    </a:lnTo>
                    <a:lnTo>
                      <a:pt x="5254" y="5886"/>
                    </a:lnTo>
                    <a:lnTo>
                      <a:pt x="5457" y="5839"/>
                    </a:lnTo>
                    <a:lnTo>
                      <a:pt x="5660" y="5779"/>
                    </a:lnTo>
                    <a:lnTo>
                      <a:pt x="5863" y="5707"/>
                    </a:lnTo>
                    <a:lnTo>
                      <a:pt x="6054" y="5636"/>
                    </a:lnTo>
                    <a:lnTo>
                      <a:pt x="6245" y="5552"/>
                    </a:lnTo>
                    <a:lnTo>
                      <a:pt x="6436" y="5456"/>
                    </a:lnTo>
                    <a:lnTo>
                      <a:pt x="6615" y="5349"/>
                    </a:lnTo>
                    <a:lnTo>
                      <a:pt x="6794" y="5230"/>
                    </a:lnTo>
                    <a:lnTo>
                      <a:pt x="6961" y="5110"/>
                    </a:lnTo>
                    <a:lnTo>
                      <a:pt x="7129" y="4979"/>
                    </a:lnTo>
                    <a:lnTo>
                      <a:pt x="7284" y="4848"/>
                    </a:lnTo>
                    <a:lnTo>
                      <a:pt x="7439" y="4704"/>
                    </a:lnTo>
                    <a:lnTo>
                      <a:pt x="7582" y="4549"/>
                    </a:lnTo>
                    <a:lnTo>
                      <a:pt x="7726" y="4382"/>
                    </a:lnTo>
                    <a:lnTo>
                      <a:pt x="7857" y="4215"/>
                    </a:lnTo>
                    <a:lnTo>
                      <a:pt x="7988" y="4036"/>
                    </a:lnTo>
                    <a:lnTo>
                      <a:pt x="8096" y="3857"/>
                    </a:lnTo>
                    <a:lnTo>
                      <a:pt x="8203" y="3666"/>
                    </a:lnTo>
                    <a:lnTo>
                      <a:pt x="8311" y="3475"/>
                    </a:lnTo>
                    <a:lnTo>
                      <a:pt x="8394" y="3260"/>
                    </a:lnTo>
                    <a:lnTo>
                      <a:pt x="8490" y="2997"/>
                    </a:lnTo>
                    <a:lnTo>
                      <a:pt x="8573" y="2722"/>
                    </a:lnTo>
                    <a:lnTo>
                      <a:pt x="8633" y="2448"/>
                    </a:lnTo>
                    <a:lnTo>
                      <a:pt x="8681" y="2173"/>
                    </a:lnTo>
                    <a:lnTo>
                      <a:pt x="4359" y="1636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8" name="Google Shape;1098;p32"/>
              <p:cNvSpPr/>
              <p:nvPr/>
            </p:nvSpPr>
            <p:spPr>
              <a:xfrm>
                <a:off x="5572564" y="-60838"/>
                <a:ext cx="151840" cy="170565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682" extrusionOk="0">
                    <a:moveTo>
                      <a:pt x="24" y="1"/>
                    </a:moveTo>
                    <a:lnTo>
                      <a:pt x="0" y="4168"/>
                    </a:lnTo>
                    <a:lnTo>
                      <a:pt x="4143" y="4681"/>
                    </a:lnTo>
                    <a:lnTo>
                      <a:pt x="4155" y="4502"/>
                    </a:lnTo>
                    <a:lnTo>
                      <a:pt x="4167" y="4323"/>
                    </a:lnTo>
                    <a:lnTo>
                      <a:pt x="4167" y="4156"/>
                    </a:lnTo>
                    <a:lnTo>
                      <a:pt x="4167" y="3977"/>
                    </a:lnTo>
                    <a:lnTo>
                      <a:pt x="4155" y="3798"/>
                    </a:lnTo>
                    <a:lnTo>
                      <a:pt x="4131" y="3630"/>
                    </a:lnTo>
                    <a:lnTo>
                      <a:pt x="4107" y="3451"/>
                    </a:lnTo>
                    <a:lnTo>
                      <a:pt x="4072" y="3284"/>
                    </a:lnTo>
                    <a:lnTo>
                      <a:pt x="3988" y="2950"/>
                    </a:lnTo>
                    <a:lnTo>
                      <a:pt x="3881" y="2627"/>
                    </a:lnTo>
                    <a:lnTo>
                      <a:pt x="3737" y="2317"/>
                    </a:lnTo>
                    <a:lnTo>
                      <a:pt x="3570" y="2019"/>
                    </a:lnTo>
                    <a:lnTo>
                      <a:pt x="3379" y="1732"/>
                    </a:lnTo>
                    <a:lnTo>
                      <a:pt x="3176" y="1469"/>
                    </a:lnTo>
                    <a:lnTo>
                      <a:pt x="2937" y="1219"/>
                    </a:lnTo>
                    <a:lnTo>
                      <a:pt x="2687" y="980"/>
                    </a:lnTo>
                    <a:lnTo>
                      <a:pt x="2555" y="872"/>
                    </a:lnTo>
                    <a:lnTo>
                      <a:pt x="2412" y="765"/>
                    </a:lnTo>
                    <a:lnTo>
                      <a:pt x="2269" y="669"/>
                    </a:lnTo>
                    <a:lnTo>
                      <a:pt x="2125" y="586"/>
                    </a:lnTo>
                    <a:lnTo>
                      <a:pt x="1970" y="490"/>
                    </a:lnTo>
                    <a:lnTo>
                      <a:pt x="1815" y="419"/>
                    </a:lnTo>
                    <a:lnTo>
                      <a:pt x="1648" y="335"/>
                    </a:lnTo>
                    <a:lnTo>
                      <a:pt x="1481" y="275"/>
                    </a:lnTo>
                    <a:lnTo>
                      <a:pt x="1302" y="216"/>
                    </a:lnTo>
                    <a:lnTo>
                      <a:pt x="1122" y="156"/>
                    </a:lnTo>
                    <a:lnTo>
                      <a:pt x="943" y="108"/>
                    </a:lnTo>
                    <a:lnTo>
                      <a:pt x="764" y="72"/>
                    </a:lnTo>
                    <a:lnTo>
                      <a:pt x="573" y="49"/>
                    </a:lnTo>
                    <a:lnTo>
                      <a:pt x="394" y="25"/>
                    </a:lnTo>
                    <a:lnTo>
                      <a:pt x="203" y="13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5431181" y="-48197"/>
                <a:ext cx="118361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439" extrusionOk="0">
                    <a:moveTo>
                      <a:pt x="3248" y="0"/>
                    </a:moveTo>
                    <a:lnTo>
                      <a:pt x="2986" y="12"/>
                    </a:lnTo>
                    <a:lnTo>
                      <a:pt x="2735" y="36"/>
                    </a:lnTo>
                    <a:lnTo>
                      <a:pt x="2472" y="72"/>
                    </a:lnTo>
                    <a:lnTo>
                      <a:pt x="2234" y="131"/>
                    </a:lnTo>
                    <a:lnTo>
                      <a:pt x="1983" y="215"/>
                    </a:lnTo>
                    <a:lnTo>
                      <a:pt x="1744" y="310"/>
                    </a:lnTo>
                    <a:lnTo>
                      <a:pt x="1517" y="430"/>
                    </a:lnTo>
                    <a:lnTo>
                      <a:pt x="1302" y="561"/>
                    </a:lnTo>
                    <a:lnTo>
                      <a:pt x="1087" y="716"/>
                    </a:lnTo>
                    <a:lnTo>
                      <a:pt x="884" y="884"/>
                    </a:lnTo>
                    <a:lnTo>
                      <a:pt x="705" y="1063"/>
                    </a:lnTo>
                    <a:lnTo>
                      <a:pt x="538" y="1254"/>
                    </a:lnTo>
                    <a:lnTo>
                      <a:pt x="383" y="1457"/>
                    </a:lnTo>
                    <a:lnTo>
                      <a:pt x="240" y="1672"/>
                    </a:lnTo>
                    <a:lnTo>
                      <a:pt x="108" y="1898"/>
                    </a:lnTo>
                    <a:lnTo>
                      <a:pt x="1" y="2125"/>
                    </a:lnTo>
                    <a:lnTo>
                      <a:pt x="3189" y="3439"/>
                    </a:lnTo>
                    <a:lnTo>
                      <a:pt x="324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0" name="Google Shape;1100;p32"/>
              <p:cNvSpPr/>
              <p:nvPr/>
            </p:nvSpPr>
            <p:spPr>
              <a:xfrm>
                <a:off x="5289397" y="-152167"/>
                <a:ext cx="1115268" cy="2222"/>
              </a:xfrm>
              <a:custGeom>
                <a:avLst/>
                <a:gdLst/>
                <a:ahLst/>
                <a:cxnLst/>
                <a:rect l="l" t="t" r="r" b="b"/>
                <a:pathLst>
                  <a:path w="30614" h="61" extrusionOk="0">
                    <a:moveTo>
                      <a:pt x="24" y="0"/>
                    </a:moveTo>
                    <a:lnTo>
                      <a:pt x="1" y="12"/>
                    </a:lnTo>
                    <a:lnTo>
                      <a:pt x="1" y="24"/>
                    </a:lnTo>
                    <a:lnTo>
                      <a:pt x="1" y="48"/>
                    </a:lnTo>
                    <a:lnTo>
                      <a:pt x="24" y="60"/>
                    </a:lnTo>
                    <a:lnTo>
                      <a:pt x="30578" y="60"/>
                    </a:lnTo>
                    <a:lnTo>
                      <a:pt x="30602" y="48"/>
                    </a:lnTo>
                    <a:lnTo>
                      <a:pt x="30614" y="24"/>
                    </a:lnTo>
                    <a:lnTo>
                      <a:pt x="30602" y="12"/>
                    </a:lnTo>
                    <a:lnTo>
                      <a:pt x="3057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1" name="Google Shape;1101;p32"/>
              <p:cNvSpPr/>
              <p:nvPr/>
            </p:nvSpPr>
            <p:spPr>
              <a:xfrm>
                <a:off x="5424660" y="70527"/>
                <a:ext cx="50929" cy="101822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2795" extrusionOk="0">
                    <a:moveTo>
                      <a:pt x="1183" y="0"/>
                    </a:moveTo>
                    <a:lnTo>
                      <a:pt x="1171" y="12"/>
                    </a:lnTo>
                    <a:lnTo>
                      <a:pt x="1230" y="192"/>
                    </a:lnTo>
                    <a:lnTo>
                      <a:pt x="1278" y="383"/>
                    </a:lnTo>
                    <a:lnTo>
                      <a:pt x="1314" y="562"/>
                    </a:lnTo>
                    <a:lnTo>
                      <a:pt x="1338" y="741"/>
                    </a:lnTo>
                    <a:lnTo>
                      <a:pt x="1362" y="932"/>
                    </a:lnTo>
                    <a:lnTo>
                      <a:pt x="1350" y="1123"/>
                    </a:lnTo>
                    <a:lnTo>
                      <a:pt x="1338" y="1302"/>
                    </a:lnTo>
                    <a:lnTo>
                      <a:pt x="1314" y="1493"/>
                    </a:lnTo>
                    <a:lnTo>
                      <a:pt x="1266" y="1636"/>
                    </a:lnTo>
                    <a:lnTo>
                      <a:pt x="1219" y="1791"/>
                    </a:lnTo>
                    <a:lnTo>
                      <a:pt x="1147" y="1935"/>
                    </a:lnTo>
                    <a:lnTo>
                      <a:pt x="1075" y="2066"/>
                    </a:lnTo>
                    <a:lnTo>
                      <a:pt x="980" y="2197"/>
                    </a:lnTo>
                    <a:lnTo>
                      <a:pt x="884" y="2317"/>
                    </a:lnTo>
                    <a:lnTo>
                      <a:pt x="765" y="2424"/>
                    </a:lnTo>
                    <a:lnTo>
                      <a:pt x="645" y="2520"/>
                    </a:lnTo>
                    <a:lnTo>
                      <a:pt x="502" y="2603"/>
                    </a:lnTo>
                    <a:lnTo>
                      <a:pt x="347" y="2675"/>
                    </a:lnTo>
                    <a:lnTo>
                      <a:pt x="180" y="2723"/>
                    </a:lnTo>
                    <a:lnTo>
                      <a:pt x="13" y="2759"/>
                    </a:lnTo>
                    <a:lnTo>
                      <a:pt x="1" y="2759"/>
                    </a:lnTo>
                    <a:lnTo>
                      <a:pt x="1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168" y="2770"/>
                    </a:lnTo>
                    <a:lnTo>
                      <a:pt x="311" y="2723"/>
                    </a:lnTo>
                    <a:lnTo>
                      <a:pt x="454" y="2675"/>
                    </a:lnTo>
                    <a:lnTo>
                      <a:pt x="586" y="2603"/>
                    </a:lnTo>
                    <a:lnTo>
                      <a:pt x="705" y="2520"/>
                    </a:lnTo>
                    <a:lnTo>
                      <a:pt x="825" y="2424"/>
                    </a:lnTo>
                    <a:lnTo>
                      <a:pt x="932" y="2317"/>
                    </a:lnTo>
                    <a:lnTo>
                      <a:pt x="1028" y="2197"/>
                    </a:lnTo>
                    <a:lnTo>
                      <a:pt x="1123" y="2054"/>
                    </a:lnTo>
                    <a:lnTo>
                      <a:pt x="1207" y="1899"/>
                    </a:lnTo>
                    <a:lnTo>
                      <a:pt x="1278" y="1732"/>
                    </a:lnTo>
                    <a:lnTo>
                      <a:pt x="1326" y="1565"/>
                    </a:lnTo>
                    <a:lnTo>
                      <a:pt x="1362" y="1385"/>
                    </a:lnTo>
                    <a:lnTo>
                      <a:pt x="1386" y="1218"/>
                    </a:lnTo>
                    <a:lnTo>
                      <a:pt x="1398" y="1039"/>
                    </a:lnTo>
                    <a:lnTo>
                      <a:pt x="1386" y="860"/>
                    </a:lnTo>
                    <a:lnTo>
                      <a:pt x="1362" y="645"/>
                    </a:lnTo>
                    <a:lnTo>
                      <a:pt x="1326" y="430"/>
                    </a:lnTo>
                    <a:lnTo>
                      <a:pt x="1278" y="215"/>
                    </a:lnTo>
                    <a:lnTo>
                      <a:pt x="1207" y="12"/>
                    </a:lnTo>
                    <a:lnTo>
                      <a:pt x="120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5459888" y="121856"/>
                <a:ext cx="153589" cy="102259"/>
              </a:xfrm>
              <a:custGeom>
                <a:avLst/>
                <a:gdLst/>
                <a:ahLst/>
                <a:cxnLst/>
                <a:rect l="l" t="t" r="r" b="b"/>
                <a:pathLst>
                  <a:path w="4216" h="2807" extrusionOk="0">
                    <a:moveTo>
                      <a:pt x="4072" y="0"/>
                    </a:moveTo>
                    <a:lnTo>
                      <a:pt x="3941" y="24"/>
                    </a:lnTo>
                    <a:lnTo>
                      <a:pt x="3833" y="60"/>
                    </a:lnTo>
                    <a:lnTo>
                      <a:pt x="3714" y="108"/>
                    </a:lnTo>
                    <a:lnTo>
                      <a:pt x="3607" y="168"/>
                    </a:lnTo>
                    <a:lnTo>
                      <a:pt x="3511" y="239"/>
                    </a:lnTo>
                    <a:lnTo>
                      <a:pt x="3416" y="311"/>
                    </a:lnTo>
                    <a:lnTo>
                      <a:pt x="3320" y="394"/>
                    </a:lnTo>
                    <a:lnTo>
                      <a:pt x="3236" y="490"/>
                    </a:lnTo>
                    <a:lnTo>
                      <a:pt x="3153" y="585"/>
                    </a:lnTo>
                    <a:lnTo>
                      <a:pt x="2998" y="788"/>
                    </a:lnTo>
                    <a:lnTo>
                      <a:pt x="2866" y="1003"/>
                    </a:lnTo>
                    <a:lnTo>
                      <a:pt x="2747" y="1218"/>
                    </a:lnTo>
                    <a:lnTo>
                      <a:pt x="2616" y="1457"/>
                    </a:lnTo>
                    <a:lnTo>
                      <a:pt x="2484" y="1684"/>
                    </a:lnTo>
                    <a:lnTo>
                      <a:pt x="2329" y="1911"/>
                    </a:lnTo>
                    <a:lnTo>
                      <a:pt x="2245" y="2018"/>
                    </a:lnTo>
                    <a:lnTo>
                      <a:pt x="2150" y="2126"/>
                    </a:lnTo>
                    <a:lnTo>
                      <a:pt x="2054" y="2221"/>
                    </a:lnTo>
                    <a:lnTo>
                      <a:pt x="1959" y="2305"/>
                    </a:lnTo>
                    <a:lnTo>
                      <a:pt x="1840" y="2376"/>
                    </a:lnTo>
                    <a:lnTo>
                      <a:pt x="1732" y="2448"/>
                    </a:lnTo>
                    <a:lnTo>
                      <a:pt x="1613" y="2508"/>
                    </a:lnTo>
                    <a:lnTo>
                      <a:pt x="1493" y="2567"/>
                    </a:lnTo>
                    <a:lnTo>
                      <a:pt x="1362" y="2603"/>
                    </a:lnTo>
                    <a:lnTo>
                      <a:pt x="1231" y="2651"/>
                    </a:lnTo>
                    <a:lnTo>
                      <a:pt x="1087" y="2675"/>
                    </a:lnTo>
                    <a:lnTo>
                      <a:pt x="932" y="2711"/>
                    </a:lnTo>
                    <a:lnTo>
                      <a:pt x="634" y="2746"/>
                    </a:lnTo>
                    <a:lnTo>
                      <a:pt x="323" y="2758"/>
                    </a:lnTo>
                    <a:lnTo>
                      <a:pt x="25" y="2770"/>
                    </a:lnTo>
                    <a:lnTo>
                      <a:pt x="13" y="2770"/>
                    </a:lnTo>
                    <a:lnTo>
                      <a:pt x="1" y="2782"/>
                    </a:lnTo>
                    <a:lnTo>
                      <a:pt x="13" y="2794"/>
                    </a:lnTo>
                    <a:lnTo>
                      <a:pt x="25" y="2806"/>
                    </a:lnTo>
                    <a:lnTo>
                      <a:pt x="275" y="2794"/>
                    </a:lnTo>
                    <a:lnTo>
                      <a:pt x="538" y="2782"/>
                    </a:lnTo>
                    <a:lnTo>
                      <a:pt x="801" y="2758"/>
                    </a:lnTo>
                    <a:lnTo>
                      <a:pt x="1052" y="2723"/>
                    </a:lnTo>
                    <a:lnTo>
                      <a:pt x="1314" y="2663"/>
                    </a:lnTo>
                    <a:lnTo>
                      <a:pt x="1434" y="2627"/>
                    </a:lnTo>
                    <a:lnTo>
                      <a:pt x="1553" y="2579"/>
                    </a:lnTo>
                    <a:lnTo>
                      <a:pt x="1672" y="2520"/>
                    </a:lnTo>
                    <a:lnTo>
                      <a:pt x="1780" y="2460"/>
                    </a:lnTo>
                    <a:lnTo>
                      <a:pt x="1899" y="2388"/>
                    </a:lnTo>
                    <a:lnTo>
                      <a:pt x="1995" y="2317"/>
                    </a:lnTo>
                    <a:lnTo>
                      <a:pt x="2102" y="2233"/>
                    </a:lnTo>
                    <a:lnTo>
                      <a:pt x="2198" y="2138"/>
                    </a:lnTo>
                    <a:lnTo>
                      <a:pt x="2281" y="2030"/>
                    </a:lnTo>
                    <a:lnTo>
                      <a:pt x="2365" y="1923"/>
                    </a:lnTo>
                    <a:lnTo>
                      <a:pt x="2508" y="1708"/>
                    </a:lnTo>
                    <a:lnTo>
                      <a:pt x="2639" y="1481"/>
                    </a:lnTo>
                    <a:lnTo>
                      <a:pt x="2902" y="1015"/>
                    </a:lnTo>
                    <a:lnTo>
                      <a:pt x="3045" y="788"/>
                    </a:lnTo>
                    <a:lnTo>
                      <a:pt x="3117" y="681"/>
                    </a:lnTo>
                    <a:lnTo>
                      <a:pt x="3201" y="573"/>
                    </a:lnTo>
                    <a:lnTo>
                      <a:pt x="3308" y="466"/>
                    </a:lnTo>
                    <a:lnTo>
                      <a:pt x="3416" y="370"/>
                    </a:lnTo>
                    <a:lnTo>
                      <a:pt x="3523" y="275"/>
                    </a:lnTo>
                    <a:lnTo>
                      <a:pt x="3642" y="191"/>
                    </a:lnTo>
                    <a:lnTo>
                      <a:pt x="3774" y="132"/>
                    </a:lnTo>
                    <a:lnTo>
                      <a:pt x="3905" y="72"/>
                    </a:lnTo>
                    <a:lnTo>
                      <a:pt x="4048" y="48"/>
                    </a:lnTo>
                    <a:lnTo>
                      <a:pt x="4204" y="36"/>
                    </a:lnTo>
                    <a:lnTo>
                      <a:pt x="4215" y="24"/>
                    </a:lnTo>
                    <a:lnTo>
                      <a:pt x="4215" y="12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3" name="Google Shape;1103;p32"/>
              <p:cNvSpPr/>
              <p:nvPr/>
            </p:nvSpPr>
            <p:spPr>
              <a:xfrm>
                <a:off x="5581235" y="128814"/>
                <a:ext cx="136613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3750" h="2640" extrusionOk="0">
                    <a:moveTo>
                      <a:pt x="2592" y="0"/>
                    </a:moveTo>
                    <a:lnTo>
                      <a:pt x="2592" y="12"/>
                    </a:lnTo>
                    <a:lnTo>
                      <a:pt x="2508" y="215"/>
                    </a:lnTo>
                    <a:lnTo>
                      <a:pt x="2413" y="418"/>
                    </a:lnTo>
                    <a:lnTo>
                      <a:pt x="2293" y="597"/>
                    </a:lnTo>
                    <a:lnTo>
                      <a:pt x="2150" y="765"/>
                    </a:lnTo>
                    <a:lnTo>
                      <a:pt x="1983" y="908"/>
                    </a:lnTo>
                    <a:lnTo>
                      <a:pt x="1804" y="1039"/>
                    </a:lnTo>
                    <a:lnTo>
                      <a:pt x="1625" y="1135"/>
                    </a:lnTo>
                    <a:lnTo>
                      <a:pt x="1422" y="1230"/>
                    </a:lnTo>
                    <a:lnTo>
                      <a:pt x="1064" y="1350"/>
                    </a:lnTo>
                    <a:lnTo>
                      <a:pt x="873" y="1409"/>
                    </a:lnTo>
                    <a:lnTo>
                      <a:pt x="693" y="1481"/>
                    </a:lnTo>
                    <a:lnTo>
                      <a:pt x="514" y="1564"/>
                    </a:lnTo>
                    <a:lnTo>
                      <a:pt x="359" y="1660"/>
                    </a:lnTo>
                    <a:lnTo>
                      <a:pt x="288" y="1720"/>
                    </a:lnTo>
                    <a:lnTo>
                      <a:pt x="216" y="1791"/>
                    </a:lnTo>
                    <a:lnTo>
                      <a:pt x="156" y="1863"/>
                    </a:lnTo>
                    <a:lnTo>
                      <a:pt x="96" y="1935"/>
                    </a:lnTo>
                    <a:lnTo>
                      <a:pt x="49" y="2018"/>
                    </a:lnTo>
                    <a:lnTo>
                      <a:pt x="25" y="2102"/>
                    </a:lnTo>
                    <a:lnTo>
                      <a:pt x="1" y="2197"/>
                    </a:lnTo>
                    <a:lnTo>
                      <a:pt x="1" y="2281"/>
                    </a:lnTo>
                    <a:lnTo>
                      <a:pt x="13" y="2364"/>
                    </a:lnTo>
                    <a:lnTo>
                      <a:pt x="49" y="2448"/>
                    </a:lnTo>
                    <a:lnTo>
                      <a:pt x="96" y="2520"/>
                    </a:lnTo>
                    <a:lnTo>
                      <a:pt x="180" y="2567"/>
                    </a:lnTo>
                    <a:lnTo>
                      <a:pt x="264" y="2603"/>
                    </a:lnTo>
                    <a:lnTo>
                      <a:pt x="359" y="2627"/>
                    </a:lnTo>
                    <a:lnTo>
                      <a:pt x="455" y="2639"/>
                    </a:lnTo>
                    <a:lnTo>
                      <a:pt x="801" y="2639"/>
                    </a:lnTo>
                    <a:lnTo>
                      <a:pt x="1040" y="2627"/>
                    </a:lnTo>
                    <a:lnTo>
                      <a:pt x="1267" y="2591"/>
                    </a:lnTo>
                    <a:lnTo>
                      <a:pt x="1493" y="2532"/>
                    </a:lnTo>
                    <a:lnTo>
                      <a:pt x="1720" y="2472"/>
                    </a:lnTo>
                    <a:lnTo>
                      <a:pt x="1923" y="2388"/>
                    </a:lnTo>
                    <a:lnTo>
                      <a:pt x="2138" y="2281"/>
                    </a:lnTo>
                    <a:lnTo>
                      <a:pt x="2341" y="2173"/>
                    </a:lnTo>
                    <a:lnTo>
                      <a:pt x="2532" y="2042"/>
                    </a:lnTo>
                    <a:lnTo>
                      <a:pt x="2711" y="1899"/>
                    </a:lnTo>
                    <a:lnTo>
                      <a:pt x="2890" y="1732"/>
                    </a:lnTo>
                    <a:lnTo>
                      <a:pt x="3069" y="1553"/>
                    </a:lnTo>
                    <a:lnTo>
                      <a:pt x="3225" y="1362"/>
                    </a:lnTo>
                    <a:lnTo>
                      <a:pt x="3356" y="1159"/>
                    </a:lnTo>
                    <a:lnTo>
                      <a:pt x="3487" y="956"/>
                    </a:lnTo>
                    <a:lnTo>
                      <a:pt x="3595" y="729"/>
                    </a:lnTo>
                    <a:lnTo>
                      <a:pt x="3678" y="502"/>
                    </a:lnTo>
                    <a:lnTo>
                      <a:pt x="3750" y="263"/>
                    </a:lnTo>
                    <a:lnTo>
                      <a:pt x="3750" y="251"/>
                    </a:lnTo>
                    <a:lnTo>
                      <a:pt x="3738" y="239"/>
                    </a:lnTo>
                    <a:lnTo>
                      <a:pt x="3726" y="239"/>
                    </a:lnTo>
                    <a:lnTo>
                      <a:pt x="3714" y="251"/>
                    </a:lnTo>
                    <a:lnTo>
                      <a:pt x="3654" y="466"/>
                    </a:lnTo>
                    <a:lnTo>
                      <a:pt x="3583" y="657"/>
                    </a:lnTo>
                    <a:lnTo>
                      <a:pt x="3487" y="860"/>
                    </a:lnTo>
                    <a:lnTo>
                      <a:pt x="3392" y="1051"/>
                    </a:lnTo>
                    <a:lnTo>
                      <a:pt x="3272" y="1230"/>
                    </a:lnTo>
                    <a:lnTo>
                      <a:pt x="3141" y="1409"/>
                    </a:lnTo>
                    <a:lnTo>
                      <a:pt x="3010" y="1564"/>
                    </a:lnTo>
                    <a:lnTo>
                      <a:pt x="2855" y="1732"/>
                    </a:lnTo>
                    <a:lnTo>
                      <a:pt x="2687" y="1875"/>
                    </a:lnTo>
                    <a:lnTo>
                      <a:pt x="2508" y="2018"/>
                    </a:lnTo>
                    <a:lnTo>
                      <a:pt x="2317" y="2138"/>
                    </a:lnTo>
                    <a:lnTo>
                      <a:pt x="2126" y="2245"/>
                    </a:lnTo>
                    <a:lnTo>
                      <a:pt x="1923" y="2352"/>
                    </a:lnTo>
                    <a:lnTo>
                      <a:pt x="1708" y="2424"/>
                    </a:lnTo>
                    <a:lnTo>
                      <a:pt x="1493" y="2496"/>
                    </a:lnTo>
                    <a:lnTo>
                      <a:pt x="1279" y="2544"/>
                    </a:lnTo>
                    <a:lnTo>
                      <a:pt x="1040" y="2591"/>
                    </a:lnTo>
                    <a:lnTo>
                      <a:pt x="801" y="2603"/>
                    </a:lnTo>
                    <a:lnTo>
                      <a:pt x="574" y="2615"/>
                    </a:lnTo>
                    <a:lnTo>
                      <a:pt x="467" y="2603"/>
                    </a:lnTo>
                    <a:lnTo>
                      <a:pt x="359" y="2591"/>
                    </a:lnTo>
                    <a:lnTo>
                      <a:pt x="252" y="2567"/>
                    </a:lnTo>
                    <a:lnTo>
                      <a:pt x="156" y="2508"/>
                    </a:lnTo>
                    <a:lnTo>
                      <a:pt x="120" y="2484"/>
                    </a:lnTo>
                    <a:lnTo>
                      <a:pt x="85" y="2436"/>
                    </a:lnTo>
                    <a:lnTo>
                      <a:pt x="61" y="2388"/>
                    </a:lnTo>
                    <a:lnTo>
                      <a:pt x="37" y="2341"/>
                    </a:lnTo>
                    <a:lnTo>
                      <a:pt x="37" y="2293"/>
                    </a:lnTo>
                    <a:lnTo>
                      <a:pt x="37" y="2233"/>
                    </a:lnTo>
                    <a:lnTo>
                      <a:pt x="49" y="2138"/>
                    </a:lnTo>
                    <a:lnTo>
                      <a:pt x="85" y="2030"/>
                    </a:lnTo>
                    <a:lnTo>
                      <a:pt x="132" y="1947"/>
                    </a:lnTo>
                    <a:lnTo>
                      <a:pt x="192" y="1863"/>
                    </a:lnTo>
                    <a:lnTo>
                      <a:pt x="252" y="1791"/>
                    </a:lnTo>
                    <a:lnTo>
                      <a:pt x="323" y="1732"/>
                    </a:lnTo>
                    <a:lnTo>
                      <a:pt x="407" y="1672"/>
                    </a:lnTo>
                    <a:lnTo>
                      <a:pt x="562" y="1576"/>
                    </a:lnTo>
                    <a:lnTo>
                      <a:pt x="741" y="1493"/>
                    </a:lnTo>
                    <a:lnTo>
                      <a:pt x="920" y="1433"/>
                    </a:lnTo>
                    <a:lnTo>
                      <a:pt x="1099" y="1373"/>
                    </a:lnTo>
                    <a:lnTo>
                      <a:pt x="1290" y="1314"/>
                    </a:lnTo>
                    <a:lnTo>
                      <a:pt x="1458" y="1242"/>
                    </a:lnTo>
                    <a:lnTo>
                      <a:pt x="1661" y="1159"/>
                    </a:lnTo>
                    <a:lnTo>
                      <a:pt x="1840" y="1051"/>
                    </a:lnTo>
                    <a:lnTo>
                      <a:pt x="2019" y="932"/>
                    </a:lnTo>
                    <a:lnTo>
                      <a:pt x="2174" y="788"/>
                    </a:lnTo>
                    <a:lnTo>
                      <a:pt x="2317" y="621"/>
                    </a:lnTo>
                    <a:lnTo>
                      <a:pt x="2449" y="430"/>
                    </a:lnTo>
                    <a:lnTo>
                      <a:pt x="2544" y="227"/>
                    </a:lnTo>
                    <a:lnTo>
                      <a:pt x="2616" y="24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4" name="Google Shape;1104;p32"/>
              <p:cNvSpPr/>
              <p:nvPr/>
            </p:nvSpPr>
            <p:spPr>
              <a:xfrm>
                <a:off x="5492529" y="155772"/>
                <a:ext cx="26120" cy="26995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1" extrusionOk="0">
                    <a:moveTo>
                      <a:pt x="406" y="36"/>
                    </a:moveTo>
                    <a:lnTo>
                      <a:pt x="454" y="48"/>
                    </a:lnTo>
                    <a:lnTo>
                      <a:pt x="502" y="72"/>
                    </a:lnTo>
                    <a:lnTo>
                      <a:pt x="561" y="96"/>
                    </a:lnTo>
                    <a:lnTo>
                      <a:pt x="621" y="168"/>
                    </a:lnTo>
                    <a:lnTo>
                      <a:pt x="657" y="251"/>
                    </a:lnTo>
                    <a:lnTo>
                      <a:pt x="681" y="335"/>
                    </a:lnTo>
                    <a:lnTo>
                      <a:pt x="681" y="430"/>
                    </a:lnTo>
                    <a:lnTo>
                      <a:pt x="669" y="478"/>
                    </a:lnTo>
                    <a:lnTo>
                      <a:pt x="645" y="526"/>
                    </a:lnTo>
                    <a:lnTo>
                      <a:pt x="609" y="574"/>
                    </a:lnTo>
                    <a:lnTo>
                      <a:pt x="573" y="610"/>
                    </a:lnTo>
                    <a:lnTo>
                      <a:pt x="490" y="669"/>
                    </a:lnTo>
                    <a:lnTo>
                      <a:pt x="442" y="693"/>
                    </a:lnTo>
                    <a:lnTo>
                      <a:pt x="394" y="705"/>
                    </a:lnTo>
                    <a:lnTo>
                      <a:pt x="287" y="705"/>
                    </a:lnTo>
                    <a:lnTo>
                      <a:pt x="239" y="693"/>
                    </a:lnTo>
                    <a:lnTo>
                      <a:pt x="191" y="669"/>
                    </a:lnTo>
                    <a:lnTo>
                      <a:pt x="156" y="645"/>
                    </a:lnTo>
                    <a:lnTo>
                      <a:pt x="120" y="610"/>
                    </a:lnTo>
                    <a:lnTo>
                      <a:pt x="84" y="562"/>
                    </a:lnTo>
                    <a:lnTo>
                      <a:pt x="60" y="526"/>
                    </a:lnTo>
                    <a:lnTo>
                      <a:pt x="48" y="466"/>
                    </a:lnTo>
                    <a:lnTo>
                      <a:pt x="36" y="419"/>
                    </a:lnTo>
                    <a:lnTo>
                      <a:pt x="36" y="359"/>
                    </a:lnTo>
                    <a:lnTo>
                      <a:pt x="36" y="299"/>
                    </a:lnTo>
                    <a:lnTo>
                      <a:pt x="48" y="251"/>
                    </a:lnTo>
                    <a:lnTo>
                      <a:pt x="72" y="204"/>
                    </a:lnTo>
                    <a:lnTo>
                      <a:pt x="108" y="156"/>
                    </a:lnTo>
                    <a:lnTo>
                      <a:pt x="144" y="120"/>
                    </a:lnTo>
                    <a:lnTo>
                      <a:pt x="239" y="72"/>
                    </a:lnTo>
                    <a:lnTo>
                      <a:pt x="299" y="48"/>
                    </a:lnTo>
                    <a:lnTo>
                      <a:pt x="347" y="36"/>
                    </a:lnTo>
                    <a:close/>
                    <a:moveTo>
                      <a:pt x="335" y="1"/>
                    </a:moveTo>
                    <a:lnTo>
                      <a:pt x="263" y="25"/>
                    </a:lnTo>
                    <a:lnTo>
                      <a:pt x="191" y="48"/>
                    </a:lnTo>
                    <a:lnTo>
                      <a:pt x="134" y="87"/>
                    </a:lnTo>
                    <a:lnTo>
                      <a:pt x="132" y="84"/>
                    </a:lnTo>
                    <a:lnTo>
                      <a:pt x="120" y="96"/>
                    </a:lnTo>
                    <a:lnTo>
                      <a:pt x="84" y="132"/>
                    </a:lnTo>
                    <a:lnTo>
                      <a:pt x="48" y="180"/>
                    </a:lnTo>
                    <a:lnTo>
                      <a:pt x="24" y="227"/>
                    </a:lnTo>
                    <a:lnTo>
                      <a:pt x="12" y="275"/>
                    </a:lnTo>
                    <a:lnTo>
                      <a:pt x="0" y="335"/>
                    </a:lnTo>
                    <a:lnTo>
                      <a:pt x="0" y="383"/>
                    </a:lnTo>
                    <a:lnTo>
                      <a:pt x="12" y="490"/>
                    </a:lnTo>
                    <a:lnTo>
                      <a:pt x="36" y="550"/>
                    </a:lnTo>
                    <a:lnTo>
                      <a:pt x="60" y="598"/>
                    </a:lnTo>
                    <a:lnTo>
                      <a:pt x="96" y="633"/>
                    </a:lnTo>
                    <a:lnTo>
                      <a:pt x="132" y="669"/>
                    </a:lnTo>
                    <a:lnTo>
                      <a:pt x="179" y="705"/>
                    </a:lnTo>
                    <a:lnTo>
                      <a:pt x="227" y="729"/>
                    </a:lnTo>
                    <a:lnTo>
                      <a:pt x="275" y="741"/>
                    </a:lnTo>
                    <a:lnTo>
                      <a:pt x="394" y="741"/>
                    </a:lnTo>
                    <a:lnTo>
                      <a:pt x="454" y="717"/>
                    </a:lnTo>
                    <a:lnTo>
                      <a:pt x="502" y="705"/>
                    </a:lnTo>
                    <a:lnTo>
                      <a:pt x="550" y="669"/>
                    </a:lnTo>
                    <a:lnTo>
                      <a:pt x="597" y="633"/>
                    </a:lnTo>
                    <a:lnTo>
                      <a:pt x="633" y="598"/>
                    </a:lnTo>
                    <a:lnTo>
                      <a:pt x="669" y="550"/>
                    </a:lnTo>
                    <a:lnTo>
                      <a:pt x="693" y="490"/>
                    </a:lnTo>
                    <a:lnTo>
                      <a:pt x="717" y="442"/>
                    </a:lnTo>
                    <a:lnTo>
                      <a:pt x="717" y="395"/>
                    </a:lnTo>
                    <a:lnTo>
                      <a:pt x="717" y="347"/>
                    </a:lnTo>
                    <a:lnTo>
                      <a:pt x="705" y="287"/>
                    </a:lnTo>
                    <a:lnTo>
                      <a:pt x="669" y="192"/>
                    </a:lnTo>
                    <a:lnTo>
                      <a:pt x="609" y="108"/>
                    </a:lnTo>
                    <a:lnTo>
                      <a:pt x="573" y="72"/>
                    </a:lnTo>
                    <a:lnTo>
                      <a:pt x="526" y="36"/>
                    </a:lnTo>
                    <a:lnTo>
                      <a:pt x="466" y="13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5" name="Google Shape;1105;p32"/>
              <p:cNvSpPr/>
              <p:nvPr/>
            </p:nvSpPr>
            <p:spPr>
              <a:xfrm>
                <a:off x="5334643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5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5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66" y="645"/>
                    </a:lnTo>
                    <a:lnTo>
                      <a:pt x="526" y="609"/>
                    </a:lnTo>
                    <a:lnTo>
                      <a:pt x="573" y="573"/>
                    </a:lnTo>
                    <a:lnTo>
                      <a:pt x="621" y="525"/>
                    </a:lnTo>
                    <a:lnTo>
                      <a:pt x="645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45" y="203"/>
                    </a:lnTo>
                    <a:lnTo>
                      <a:pt x="621" y="143"/>
                    </a:lnTo>
                    <a:lnTo>
                      <a:pt x="573" y="96"/>
                    </a:lnTo>
                    <a:lnTo>
                      <a:pt x="526" y="48"/>
                    </a:lnTo>
                    <a:lnTo>
                      <a:pt x="466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6" name="Google Shape;1106;p32"/>
              <p:cNvSpPr/>
              <p:nvPr/>
            </p:nvSpPr>
            <p:spPr>
              <a:xfrm>
                <a:off x="5369870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03" y="24"/>
                    </a:lnTo>
                    <a:lnTo>
                      <a:pt x="156" y="48"/>
                    </a:lnTo>
                    <a:lnTo>
                      <a:pt x="96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96" y="573"/>
                    </a:lnTo>
                    <a:lnTo>
                      <a:pt x="156" y="609"/>
                    </a:lnTo>
                    <a:lnTo>
                      <a:pt x="203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7" name="Google Shape;1107;p32"/>
              <p:cNvSpPr/>
              <p:nvPr/>
            </p:nvSpPr>
            <p:spPr>
              <a:xfrm>
                <a:off x="5405098" y="-199561"/>
                <a:ext cx="24809" cy="24372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69" extrusionOk="0">
                    <a:moveTo>
                      <a:pt x="275" y="0"/>
                    </a:moveTo>
                    <a:lnTo>
                      <a:pt x="215" y="24"/>
                    </a:lnTo>
                    <a:lnTo>
                      <a:pt x="156" y="48"/>
                    </a:lnTo>
                    <a:lnTo>
                      <a:pt x="108" y="96"/>
                    </a:lnTo>
                    <a:lnTo>
                      <a:pt x="60" y="143"/>
                    </a:lnTo>
                    <a:lnTo>
                      <a:pt x="24" y="203"/>
                    </a:lnTo>
                    <a:lnTo>
                      <a:pt x="12" y="263"/>
                    </a:lnTo>
                    <a:lnTo>
                      <a:pt x="0" y="334"/>
                    </a:lnTo>
                    <a:lnTo>
                      <a:pt x="12" y="406"/>
                    </a:lnTo>
                    <a:lnTo>
                      <a:pt x="24" y="466"/>
                    </a:lnTo>
                    <a:lnTo>
                      <a:pt x="60" y="525"/>
                    </a:lnTo>
                    <a:lnTo>
                      <a:pt x="108" y="573"/>
                    </a:lnTo>
                    <a:lnTo>
                      <a:pt x="156" y="609"/>
                    </a:lnTo>
                    <a:lnTo>
                      <a:pt x="215" y="645"/>
                    </a:lnTo>
                    <a:lnTo>
                      <a:pt x="275" y="669"/>
                    </a:lnTo>
                    <a:lnTo>
                      <a:pt x="406" y="669"/>
                    </a:lnTo>
                    <a:lnTo>
                      <a:pt x="478" y="645"/>
                    </a:lnTo>
                    <a:lnTo>
                      <a:pt x="526" y="609"/>
                    </a:lnTo>
                    <a:lnTo>
                      <a:pt x="585" y="573"/>
                    </a:lnTo>
                    <a:lnTo>
                      <a:pt x="621" y="525"/>
                    </a:lnTo>
                    <a:lnTo>
                      <a:pt x="657" y="466"/>
                    </a:lnTo>
                    <a:lnTo>
                      <a:pt x="669" y="406"/>
                    </a:lnTo>
                    <a:lnTo>
                      <a:pt x="681" y="334"/>
                    </a:lnTo>
                    <a:lnTo>
                      <a:pt x="669" y="263"/>
                    </a:lnTo>
                    <a:lnTo>
                      <a:pt x="657" y="203"/>
                    </a:lnTo>
                    <a:lnTo>
                      <a:pt x="621" y="143"/>
                    </a:lnTo>
                    <a:lnTo>
                      <a:pt x="585" y="96"/>
                    </a:lnTo>
                    <a:lnTo>
                      <a:pt x="526" y="48"/>
                    </a:lnTo>
                    <a:lnTo>
                      <a:pt x="478" y="24"/>
                    </a:lnTo>
                    <a:lnTo>
                      <a:pt x="4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08" name="Google Shape;1108;p32"/>
            <p:cNvGrpSpPr/>
            <p:nvPr/>
          </p:nvGrpSpPr>
          <p:grpSpPr>
            <a:xfrm>
              <a:off x="6857225" y="1044000"/>
              <a:ext cx="569636" cy="387603"/>
              <a:chOff x="6884625" y="563500"/>
              <a:chExt cx="569636" cy="387603"/>
            </a:xfrm>
          </p:grpSpPr>
          <p:sp>
            <p:nvSpPr>
              <p:cNvPr id="1109" name="Google Shape;1109;p32"/>
              <p:cNvSpPr/>
              <p:nvPr/>
            </p:nvSpPr>
            <p:spPr>
              <a:xfrm>
                <a:off x="6886133" y="634494"/>
                <a:ext cx="566620" cy="316609"/>
              </a:xfrm>
              <a:custGeom>
                <a:avLst/>
                <a:gdLst/>
                <a:ahLst/>
                <a:cxnLst/>
                <a:rect l="l" t="t" r="r" b="b"/>
                <a:pathLst>
                  <a:path w="13528" h="7559" extrusionOk="0">
                    <a:moveTo>
                      <a:pt x="13528" y="1"/>
                    </a:moveTo>
                    <a:lnTo>
                      <a:pt x="11534" y="502"/>
                    </a:lnTo>
                    <a:lnTo>
                      <a:pt x="8836" y="4347"/>
                    </a:lnTo>
                    <a:lnTo>
                      <a:pt x="6185" y="1577"/>
                    </a:lnTo>
                    <a:lnTo>
                      <a:pt x="3343" y="4848"/>
                    </a:lnTo>
                    <a:lnTo>
                      <a:pt x="2866" y="4287"/>
                    </a:lnTo>
                    <a:lnTo>
                      <a:pt x="1803" y="3045"/>
                    </a:lnTo>
                    <a:lnTo>
                      <a:pt x="1206" y="2376"/>
                    </a:lnTo>
                    <a:lnTo>
                      <a:pt x="669" y="1780"/>
                    </a:lnTo>
                    <a:lnTo>
                      <a:pt x="442" y="1529"/>
                    </a:lnTo>
                    <a:lnTo>
                      <a:pt x="239" y="1338"/>
                    </a:lnTo>
                    <a:lnTo>
                      <a:pt x="96" y="1206"/>
                    </a:lnTo>
                    <a:lnTo>
                      <a:pt x="36" y="1159"/>
                    </a:lnTo>
                    <a:lnTo>
                      <a:pt x="0" y="1135"/>
                    </a:lnTo>
                    <a:lnTo>
                      <a:pt x="0" y="6734"/>
                    </a:lnTo>
                    <a:lnTo>
                      <a:pt x="0" y="6818"/>
                    </a:lnTo>
                    <a:lnTo>
                      <a:pt x="12" y="6902"/>
                    </a:lnTo>
                    <a:lnTo>
                      <a:pt x="36" y="6973"/>
                    </a:lnTo>
                    <a:lnTo>
                      <a:pt x="60" y="7057"/>
                    </a:lnTo>
                    <a:lnTo>
                      <a:pt x="96" y="7128"/>
                    </a:lnTo>
                    <a:lnTo>
                      <a:pt x="132" y="7188"/>
                    </a:lnTo>
                    <a:lnTo>
                      <a:pt x="179" y="7260"/>
                    </a:lnTo>
                    <a:lnTo>
                      <a:pt x="239" y="7308"/>
                    </a:lnTo>
                    <a:lnTo>
                      <a:pt x="299" y="7367"/>
                    </a:lnTo>
                    <a:lnTo>
                      <a:pt x="359" y="7415"/>
                    </a:lnTo>
                    <a:lnTo>
                      <a:pt x="430" y="7451"/>
                    </a:lnTo>
                    <a:lnTo>
                      <a:pt x="502" y="7487"/>
                    </a:lnTo>
                    <a:lnTo>
                      <a:pt x="573" y="7522"/>
                    </a:lnTo>
                    <a:lnTo>
                      <a:pt x="645" y="7534"/>
                    </a:lnTo>
                    <a:lnTo>
                      <a:pt x="729" y="7546"/>
                    </a:lnTo>
                    <a:lnTo>
                      <a:pt x="812" y="7558"/>
                    </a:lnTo>
                    <a:lnTo>
                      <a:pt x="12728" y="7558"/>
                    </a:lnTo>
                    <a:lnTo>
                      <a:pt x="12812" y="7546"/>
                    </a:lnTo>
                    <a:lnTo>
                      <a:pt x="12883" y="7534"/>
                    </a:lnTo>
                    <a:lnTo>
                      <a:pt x="12967" y="7522"/>
                    </a:lnTo>
                    <a:lnTo>
                      <a:pt x="13038" y="7487"/>
                    </a:lnTo>
                    <a:lnTo>
                      <a:pt x="13110" y="7451"/>
                    </a:lnTo>
                    <a:lnTo>
                      <a:pt x="13182" y="7415"/>
                    </a:lnTo>
                    <a:lnTo>
                      <a:pt x="13241" y="7367"/>
                    </a:lnTo>
                    <a:lnTo>
                      <a:pt x="13301" y="7319"/>
                    </a:lnTo>
                    <a:lnTo>
                      <a:pt x="13349" y="7260"/>
                    </a:lnTo>
                    <a:lnTo>
                      <a:pt x="13397" y="7200"/>
                    </a:lnTo>
                    <a:lnTo>
                      <a:pt x="13432" y="7128"/>
                    </a:lnTo>
                    <a:lnTo>
                      <a:pt x="13468" y="7057"/>
                    </a:lnTo>
                    <a:lnTo>
                      <a:pt x="13492" y="6985"/>
                    </a:lnTo>
                    <a:lnTo>
                      <a:pt x="13516" y="6902"/>
                    </a:lnTo>
                    <a:lnTo>
                      <a:pt x="13528" y="6830"/>
                    </a:lnTo>
                    <a:lnTo>
                      <a:pt x="13528" y="6746"/>
                    </a:lnTo>
                    <a:lnTo>
                      <a:pt x="13528" y="1"/>
                    </a:lnTo>
                    <a:close/>
                  </a:path>
                </a:pathLst>
              </a:custGeom>
              <a:solidFill>
                <a:srgbClr val="B4DDDD">
                  <a:alpha val="61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0" name="Google Shape;1110;p32"/>
              <p:cNvSpPr/>
              <p:nvPr/>
            </p:nvSpPr>
            <p:spPr>
              <a:xfrm>
                <a:off x="6886133" y="634494"/>
                <a:ext cx="566620" cy="316609"/>
              </a:xfrm>
              <a:custGeom>
                <a:avLst/>
                <a:gdLst/>
                <a:ahLst/>
                <a:cxnLst/>
                <a:rect l="l" t="t" r="r" b="b"/>
                <a:pathLst>
                  <a:path w="13528" h="7559" fill="none" extrusionOk="0">
                    <a:moveTo>
                      <a:pt x="0" y="1135"/>
                    </a:moveTo>
                    <a:lnTo>
                      <a:pt x="0" y="1135"/>
                    </a:lnTo>
                    <a:lnTo>
                      <a:pt x="36" y="1159"/>
                    </a:lnTo>
                    <a:lnTo>
                      <a:pt x="96" y="1206"/>
                    </a:lnTo>
                    <a:lnTo>
                      <a:pt x="239" y="1338"/>
                    </a:lnTo>
                    <a:lnTo>
                      <a:pt x="442" y="1529"/>
                    </a:lnTo>
                    <a:lnTo>
                      <a:pt x="669" y="1780"/>
                    </a:lnTo>
                    <a:lnTo>
                      <a:pt x="1206" y="2376"/>
                    </a:lnTo>
                    <a:lnTo>
                      <a:pt x="1803" y="3045"/>
                    </a:lnTo>
                    <a:lnTo>
                      <a:pt x="2866" y="4287"/>
                    </a:lnTo>
                    <a:lnTo>
                      <a:pt x="3343" y="4848"/>
                    </a:lnTo>
                    <a:lnTo>
                      <a:pt x="6185" y="1577"/>
                    </a:lnTo>
                    <a:lnTo>
                      <a:pt x="8836" y="4347"/>
                    </a:lnTo>
                    <a:lnTo>
                      <a:pt x="11534" y="502"/>
                    </a:lnTo>
                    <a:lnTo>
                      <a:pt x="13528" y="1"/>
                    </a:lnTo>
                    <a:lnTo>
                      <a:pt x="13528" y="1"/>
                    </a:lnTo>
                    <a:lnTo>
                      <a:pt x="13528" y="6746"/>
                    </a:lnTo>
                    <a:lnTo>
                      <a:pt x="13528" y="6746"/>
                    </a:lnTo>
                    <a:lnTo>
                      <a:pt x="13528" y="6830"/>
                    </a:lnTo>
                    <a:lnTo>
                      <a:pt x="13516" y="6902"/>
                    </a:lnTo>
                    <a:lnTo>
                      <a:pt x="13492" y="6985"/>
                    </a:lnTo>
                    <a:lnTo>
                      <a:pt x="13468" y="7057"/>
                    </a:lnTo>
                    <a:lnTo>
                      <a:pt x="13432" y="7128"/>
                    </a:lnTo>
                    <a:lnTo>
                      <a:pt x="13397" y="7200"/>
                    </a:lnTo>
                    <a:lnTo>
                      <a:pt x="13349" y="7260"/>
                    </a:lnTo>
                    <a:lnTo>
                      <a:pt x="13301" y="7319"/>
                    </a:lnTo>
                    <a:lnTo>
                      <a:pt x="13241" y="7367"/>
                    </a:lnTo>
                    <a:lnTo>
                      <a:pt x="13182" y="7415"/>
                    </a:lnTo>
                    <a:lnTo>
                      <a:pt x="13110" y="7451"/>
                    </a:lnTo>
                    <a:lnTo>
                      <a:pt x="13038" y="7487"/>
                    </a:lnTo>
                    <a:lnTo>
                      <a:pt x="12967" y="7522"/>
                    </a:lnTo>
                    <a:lnTo>
                      <a:pt x="12883" y="7534"/>
                    </a:lnTo>
                    <a:lnTo>
                      <a:pt x="12812" y="7546"/>
                    </a:lnTo>
                    <a:lnTo>
                      <a:pt x="12728" y="7558"/>
                    </a:lnTo>
                    <a:lnTo>
                      <a:pt x="812" y="7558"/>
                    </a:lnTo>
                    <a:lnTo>
                      <a:pt x="812" y="7558"/>
                    </a:lnTo>
                    <a:lnTo>
                      <a:pt x="729" y="7546"/>
                    </a:lnTo>
                    <a:lnTo>
                      <a:pt x="645" y="7534"/>
                    </a:lnTo>
                    <a:lnTo>
                      <a:pt x="573" y="7522"/>
                    </a:lnTo>
                    <a:lnTo>
                      <a:pt x="502" y="7487"/>
                    </a:lnTo>
                    <a:lnTo>
                      <a:pt x="430" y="7451"/>
                    </a:lnTo>
                    <a:lnTo>
                      <a:pt x="359" y="7415"/>
                    </a:lnTo>
                    <a:lnTo>
                      <a:pt x="299" y="7367"/>
                    </a:lnTo>
                    <a:lnTo>
                      <a:pt x="239" y="7308"/>
                    </a:lnTo>
                    <a:lnTo>
                      <a:pt x="179" y="7260"/>
                    </a:lnTo>
                    <a:lnTo>
                      <a:pt x="132" y="7188"/>
                    </a:lnTo>
                    <a:lnTo>
                      <a:pt x="96" y="7128"/>
                    </a:lnTo>
                    <a:lnTo>
                      <a:pt x="60" y="7057"/>
                    </a:lnTo>
                    <a:lnTo>
                      <a:pt x="36" y="6973"/>
                    </a:lnTo>
                    <a:lnTo>
                      <a:pt x="12" y="6902"/>
                    </a:lnTo>
                    <a:lnTo>
                      <a:pt x="0" y="6818"/>
                    </a:lnTo>
                    <a:lnTo>
                      <a:pt x="0" y="6734"/>
                    </a:lnTo>
                    <a:lnTo>
                      <a:pt x="0" y="1135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1" name="Google Shape;1111;p32"/>
              <p:cNvSpPr/>
              <p:nvPr/>
            </p:nvSpPr>
            <p:spPr>
              <a:xfrm>
                <a:off x="6884625" y="633489"/>
                <a:ext cx="569636" cy="205069"/>
              </a:xfrm>
              <a:custGeom>
                <a:avLst/>
                <a:gdLst/>
                <a:ahLst/>
                <a:cxnLst/>
                <a:rect l="l" t="t" r="r" b="b"/>
                <a:pathLst>
                  <a:path w="13600" h="4896" extrusionOk="0">
                    <a:moveTo>
                      <a:pt x="13564" y="1"/>
                    </a:moveTo>
                    <a:lnTo>
                      <a:pt x="12143" y="347"/>
                    </a:lnTo>
                    <a:lnTo>
                      <a:pt x="11761" y="442"/>
                    </a:lnTo>
                    <a:lnTo>
                      <a:pt x="11665" y="466"/>
                    </a:lnTo>
                    <a:lnTo>
                      <a:pt x="11570" y="490"/>
                    </a:lnTo>
                    <a:lnTo>
                      <a:pt x="11546" y="514"/>
                    </a:lnTo>
                    <a:lnTo>
                      <a:pt x="11534" y="538"/>
                    </a:lnTo>
                    <a:lnTo>
                      <a:pt x="11439" y="657"/>
                    </a:lnTo>
                    <a:lnTo>
                      <a:pt x="10591" y="1875"/>
                    </a:lnTo>
                    <a:lnTo>
                      <a:pt x="9481" y="3439"/>
                    </a:lnTo>
                    <a:lnTo>
                      <a:pt x="9063" y="4036"/>
                    </a:lnTo>
                    <a:lnTo>
                      <a:pt x="8919" y="4239"/>
                    </a:lnTo>
                    <a:lnTo>
                      <a:pt x="8884" y="4287"/>
                    </a:lnTo>
                    <a:lnTo>
                      <a:pt x="8862" y="4324"/>
                    </a:lnTo>
                    <a:lnTo>
                      <a:pt x="8862" y="4324"/>
                    </a:lnTo>
                    <a:lnTo>
                      <a:pt x="7988" y="3415"/>
                    </a:lnTo>
                    <a:lnTo>
                      <a:pt x="6567" y="1923"/>
                    </a:lnTo>
                    <a:lnTo>
                      <a:pt x="6245" y="1577"/>
                    </a:lnTo>
                    <a:lnTo>
                      <a:pt x="6221" y="1565"/>
                    </a:lnTo>
                    <a:lnTo>
                      <a:pt x="6209" y="1577"/>
                    </a:lnTo>
                    <a:lnTo>
                      <a:pt x="5242" y="2687"/>
                    </a:lnTo>
                    <a:lnTo>
                      <a:pt x="3714" y="4442"/>
                    </a:lnTo>
                    <a:lnTo>
                      <a:pt x="3380" y="4820"/>
                    </a:lnTo>
                    <a:lnTo>
                      <a:pt x="3105" y="4490"/>
                    </a:lnTo>
                    <a:lnTo>
                      <a:pt x="2365" y="3630"/>
                    </a:lnTo>
                    <a:lnTo>
                      <a:pt x="1445" y="2580"/>
                    </a:lnTo>
                    <a:lnTo>
                      <a:pt x="1027" y="2102"/>
                    </a:lnTo>
                    <a:lnTo>
                      <a:pt x="597" y="1648"/>
                    </a:lnTo>
                    <a:lnTo>
                      <a:pt x="275" y="1326"/>
                    </a:lnTo>
                    <a:lnTo>
                      <a:pt x="180" y="1230"/>
                    </a:lnTo>
                    <a:lnTo>
                      <a:pt x="72" y="1147"/>
                    </a:lnTo>
                    <a:lnTo>
                      <a:pt x="36" y="1135"/>
                    </a:lnTo>
                    <a:lnTo>
                      <a:pt x="12" y="1135"/>
                    </a:lnTo>
                    <a:lnTo>
                      <a:pt x="1" y="1159"/>
                    </a:lnTo>
                    <a:lnTo>
                      <a:pt x="12" y="1171"/>
                    </a:lnTo>
                    <a:lnTo>
                      <a:pt x="24" y="1195"/>
                    </a:lnTo>
                    <a:lnTo>
                      <a:pt x="60" y="1218"/>
                    </a:lnTo>
                    <a:lnTo>
                      <a:pt x="108" y="1254"/>
                    </a:lnTo>
                    <a:lnTo>
                      <a:pt x="192" y="1326"/>
                    </a:lnTo>
                    <a:lnTo>
                      <a:pt x="347" y="1469"/>
                    </a:lnTo>
                    <a:lnTo>
                      <a:pt x="490" y="1624"/>
                    </a:lnTo>
                    <a:lnTo>
                      <a:pt x="908" y="2066"/>
                    </a:lnTo>
                    <a:lnTo>
                      <a:pt x="1314" y="2508"/>
                    </a:lnTo>
                    <a:lnTo>
                      <a:pt x="2221" y="3559"/>
                    </a:lnTo>
                    <a:lnTo>
                      <a:pt x="2985" y="4454"/>
                    </a:lnTo>
                    <a:lnTo>
                      <a:pt x="3236" y="4741"/>
                    </a:lnTo>
                    <a:lnTo>
                      <a:pt x="3296" y="4812"/>
                    </a:lnTo>
                    <a:lnTo>
                      <a:pt x="3356" y="4884"/>
                    </a:lnTo>
                    <a:lnTo>
                      <a:pt x="3356" y="4896"/>
                    </a:lnTo>
                    <a:lnTo>
                      <a:pt x="3403" y="4896"/>
                    </a:lnTo>
                    <a:lnTo>
                      <a:pt x="4370" y="3785"/>
                    </a:lnTo>
                    <a:lnTo>
                      <a:pt x="5899" y="2018"/>
                    </a:lnTo>
                    <a:lnTo>
                      <a:pt x="6228" y="1644"/>
                    </a:lnTo>
                    <a:lnTo>
                      <a:pt x="6228" y="1644"/>
                    </a:lnTo>
                    <a:lnTo>
                      <a:pt x="7093" y="2556"/>
                    </a:lnTo>
                    <a:lnTo>
                      <a:pt x="8525" y="4048"/>
                    </a:lnTo>
                    <a:lnTo>
                      <a:pt x="8848" y="4394"/>
                    </a:lnTo>
                    <a:lnTo>
                      <a:pt x="8872" y="4394"/>
                    </a:lnTo>
                    <a:lnTo>
                      <a:pt x="8896" y="4382"/>
                    </a:lnTo>
                    <a:lnTo>
                      <a:pt x="9409" y="3642"/>
                    </a:lnTo>
                    <a:lnTo>
                      <a:pt x="10495" y="2114"/>
                    </a:lnTo>
                    <a:lnTo>
                      <a:pt x="11415" y="801"/>
                    </a:lnTo>
                    <a:lnTo>
                      <a:pt x="11534" y="621"/>
                    </a:lnTo>
                    <a:lnTo>
                      <a:pt x="11570" y="586"/>
                    </a:lnTo>
                    <a:lnTo>
                      <a:pt x="11594" y="562"/>
                    </a:lnTo>
                    <a:lnTo>
                      <a:pt x="11594" y="550"/>
                    </a:lnTo>
                    <a:lnTo>
                      <a:pt x="11630" y="538"/>
                    </a:lnTo>
                    <a:lnTo>
                      <a:pt x="11665" y="538"/>
                    </a:lnTo>
                    <a:lnTo>
                      <a:pt x="11964" y="454"/>
                    </a:lnTo>
                    <a:lnTo>
                      <a:pt x="13540" y="60"/>
                    </a:lnTo>
                    <a:lnTo>
                      <a:pt x="13576" y="48"/>
                    </a:lnTo>
                    <a:lnTo>
                      <a:pt x="13600" y="36"/>
                    </a:lnTo>
                    <a:lnTo>
                      <a:pt x="13600" y="13"/>
                    </a:lnTo>
                    <a:lnTo>
                      <a:pt x="135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2" name="Google Shape;1112;p32"/>
              <p:cNvSpPr/>
              <p:nvPr/>
            </p:nvSpPr>
            <p:spPr>
              <a:xfrm>
                <a:off x="6908122" y="563500"/>
                <a:ext cx="21571" cy="21026"/>
              </a:xfrm>
              <a:custGeom>
                <a:avLst/>
                <a:gdLst/>
                <a:ahLst/>
                <a:cxnLst/>
                <a:rect l="l" t="t" r="r" b="b"/>
                <a:pathLst>
                  <a:path w="515" h="502" extrusionOk="0">
                    <a:moveTo>
                      <a:pt x="204" y="0"/>
                    </a:moveTo>
                    <a:lnTo>
                      <a:pt x="156" y="12"/>
                    </a:lnTo>
                    <a:lnTo>
                      <a:pt x="120" y="36"/>
                    </a:lnTo>
                    <a:lnTo>
                      <a:pt x="84" y="72"/>
                    </a:lnTo>
                    <a:lnTo>
                      <a:pt x="48" y="108"/>
                    </a:lnTo>
                    <a:lnTo>
                      <a:pt x="25" y="155"/>
                    </a:lnTo>
                    <a:lnTo>
                      <a:pt x="13" y="203"/>
                    </a:lnTo>
                    <a:lnTo>
                      <a:pt x="1" y="251"/>
                    </a:lnTo>
                    <a:lnTo>
                      <a:pt x="13" y="299"/>
                    </a:lnTo>
                    <a:lnTo>
                      <a:pt x="25" y="346"/>
                    </a:lnTo>
                    <a:lnTo>
                      <a:pt x="48" y="394"/>
                    </a:lnTo>
                    <a:lnTo>
                      <a:pt x="84" y="430"/>
                    </a:lnTo>
                    <a:lnTo>
                      <a:pt x="120" y="466"/>
                    </a:lnTo>
                    <a:lnTo>
                      <a:pt x="156" y="490"/>
                    </a:lnTo>
                    <a:lnTo>
                      <a:pt x="204" y="502"/>
                    </a:lnTo>
                    <a:lnTo>
                      <a:pt x="311" y="502"/>
                    </a:lnTo>
                    <a:lnTo>
                      <a:pt x="359" y="490"/>
                    </a:lnTo>
                    <a:lnTo>
                      <a:pt x="407" y="466"/>
                    </a:lnTo>
                    <a:lnTo>
                      <a:pt x="442" y="430"/>
                    </a:lnTo>
                    <a:lnTo>
                      <a:pt x="466" y="394"/>
                    </a:lnTo>
                    <a:lnTo>
                      <a:pt x="490" y="346"/>
                    </a:lnTo>
                    <a:lnTo>
                      <a:pt x="514" y="299"/>
                    </a:lnTo>
                    <a:lnTo>
                      <a:pt x="514" y="251"/>
                    </a:lnTo>
                    <a:lnTo>
                      <a:pt x="514" y="203"/>
                    </a:lnTo>
                    <a:lnTo>
                      <a:pt x="490" y="155"/>
                    </a:lnTo>
                    <a:lnTo>
                      <a:pt x="466" y="108"/>
                    </a:lnTo>
                    <a:lnTo>
                      <a:pt x="442" y="72"/>
                    </a:lnTo>
                    <a:lnTo>
                      <a:pt x="407" y="36"/>
                    </a:lnTo>
                    <a:lnTo>
                      <a:pt x="359" y="12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3" name="Google Shape;1113;p32"/>
              <p:cNvSpPr/>
              <p:nvPr/>
            </p:nvSpPr>
            <p:spPr>
              <a:xfrm>
                <a:off x="6939117" y="563500"/>
                <a:ext cx="21068" cy="21026"/>
              </a:xfrm>
              <a:custGeom>
                <a:avLst/>
                <a:gdLst/>
                <a:ahLst/>
                <a:cxnLst/>
                <a:rect l="l" t="t" r="r" b="b"/>
                <a:pathLst>
                  <a:path w="503" h="502" extrusionOk="0">
                    <a:moveTo>
                      <a:pt x="204" y="0"/>
                    </a:moveTo>
                    <a:lnTo>
                      <a:pt x="156" y="12"/>
                    </a:lnTo>
                    <a:lnTo>
                      <a:pt x="108" y="36"/>
                    </a:lnTo>
                    <a:lnTo>
                      <a:pt x="73" y="72"/>
                    </a:lnTo>
                    <a:lnTo>
                      <a:pt x="37" y="108"/>
                    </a:lnTo>
                    <a:lnTo>
                      <a:pt x="13" y="155"/>
                    </a:lnTo>
                    <a:lnTo>
                      <a:pt x="1" y="203"/>
                    </a:lnTo>
                    <a:lnTo>
                      <a:pt x="1" y="251"/>
                    </a:lnTo>
                    <a:lnTo>
                      <a:pt x="1" y="299"/>
                    </a:lnTo>
                    <a:lnTo>
                      <a:pt x="13" y="346"/>
                    </a:lnTo>
                    <a:lnTo>
                      <a:pt x="37" y="394"/>
                    </a:lnTo>
                    <a:lnTo>
                      <a:pt x="73" y="430"/>
                    </a:lnTo>
                    <a:lnTo>
                      <a:pt x="108" y="466"/>
                    </a:lnTo>
                    <a:lnTo>
                      <a:pt x="156" y="490"/>
                    </a:lnTo>
                    <a:lnTo>
                      <a:pt x="204" y="502"/>
                    </a:lnTo>
                    <a:lnTo>
                      <a:pt x="299" y="502"/>
                    </a:lnTo>
                    <a:lnTo>
                      <a:pt x="347" y="490"/>
                    </a:lnTo>
                    <a:lnTo>
                      <a:pt x="395" y="466"/>
                    </a:lnTo>
                    <a:lnTo>
                      <a:pt x="431" y="430"/>
                    </a:lnTo>
                    <a:lnTo>
                      <a:pt x="467" y="394"/>
                    </a:lnTo>
                    <a:lnTo>
                      <a:pt x="490" y="346"/>
                    </a:lnTo>
                    <a:lnTo>
                      <a:pt x="502" y="299"/>
                    </a:lnTo>
                    <a:lnTo>
                      <a:pt x="502" y="251"/>
                    </a:lnTo>
                    <a:lnTo>
                      <a:pt x="502" y="203"/>
                    </a:lnTo>
                    <a:lnTo>
                      <a:pt x="490" y="155"/>
                    </a:lnTo>
                    <a:lnTo>
                      <a:pt x="467" y="108"/>
                    </a:lnTo>
                    <a:lnTo>
                      <a:pt x="431" y="72"/>
                    </a:lnTo>
                    <a:lnTo>
                      <a:pt x="395" y="36"/>
                    </a:lnTo>
                    <a:lnTo>
                      <a:pt x="347" y="12"/>
                    </a:lnTo>
                    <a:lnTo>
                      <a:pt x="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4" name="Google Shape;1114;p32"/>
              <p:cNvSpPr/>
              <p:nvPr/>
            </p:nvSpPr>
            <p:spPr>
              <a:xfrm>
                <a:off x="6969651" y="563500"/>
                <a:ext cx="21529" cy="21026"/>
              </a:xfrm>
              <a:custGeom>
                <a:avLst/>
                <a:gdLst/>
                <a:ahLst/>
                <a:cxnLst/>
                <a:rect l="l" t="t" r="r" b="b"/>
                <a:pathLst>
                  <a:path w="514" h="502" extrusionOk="0">
                    <a:moveTo>
                      <a:pt x="203" y="0"/>
                    </a:moveTo>
                    <a:lnTo>
                      <a:pt x="155" y="12"/>
                    </a:lnTo>
                    <a:lnTo>
                      <a:pt x="108" y="36"/>
                    </a:lnTo>
                    <a:lnTo>
                      <a:pt x="72" y="72"/>
                    </a:lnTo>
                    <a:lnTo>
                      <a:pt x="48" y="108"/>
                    </a:lnTo>
                    <a:lnTo>
                      <a:pt x="24" y="155"/>
                    </a:lnTo>
                    <a:lnTo>
                      <a:pt x="0" y="203"/>
                    </a:lnTo>
                    <a:lnTo>
                      <a:pt x="0" y="251"/>
                    </a:lnTo>
                    <a:lnTo>
                      <a:pt x="0" y="299"/>
                    </a:lnTo>
                    <a:lnTo>
                      <a:pt x="24" y="346"/>
                    </a:lnTo>
                    <a:lnTo>
                      <a:pt x="48" y="394"/>
                    </a:lnTo>
                    <a:lnTo>
                      <a:pt x="72" y="430"/>
                    </a:lnTo>
                    <a:lnTo>
                      <a:pt x="108" y="466"/>
                    </a:lnTo>
                    <a:lnTo>
                      <a:pt x="155" y="490"/>
                    </a:lnTo>
                    <a:lnTo>
                      <a:pt x="203" y="502"/>
                    </a:lnTo>
                    <a:lnTo>
                      <a:pt x="311" y="502"/>
                    </a:lnTo>
                    <a:lnTo>
                      <a:pt x="358" y="490"/>
                    </a:lnTo>
                    <a:lnTo>
                      <a:pt x="394" y="466"/>
                    </a:lnTo>
                    <a:lnTo>
                      <a:pt x="430" y="430"/>
                    </a:lnTo>
                    <a:lnTo>
                      <a:pt x="466" y="394"/>
                    </a:lnTo>
                    <a:lnTo>
                      <a:pt x="490" y="346"/>
                    </a:lnTo>
                    <a:lnTo>
                      <a:pt x="502" y="299"/>
                    </a:lnTo>
                    <a:lnTo>
                      <a:pt x="514" y="251"/>
                    </a:lnTo>
                    <a:lnTo>
                      <a:pt x="502" y="203"/>
                    </a:lnTo>
                    <a:lnTo>
                      <a:pt x="490" y="155"/>
                    </a:lnTo>
                    <a:lnTo>
                      <a:pt x="466" y="108"/>
                    </a:lnTo>
                    <a:lnTo>
                      <a:pt x="430" y="72"/>
                    </a:lnTo>
                    <a:lnTo>
                      <a:pt x="394" y="36"/>
                    </a:lnTo>
                    <a:lnTo>
                      <a:pt x="358" y="12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5" name="Google Shape;1115;p32"/>
              <p:cNvSpPr/>
              <p:nvPr/>
            </p:nvSpPr>
            <p:spPr>
              <a:xfrm>
                <a:off x="7009651" y="814514"/>
                <a:ext cx="335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01" extrusionOk="0">
                    <a:moveTo>
                      <a:pt x="394" y="1"/>
                    </a:moveTo>
                    <a:lnTo>
                      <a:pt x="311" y="13"/>
                    </a:lnTo>
                    <a:lnTo>
                      <a:pt x="239" y="37"/>
                    </a:lnTo>
                    <a:lnTo>
                      <a:pt x="168" y="72"/>
                    </a:lnTo>
                    <a:lnTo>
                      <a:pt x="108" y="120"/>
                    </a:lnTo>
                    <a:lnTo>
                      <a:pt x="60" y="180"/>
                    </a:lnTo>
                    <a:lnTo>
                      <a:pt x="24" y="240"/>
                    </a:lnTo>
                    <a:lnTo>
                      <a:pt x="0" y="323"/>
                    </a:lnTo>
                    <a:lnTo>
                      <a:pt x="0" y="407"/>
                    </a:lnTo>
                    <a:lnTo>
                      <a:pt x="0" y="478"/>
                    </a:lnTo>
                    <a:lnTo>
                      <a:pt x="24" y="562"/>
                    </a:lnTo>
                    <a:lnTo>
                      <a:pt x="60" y="622"/>
                    </a:lnTo>
                    <a:lnTo>
                      <a:pt x="108" y="681"/>
                    </a:lnTo>
                    <a:lnTo>
                      <a:pt x="168" y="729"/>
                    </a:lnTo>
                    <a:lnTo>
                      <a:pt x="239" y="765"/>
                    </a:lnTo>
                    <a:lnTo>
                      <a:pt x="311" y="789"/>
                    </a:lnTo>
                    <a:lnTo>
                      <a:pt x="394" y="801"/>
                    </a:lnTo>
                    <a:lnTo>
                      <a:pt x="478" y="789"/>
                    </a:lnTo>
                    <a:lnTo>
                      <a:pt x="550" y="765"/>
                    </a:lnTo>
                    <a:lnTo>
                      <a:pt x="621" y="729"/>
                    </a:lnTo>
                    <a:lnTo>
                      <a:pt x="681" y="681"/>
                    </a:lnTo>
                    <a:lnTo>
                      <a:pt x="729" y="622"/>
                    </a:lnTo>
                    <a:lnTo>
                      <a:pt x="765" y="562"/>
                    </a:lnTo>
                    <a:lnTo>
                      <a:pt x="788" y="478"/>
                    </a:lnTo>
                    <a:lnTo>
                      <a:pt x="800" y="407"/>
                    </a:lnTo>
                    <a:lnTo>
                      <a:pt x="788" y="323"/>
                    </a:lnTo>
                    <a:lnTo>
                      <a:pt x="765" y="240"/>
                    </a:lnTo>
                    <a:lnTo>
                      <a:pt x="729" y="180"/>
                    </a:lnTo>
                    <a:lnTo>
                      <a:pt x="681" y="120"/>
                    </a:lnTo>
                    <a:lnTo>
                      <a:pt x="621" y="72"/>
                    </a:lnTo>
                    <a:lnTo>
                      <a:pt x="550" y="37"/>
                    </a:lnTo>
                    <a:lnTo>
                      <a:pt x="478" y="13"/>
                    </a:lnTo>
                    <a:lnTo>
                      <a:pt x="3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6" name="Google Shape;1116;p32"/>
              <p:cNvSpPr/>
              <p:nvPr/>
            </p:nvSpPr>
            <p:spPr>
              <a:xfrm>
                <a:off x="7240183" y="797509"/>
                <a:ext cx="335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01" extrusionOk="0">
                    <a:moveTo>
                      <a:pt x="311" y="1"/>
                    </a:moveTo>
                    <a:lnTo>
                      <a:pt x="239" y="25"/>
                    </a:lnTo>
                    <a:lnTo>
                      <a:pt x="168" y="61"/>
                    </a:lnTo>
                    <a:lnTo>
                      <a:pt x="108" y="120"/>
                    </a:lnTo>
                    <a:lnTo>
                      <a:pt x="60" y="180"/>
                    </a:lnTo>
                    <a:lnTo>
                      <a:pt x="24" y="240"/>
                    </a:lnTo>
                    <a:lnTo>
                      <a:pt x="1" y="323"/>
                    </a:lnTo>
                    <a:lnTo>
                      <a:pt x="1" y="395"/>
                    </a:lnTo>
                    <a:lnTo>
                      <a:pt x="1" y="478"/>
                    </a:lnTo>
                    <a:lnTo>
                      <a:pt x="24" y="550"/>
                    </a:lnTo>
                    <a:lnTo>
                      <a:pt x="60" y="622"/>
                    </a:lnTo>
                    <a:lnTo>
                      <a:pt x="108" y="681"/>
                    </a:lnTo>
                    <a:lnTo>
                      <a:pt x="168" y="729"/>
                    </a:lnTo>
                    <a:lnTo>
                      <a:pt x="239" y="765"/>
                    </a:lnTo>
                    <a:lnTo>
                      <a:pt x="311" y="789"/>
                    </a:lnTo>
                    <a:lnTo>
                      <a:pt x="395" y="801"/>
                    </a:lnTo>
                    <a:lnTo>
                      <a:pt x="478" y="789"/>
                    </a:lnTo>
                    <a:lnTo>
                      <a:pt x="550" y="765"/>
                    </a:lnTo>
                    <a:lnTo>
                      <a:pt x="621" y="729"/>
                    </a:lnTo>
                    <a:lnTo>
                      <a:pt x="681" y="681"/>
                    </a:lnTo>
                    <a:lnTo>
                      <a:pt x="729" y="622"/>
                    </a:lnTo>
                    <a:lnTo>
                      <a:pt x="765" y="550"/>
                    </a:lnTo>
                    <a:lnTo>
                      <a:pt x="789" y="478"/>
                    </a:lnTo>
                    <a:lnTo>
                      <a:pt x="801" y="395"/>
                    </a:lnTo>
                    <a:lnTo>
                      <a:pt x="789" y="323"/>
                    </a:lnTo>
                    <a:lnTo>
                      <a:pt x="765" y="240"/>
                    </a:lnTo>
                    <a:lnTo>
                      <a:pt x="729" y="180"/>
                    </a:lnTo>
                    <a:lnTo>
                      <a:pt x="681" y="120"/>
                    </a:lnTo>
                    <a:lnTo>
                      <a:pt x="621" y="61"/>
                    </a:lnTo>
                    <a:lnTo>
                      <a:pt x="550" y="25"/>
                    </a:lnTo>
                    <a:lnTo>
                      <a:pt x="47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7" name="Google Shape;1117;p32"/>
              <p:cNvSpPr/>
              <p:nvPr/>
            </p:nvSpPr>
            <p:spPr>
              <a:xfrm>
                <a:off x="7130655" y="684504"/>
                <a:ext cx="31539" cy="31539"/>
              </a:xfrm>
              <a:custGeom>
                <a:avLst/>
                <a:gdLst/>
                <a:ahLst/>
                <a:cxnLst/>
                <a:rect l="l" t="t" r="r" b="b"/>
                <a:pathLst>
                  <a:path w="753" h="753" extrusionOk="0">
                    <a:moveTo>
                      <a:pt x="299" y="0"/>
                    </a:moveTo>
                    <a:lnTo>
                      <a:pt x="228" y="24"/>
                    </a:lnTo>
                    <a:lnTo>
                      <a:pt x="168" y="60"/>
                    </a:lnTo>
                    <a:lnTo>
                      <a:pt x="108" y="108"/>
                    </a:lnTo>
                    <a:lnTo>
                      <a:pt x="60" y="168"/>
                    </a:lnTo>
                    <a:lnTo>
                      <a:pt x="25" y="227"/>
                    </a:lnTo>
                    <a:lnTo>
                      <a:pt x="13" y="299"/>
                    </a:lnTo>
                    <a:lnTo>
                      <a:pt x="1" y="371"/>
                    </a:lnTo>
                    <a:lnTo>
                      <a:pt x="13" y="454"/>
                    </a:lnTo>
                    <a:lnTo>
                      <a:pt x="25" y="526"/>
                    </a:lnTo>
                    <a:lnTo>
                      <a:pt x="60" y="586"/>
                    </a:lnTo>
                    <a:lnTo>
                      <a:pt x="108" y="645"/>
                    </a:lnTo>
                    <a:lnTo>
                      <a:pt x="168" y="681"/>
                    </a:lnTo>
                    <a:lnTo>
                      <a:pt x="228" y="717"/>
                    </a:lnTo>
                    <a:lnTo>
                      <a:pt x="299" y="741"/>
                    </a:lnTo>
                    <a:lnTo>
                      <a:pt x="383" y="753"/>
                    </a:lnTo>
                    <a:lnTo>
                      <a:pt x="454" y="741"/>
                    </a:lnTo>
                    <a:lnTo>
                      <a:pt x="526" y="717"/>
                    </a:lnTo>
                    <a:lnTo>
                      <a:pt x="586" y="681"/>
                    </a:lnTo>
                    <a:lnTo>
                      <a:pt x="646" y="645"/>
                    </a:lnTo>
                    <a:lnTo>
                      <a:pt x="693" y="586"/>
                    </a:lnTo>
                    <a:lnTo>
                      <a:pt x="729" y="526"/>
                    </a:lnTo>
                    <a:lnTo>
                      <a:pt x="741" y="454"/>
                    </a:lnTo>
                    <a:lnTo>
                      <a:pt x="753" y="371"/>
                    </a:lnTo>
                    <a:lnTo>
                      <a:pt x="741" y="299"/>
                    </a:lnTo>
                    <a:lnTo>
                      <a:pt x="729" y="227"/>
                    </a:lnTo>
                    <a:lnTo>
                      <a:pt x="693" y="168"/>
                    </a:lnTo>
                    <a:lnTo>
                      <a:pt x="646" y="108"/>
                    </a:lnTo>
                    <a:lnTo>
                      <a:pt x="586" y="60"/>
                    </a:lnTo>
                    <a:lnTo>
                      <a:pt x="526" y="24"/>
                    </a:lnTo>
                    <a:lnTo>
                      <a:pt x="4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8" name="Google Shape;1118;p32"/>
              <p:cNvSpPr/>
              <p:nvPr/>
            </p:nvSpPr>
            <p:spPr>
              <a:xfrm>
                <a:off x="7353691" y="639479"/>
                <a:ext cx="31581" cy="31581"/>
              </a:xfrm>
              <a:custGeom>
                <a:avLst/>
                <a:gdLst/>
                <a:ahLst/>
                <a:cxnLst/>
                <a:rect l="l" t="t" r="r" b="b"/>
                <a:pathLst>
                  <a:path w="754" h="754" extrusionOk="0">
                    <a:moveTo>
                      <a:pt x="371" y="1"/>
                    </a:moveTo>
                    <a:lnTo>
                      <a:pt x="299" y="13"/>
                    </a:lnTo>
                    <a:lnTo>
                      <a:pt x="228" y="37"/>
                    </a:lnTo>
                    <a:lnTo>
                      <a:pt x="168" y="73"/>
                    </a:lnTo>
                    <a:lnTo>
                      <a:pt x="108" y="108"/>
                    </a:lnTo>
                    <a:lnTo>
                      <a:pt x="61" y="168"/>
                    </a:lnTo>
                    <a:lnTo>
                      <a:pt x="25" y="228"/>
                    </a:lnTo>
                    <a:lnTo>
                      <a:pt x="1" y="299"/>
                    </a:lnTo>
                    <a:lnTo>
                      <a:pt x="1" y="383"/>
                    </a:lnTo>
                    <a:lnTo>
                      <a:pt x="1" y="455"/>
                    </a:lnTo>
                    <a:lnTo>
                      <a:pt x="25" y="526"/>
                    </a:lnTo>
                    <a:lnTo>
                      <a:pt x="61" y="586"/>
                    </a:lnTo>
                    <a:lnTo>
                      <a:pt x="108" y="646"/>
                    </a:lnTo>
                    <a:lnTo>
                      <a:pt x="168" y="693"/>
                    </a:lnTo>
                    <a:lnTo>
                      <a:pt x="228" y="729"/>
                    </a:lnTo>
                    <a:lnTo>
                      <a:pt x="299" y="753"/>
                    </a:lnTo>
                    <a:lnTo>
                      <a:pt x="455" y="753"/>
                    </a:lnTo>
                    <a:lnTo>
                      <a:pt x="526" y="729"/>
                    </a:lnTo>
                    <a:lnTo>
                      <a:pt x="586" y="693"/>
                    </a:lnTo>
                    <a:lnTo>
                      <a:pt x="646" y="646"/>
                    </a:lnTo>
                    <a:lnTo>
                      <a:pt x="693" y="586"/>
                    </a:lnTo>
                    <a:lnTo>
                      <a:pt x="717" y="526"/>
                    </a:lnTo>
                    <a:lnTo>
                      <a:pt x="741" y="455"/>
                    </a:lnTo>
                    <a:lnTo>
                      <a:pt x="753" y="383"/>
                    </a:lnTo>
                    <a:lnTo>
                      <a:pt x="741" y="299"/>
                    </a:lnTo>
                    <a:lnTo>
                      <a:pt x="717" y="228"/>
                    </a:lnTo>
                    <a:lnTo>
                      <a:pt x="693" y="168"/>
                    </a:lnTo>
                    <a:lnTo>
                      <a:pt x="646" y="108"/>
                    </a:lnTo>
                    <a:lnTo>
                      <a:pt x="586" y="73"/>
                    </a:lnTo>
                    <a:lnTo>
                      <a:pt x="526" y="37"/>
                    </a:lnTo>
                    <a:lnTo>
                      <a:pt x="455" y="13"/>
                    </a:lnTo>
                    <a:lnTo>
                      <a:pt x="37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9" name="Google Shape;1119;p32"/>
              <p:cNvSpPr/>
              <p:nvPr/>
            </p:nvSpPr>
            <p:spPr>
              <a:xfrm>
                <a:off x="6884625" y="599479"/>
                <a:ext cx="567123" cy="2555"/>
              </a:xfrm>
              <a:custGeom>
                <a:avLst/>
                <a:gdLst/>
                <a:ahLst/>
                <a:cxnLst/>
                <a:rect l="l" t="t" r="r" b="b"/>
                <a:pathLst>
                  <a:path w="13540" h="61" extrusionOk="0">
                    <a:moveTo>
                      <a:pt x="36" y="1"/>
                    </a:moveTo>
                    <a:lnTo>
                      <a:pt x="12" y="13"/>
                    </a:lnTo>
                    <a:lnTo>
                      <a:pt x="1" y="37"/>
                    </a:lnTo>
                    <a:lnTo>
                      <a:pt x="12" y="49"/>
                    </a:lnTo>
                    <a:lnTo>
                      <a:pt x="36" y="60"/>
                    </a:lnTo>
                    <a:lnTo>
                      <a:pt x="13504" y="60"/>
                    </a:lnTo>
                    <a:lnTo>
                      <a:pt x="13528" y="49"/>
                    </a:lnTo>
                    <a:lnTo>
                      <a:pt x="13540" y="37"/>
                    </a:lnTo>
                    <a:lnTo>
                      <a:pt x="13528" y="13"/>
                    </a:lnTo>
                    <a:lnTo>
                      <a:pt x="1350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20" name="Google Shape;1120;p32"/>
            <p:cNvGrpSpPr/>
            <p:nvPr/>
          </p:nvGrpSpPr>
          <p:grpSpPr>
            <a:xfrm>
              <a:off x="8040325" y="1264138"/>
              <a:ext cx="350532" cy="337682"/>
              <a:chOff x="6625800" y="1711525"/>
              <a:chExt cx="350532" cy="337682"/>
            </a:xfrm>
          </p:grpSpPr>
          <p:sp>
            <p:nvSpPr>
              <p:cNvPr id="1121" name="Google Shape;1121;p32"/>
              <p:cNvSpPr/>
              <p:nvPr/>
            </p:nvSpPr>
            <p:spPr>
              <a:xfrm>
                <a:off x="6625800" y="1711525"/>
                <a:ext cx="350532" cy="337682"/>
              </a:xfrm>
              <a:custGeom>
                <a:avLst/>
                <a:gdLst/>
                <a:ahLst/>
                <a:cxnLst/>
                <a:rect l="l" t="t" r="r" b="b"/>
                <a:pathLst>
                  <a:path w="6520" h="6281" extrusionOk="0">
                    <a:moveTo>
                      <a:pt x="3618" y="60"/>
                    </a:moveTo>
                    <a:lnTo>
                      <a:pt x="3845" y="96"/>
                    </a:lnTo>
                    <a:lnTo>
                      <a:pt x="4048" y="131"/>
                    </a:lnTo>
                    <a:lnTo>
                      <a:pt x="4262" y="179"/>
                    </a:lnTo>
                    <a:lnTo>
                      <a:pt x="4465" y="251"/>
                    </a:lnTo>
                    <a:lnTo>
                      <a:pt x="4656" y="334"/>
                    </a:lnTo>
                    <a:lnTo>
                      <a:pt x="4848" y="430"/>
                    </a:lnTo>
                    <a:lnTo>
                      <a:pt x="5039" y="537"/>
                    </a:lnTo>
                    <a:lnTo>
                      <a:pt x="5206" y="657"/>
                    </a:lnTo>
                    <a:lnTo>
                      <a:pt x="5373" y="788"/>
                    </a:lnTo>
                    <a:lnTo>
                      <a:pt x="5540" y="931"/>
                    </a:lnTo>
                    <a:lnTo>
                      <a:pt x="5683" y="1087"/>
                    </a:lnTo>
                    <a:lnTo>
                      <a:pt x="5815" y="1254"/>
                    </a:lnTo>
                    <a:lnTo>
                      <a:pt x="5934" y="1421"/>
                    </a:lnTo>
                    <a:lnTo>
                      <a:pt x="6053" y="1612"/>
                    </a:lnTo>
                    <a:lnTo>
                      <a:pt x="6149" y="1791"/>
                    </a:lnTo>
                    <a:lnTo>
                      <a:pt x="6233" y="1982"/>
                    </a:lnTo>
                    <a:lnTo>
                      <a:pt x="6304" y="2185"/>
                    </a:lnTo>
                    <a:lnTo>
                      <a:pt x="6364" y="2400"/>
                    </a:lnTo>
                    <a:lnTo>
                      <a:pt x="6412" y="2615"/>
                    </a:lnTo>
                    <a:lnTo>
                      <a:pt x="6447" y="2830"/>
                    </a:lnTo>
                    <a:lnTo>
                      <a:pt x="6459" y="3057"/>
                    </a:lnTo>
                    <a:lnTo>
                      <a:pt x="6459" y="3271"/>
                    </a:lnTo>
                    <a:lnTo>
                      <a:pt x="6435" y="3486"/>
                    </a:lnTo>
                    <a:lnTo>
                      <a:pt x="6400" y="3713"/>
                    </a:lnTo>
                    <a:lnTo>
                      <a:pt x="6352" y="3928"/>
                    </a:lnTo>
                    <a:lnTo>
                      <a:pt x="6292" y="4131"/>
                    </a:lnTo>
                    <a:lnTo>
                      <a:pt x="6221" y="4322"/>
                    </a:lnTo>
                    <a:lnTo>
                      <a:pt x="6125" y="4525"/>
                    </a:lnTo>
                    <a:lnTo>
                      <a:pt x="6030" y="4704"/>
                    </a:lnTo>
                    <a:lnTo>
                      <a:pt x="5910" y="4883"/>
                    </a:lnTo>
                    <a:lnTo>
                      <a:pt x="5791" y="5050"/>
                    </a:lnTo>
                    <a:lnTo>
                      <a:pt x="5647" y="5218"/>
                    </a:lnTo>
                    <a:lnTo>
                      <a:pt x="5504" y="5373"/>
                    </a:lnTo>
                    <a:lnTo>
                      <a:pt x="5337" y="5516"/>
                    </a:lnTo>
                    <a:lnTo>
                      <a:pt x="5170" y="5636"/>
                    </a:lnTo>
                    <a:lnTo>
                      <a:pt x="4991" y="5755"/>
                    </a:lnTo>
                    <a:lnTo>
                      <a:pt x="4812" y="5862"/>
                    </a:lnTo>
                    <a:lnTo>
                      <a:pt x="4621" y="5958"/>
                    </a:lnTo>
                    <a:lnTo>
                      <a:pt x="4418" y="6041"/>
                    </a:lnTo>
                    <a:lnTo>
                      <a:pt x="4215" y="6101"/>
                    </a:lnTo>
                    <a:lnTo>
                      <a:pt x="4012" y="6149"/>
                    </a:lnTo>
                    <a:lnTo>
                      <a:pt x="3761" y="6197"/>
                    </a:lnTo>
                    <a:lnTo>
                      <a:pt x="3498" y="6209"/>
                    </a:lnTo>
                    <a:lnTo>
                      <a:pt x="3248" y="6209"/>
                    </a:lnTo>
                    <a:lnTo>
                      <a:pt x="2985" y="6197"/>
                    </a:lnTo>
                    <a:lnTo>
                      <a:pt x="2734" y="6149"/>
                    </a:lnTo>
                    <a:lnTo>
                      <a:pt x="2495" y="6089"/>
                    </a:lnTo>
                    <a:lnTo>
                      <a:pt x="2245" y="6006"/>
                    </a:lnTo>
                    <a:lnTo>
                      <a:pt x="2018" y="5898"/>
                    </a:lnTo>
                    <a:lnTo>
                      <a:pt x="1791" y="5779"/>
                    </a:lnTo>
                    <a:lnTo>
                      <a:pt x="1576" y="5636"/>
                    </a:lnTo>
                    <a:lnTo>
                      <a:pt x="1540" y="5636"/>
                    </a:lnTo>
                    <a:lnTo>
                      <a:pt x="1469" y="5707"/>
                    </a:lnTo>
                    <a:lnTo>
                      <a:pt x="1385" y="5767"/>
                    </a:lnTo>
                    <a:lnTo>
                      <a:pt x="1301" y="5815"/>
                    </a:lnTo>
                    <a:lnTo>
                      <a:pt x="1206" y="5862"/>
                    </a:lnTo>
                    <a:lnTo>
                      <a:pt x="1015" y="5934"/>
                    </a:lnTo>
                    <a:lnTo>
                      <a:pt x="824" y="5970"/>
                    </a:lnTo>
                    <a:lnTo>
                      <a:pt x="633" y="5982"/>
                    </a:lnTo>
                    <a:lnTo>
                      <a:pt x="430" y="5970"/>
                    </a:lnTo>
                    <a:lnTo>
                      <a:pt x="334" y="5958"/>
                    </a:lnTo>
                    <a:lnTo>
                      <a:pt x="239" y="5934"/>
                    </a:lnTo>
                    <a:lnTo>
                      <a:pt x="143" y="5898"/>
                    </a:lnTo>
                    <a:lnTo>
                      <a:pt x="120" y="5890"/>
                    </a:lnTo>
                    <a:lnTo>
                      <a:pt x="120" y="5890"/>
                    </a:lnTo>
                    <a:lnTo>
                      <a:pt x="191" y="5862"/>
                    </a:lnTo>
                    <a:lnTo>
                      <a:pt x="334" y="5779"/>
                    </a:lnTo>
                    <a:lnTo>
                      <a:pt x="466" y="5683"/>
                    </a:lnTo>
                    <a:lnTo>
                      <a:pt x="585" y="5576"/>
                    </a:lnTo>
                    <a:lnTo>
                      <a:pt x="693" y="5456"/>
                    </a:lnTo>
                    <a:lnTo>
                      <a:pt x="788" y="5313"/>
                    </a:lnTo>
                    <a:lnTo>
                      <a:pt x="860" y="5170"/>
                    </a:lnTo>
                    <a:lnTo>
                      <a:pt x="917" y="5022"/>
                    </a:lnTo>
                    <a:lnTo>
                      <a:pt x="931" y="5015"/>
                    </a:lnTo>
                    <a:lnTo>
                      <a:pt x="919" y="4991"/>
                    </a:lnTo>
                    <a:lnTo>
                      <a:pt x="776" y="4776"/>
                    </a:lnTo>
                    <a:lnTo>
                      <a:pt x="645" y="4537"/>
                    </a:lnTo>
                    <a:lnTo>
                      <a:pt x="525" y="4310"/>
                    </a:lnTo>
                    <a:lnTo>
                      <a:pt x="442" y="4059"/>
                    </a:lnTo>
                    <a:lnTo>
                      <a:pt x="370" y="3809"/>
                    </a:lnTo>
                    <a:lnTo>
                      <a:pt x="322" y="3546"/>
                    </a:lnTo>
                    <a:lnTo>
                      <a:pt x="299" y="3283"/>
                    </a:lnTo>
                    <a:lnTo>
                      <a:pt x="299" y="3021"/>
                    </a:lnTo>
                    <a:lnTo>
                      <a:pt x="310" y="2806"/>
                    </a:lnTo>
                    <a:lnTo>
                      <a:pt x="346" y="2591"/>
                    </a:lnTo>
                    <a:lnTo>
                      <a:pt x="394" y="2376"/>
                    </a:lnTo>
                    <a:lnTo>
                      <a:pt x="454" y="2173"/>
                    </a:lnTo>
                    <a:lnTo>
                      <a:pt x="525" y="1970"/>
                    </a:lnTo>
                    <a:lnTo>
                      <a:pt x="621" y="1767"/>
                    </a:lnTo>
                    <a:lnTo>
                      <a:pt x="716" y="1576"/>
                    </a:lnTo>
                    <a:lnTo>
                      <a:pt x="836" y="1397"/>
                    </a:lnTo>
                    <a:lnTo>
                      <a:pt x="955" y="1230"/>
                    </a:lnTo>
                    <a:lnTo>
                      <a:pt x="1098" y="1063"/>
                    </a:lnTo>
                    <a:lnTo>
                      <a:pt x="1242" y="919"/>
                    </a:lnTo>
                    <a:lnTo>
                      <a:pt x="1397" y="776"/>
                    </a:lnTo>
                    <a:lnTo>
                      <a:pt x="1564" y="645"/>
                    </a:lnTo>
                    <a:lnTo>
                      <a:pt x="1743" y="525"/>
                    </a:lnTo>
                    <a:lnTo>
                      <a:pt x="1922" y="418"/>
                    </a:lnTo>
                    <a:lnTo>
                      <a:pt x="2113" y="322"/>
                    </a:lnTo>
                    <a:lnTo>
                      <a:pt x="2316" y="239"/>
                    </a:lnTo>
                    <a:lnTo>
                      <a:pt x="2519" y="179"/>
                    </a:lnTo>
                    <a:lnTo>
                      <a:pt x="2734" y="119"/>
                    </a:lnTo>
                    <a:lnTo>
                      <a:pt x="2961" y="84"/>
                    </a:lnTo>
                    <a:lnTo>
                      <a:pt x="3176" y="60"/>
                    </a:lnTo>
                    <a:close/>
                    <a:moveTo>
                      <a:pt x="3152" y="0"/>
                    </a:moveTo>
                    <a:lnTo>
                      <a:pt x="2925" y="24"/>
                    </a:lnTo>
                    <a:lnTo>
                      <a:pt x="2710" y="72"/>
                    </a:lnTo>
                    <a:lnTo>
                      <a:pt x="2483" y="119"/>
                    </a:lnTo>
                    <a:lnTo>
                      <a:pt x="2281" y="191"/>
                    </a:lnTo>
                    <a:lnTo>
                      <a:pt x="2078" y="275"/>
                    </a:lnTo>
                    <a:lnTo>
                      <a:pt x="1887" y="370"/>
                    </a:lnTo>
                    <a:lnTo>
                      <a:pt x="1707" y="478"/>
                    </a:lnTo>
                    <a:lnTo>
                      <a:pt x="1528" y="597"/>
                    </a:lnTo>
                    <a:lnTo>
                      <a:pt x="1349" y="728"/>
                    </a:lnTo>
                    <a:lnTo>
                      <a:pt x="1194" y="884"/>
                    </a:lnTo>
                    <a:lnTo>
                      <a:pt x="1039" y="1039"/>
                    </a:lnTo>
                    <a:lnTo>
                      <a:pt x="907" y="1206"/>
                    </a:lnTo>
                    <a:lnTo>
                      <a:pt x="776" y="1373"/>
                    </a:lnTo>
                    <a:lnTo>
                      <a:pt x="657" y="1564"/>
                    </a:lnTo>
                    <a:lnTo>
                      <a:pt x="561" y="1755"/>
                    </a:lnTo>
                    <a:lnTo>
                      <a:pt x="466" y="1946"/>
                    </a:lnTo>
                    <a:lnTo>
                      <a:pt x="394" y="2161"/>
                    </a:lnTo>
                    <a:lnTo>
                      <a:pt x="334" y="2364"/>
                    </a:lnTo>
                    <a:lnTo>
                      <a:pt x="287" y="2579"/>
                    </a:lnTo>
                    <a:lnTo>
                      <a:pt x="251" y="2830"/>
                    </a:lnTo>
                    <a:lnTo>
                      <a:pt x="239" y="3092"/>
                    </a:lnTo>
                    <a:lnTo>
                      <a:pt x="251" y="3343"/>
                    </a:lnTo>
                    <a:lnTo>
                      <a:pt x="275" y="3606"/>
                    </a:lnTo>
                    <a:lnTo>
                      <a:pt x="322" y="3857"/>
                    </a:lnTo>
                    <a:lnTo>
                      <a:pt x="394" y="4107"/>
                    </a:lnTo>
                    <a:lnTo>
                      <a:pt x="478" y="4346"/>
                    </a:lnTo>
                    <a:lnTo>
                      <a:pt x="597" y="4585"/>
                    </a:lnTo>
                    <a:lnTo>
                      <a:pt x="716" y="4812"/>
                    </a:lnTo>
                    <a:lnTo>
                      <a:pt x="865" y="5018"/>
                    </a:lnTo>
                    <a:lnTo>
                      <a:pt x="812" y="5146"/>
                    </a:lnTo>
                    <a:lnTo>
                      <a:pt x="740" y="5289"/>
                    </a:lnTo>
                    <a:lnTo>
                      <a:pt x="645" y="5409"/>
                    </a:lnTo>
                    <a:lnTo>
                      <a:pt x="549" y="5528"/>
                    </a:lnTo>
                    <a:lnTo>
                      <a:pt x="430" y="5636"/>
                    </a:lnTo>
                    <a:lnTo>
                      <a:pt x="310" y="5731"/>
                    </a:lnTo>
                    <a:lnTo>
                      <a:pt x="167" y="5803"/>
                    </a:lnTo>
                    <a:lnTo>
                      <a:pt x="24" y="5862"/>
                    </a:lnTo>
                    <a:lnTo>
                      <a:pt x="0" y="5874"/>
                    </a:lnTo>
                    <a:lnTo>
                      <a:pt x="0" y="5886"/>
                    </a:lnTo>
                    <a:lnTo>
                      <a:pt x="0" y="5898"/>
                    </a:lnTo>
                    <a:lnTo>
                      <a:pt x="12" y="5910"/>
                    </a:lnTo>
                    <a:lnTo>
                      <a:pt x="108" y="5958"/>
                    </a:lnTo>
                    <a:lnTo>
                      <a:pt x="215" y="5994"/>
                    </a:lnTo>
                    <a:lnTo>
                      <a:pt x="310" y="6018"/>
                    </a:lnTo>
                    <a:lnTo>
                      <a:pt x="418" y="6030"/>
                    </a:lnTo>
                    <a:lnTo>
                      <a:pt x="525" y="6041"/>
                    </a:lnTo>
                    <a:lnTo>
                      <a:pt x="728" y="6041"/>
                    </a:lnTo>
                    <a:lnTo>
                      <a:pt x="836" y="6030"/>
                    </a:lnTo>
                    <a:lnTo>
                      <a:pt x="931" y="6006"/>
                    </a:lnTo>
                    <a:lnTo>
                      <a:pt x="1039" y="5982"/>
                    </a:lnTo>
                    <a:lnTo>
                      <a:pt x="1134" y="5946"/>
                    </a:lnTo>
                    <a:lnTo>
                      <a:pt x="1230" y="5910"/>
                    </a:lnTo>
                    <a:lnTo>
                      <a:pt x="1325" y="5862"/>
                    </a:lnTo>
                    <a:lnTo>
                      <a:pt x="1421" y="5815"/>
                    </a:lnTo>
                    <a:lnTo>
                      <a:pt x="1504" y="5755"/>
                    </a:lnTo>
                    <a:lnTo>
                      <a:pt x="1572" y="5697"/>
                    </a:lnTo>
                    <a:lnTo>
                      <a:pt x="1572" y="5697"/>
                    </a:lnTo>
                    <a:lnTo>
                      <a:pt x="1779" y="5838"/>
                    </a:lnTo>
                    <a:lnTo>
                      <a:pt x="2018" y="5958"/>
                    </a:lnTo>
                    <a:lnTo>
                      <a:pt x="2257" y="6065"/>
                    </a:lnTo>
                    <a:lnTo>
                      <a:pt x="2519" y="6149"/>
                    </a:lnTo>
                    <a:lnTo>
                      <a:pt x="2770" y="6221"/>
                    </a:lnTo>
                    <a:lnTo>
                      <a:pt x="3045" y="6256"/>
                    </a:lnTo>
                    <a:lnTo>
                      <a:pt x="3307" y="6280"/>
                    </a:lnTo>
                    <a:lnTo>
                      <a:pt x="3582" y="6268"/>
                    </a:lnTo>
                    <a:lnTo>
                      <a:pt x="3797" y="6244"/>
                    </a:lnTo>
                    <a:lnTo>
                      <a:pt x="4012" y="6209"/>
                    </a:lnTo>
                    <a:lnTo>
                      <a:pt x="4227" y="6161"/>
                    </a:lnTo>
                    <a:lnTo>
                      <a:pt x="4442" y="6089"/>
                    </a:lnTo>
                    <a:lnTo>
                      <a:pt x="4645" y="6006"/>
                    </a:lnTo>
                    <a:lnTo>
                      <a:pt x="4848" y="5910"/>
                    </a:lnTo>
                    <a:lnTo>
                      <a:pt x="5039" y="5803"/>
                    </a:lnTo>
                    <a:lnTo>
                      <a:pt x="5218" y="5683"/>
                    </a:lnTo>
                    <a:lnTo>
                      <a:pt x="5385" y="5552"/>
                    </a:lnTo>
                    <a:lnTo>
                      <a:pt x="5552" y="5409"/>
                    </a:lnTo>
                    <a:lnTo>
                      <a:pt x="5695" y="5253"/>
                    </a:lnTo>
                    <a:lnTo>
                      <a:pt x="5839" y="5086"/>
                    </a:lnTo>
                    <a:lnTo>
                      <a:pt x="5970" y="4919"/>
                    </a:lnTo>
                    <a:lnTo>
                      <a:pt x="6077" y="4740"/>
                    </a:lnTo>
                    <a:lnTo>
                      <a:pt x="6185" y="4549"/>
                    </a:lnTo>
                    <a:lnTo>
                      <a:pt x="6268" y="4346"/>
                    </a:lnTo>
                    <a:lnTo>
                      <a:pt x="6352" y="4143"/>
                    </a:lnTo>
                    <a:lnTo>
                      <a:pt x="6412" y="3928"/>
                    </a:lnTo>
                    <a:lnTo>
                      <a:pt x="6471" y="3701"/>
                    </a:lnTo>
                    <a:lnTo>
                      <a:pt x="6495" y="3486"/>
                    </a:lnTo>
                    <a:lnTo>
                      <a:pt x="6519" y="3260"/>
                    </a:lnTo>
                    <a:lnTo>
                      <a:pt x="6519" y="3033"/>
                    </a:lnTo>
                    <a:lnTo>
                      <a:pt x="6495" y="2806"/>
                    </a:lnTo>
                    <a:lnTo>
                      <a:pt x="6471" y="2591"/>
                    </a:lnTo>
                    <a:lnTo>
                      <a:pt x="6424" y="2376"/>
                    </a:lnTo>
                    <a:lnTo>
                      <a:pt x="6364" y="2161"/>
                    </a:lnTo>
                    <a:lnTo>
                      <a:pt x="6292" y="1958"/>
                    </a:lnTo>
                    <a:lnTo>
                      <a:pt x="6197" y="1755"/>
                    </a:lnTo>
                    <a:lnTo>
                      <a:pt x="6101" y="1564"/>
                    </a:lnTo>
                    <a:lnTo>
                      <a:pt x="5982" y="1385"/>
                    </a:lnTo>
                    <a:lnTo>
                      <a:pt x="5850" y="1206"/>
                    </a:lnTo>
                    <a:lnTo>
                      <a:pt x="5719" y="1039"/>
                    </a:lnTo>
                    <a:lnTo>
                      <a:pt x="5564" y="884"/>
                    </a:lnTo>
                    <a:lnTo>
                      <a:pt x="5409" y="740"/>
                    </a:lnTo>
                    <a:lnTo>
                      <a:pt x="5242" y="609"/>
                    </a:lnTo>
                    <a:lnTo>
                      <a:pt x="5062" y="478"/>
                    </a:lnTo>
                    <a:lnTo>
                      <a:pt x="4871" y="370"/>
                    </a:lnTo>
                    <a:lnTo>
                      <a:pt x="4680" y="275"/>
                    </a:lnTo>
                    <a:lnTo>
                      <a:pt x="4477" y="191"/>
                    </a:lnTo>
                    <a:lnTo>
                      <a:pt x="4274" y="131"/>
                    </a:lnTo>
                    <a:lnTo>
                      <a:pt x="4060" y="72"/>
                    </a:lnTo>
                    <a:lnTo>
                      <a:pt x="3833" y="24"/>
                    </a:lnTo>
                    <a:lnTo>
                      <a:pt x="360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2" name="Google Shape;1122;p32"/>
              <p:cNvSpPr/>
              <p:nvPr/>
            </p:nvSpPr>
            <p:spPr>
              <a:xfrm>
                <a:off x="6733592" y="1861680"/>
                <a:ext cx="36666" cy="36666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82" extrusionOk="0">
                    <a:moveTo>
                      <a:pt x="335" y="1"/>
                    </a:moveTo>
                    <a:lnTo>
                      <a:pt x="276" y="13"/>
                    </a:lnTo>
                    <a:lnTo>
                      <a:pt x="204" y="25"/>
                    </a:lnTo>
                    <a:lnTo>
                      <a:pt x="144" y="61"/>
                    </a:lnTo>
                    <a:lnTo>
                      <a:pt x="96" y="96"/>
                    </a:lnTo>
                    <a:lnTo>
                      <a:pt x="61" y="156"/>
                    </a:lnTo>
                    <a:lnTo>
                      <a:pt x="25" y="204"/>
                    </a:lnTo>
                    <a:lnTo>
                      <a:pt x="1" y="276"/>
                    </a:lnTo>
                    <a:lnTo>
                      <a:pt x="1" y="347"/>
                    </a:lnTo>
                    <a:lnTo>
                      <a:pt x="1" y="407"/>
                    </a:lnTo>
                    <a:lnTo>
                      <a:pt x="25" y="478"/>
                    </a:lnTo>
                    <a:lnTo>
                      <a:pt x="61" y="538"/>
                    </a:lnTo>
                    <a:lnTo>
                      <a:pt x="96" y="586"/>
                    </a:lnTo>
                    <a:lnTo>
                      <a:pt x="144" y="622"/>
                    </a:lnTo>
                    <a:lnTo>
                      <a:pt x="204" y="658"/>
                    </a:lnTo>
                    <a:lnTo>
                      <a:pt x="276" y="681"/>
                    </a:lnTo>
                    <a:lnTo>
                      <a:pt x="407" y="681"/>
                    </a:lnTo>
                    <a:lnTo>
                      <a:pt x="478" y="658"/>
                    </a:lnTo>
                    <a:lnTo>
                      <a:pt x="526" y="622"/>
                    </a:lnTo>
                    <a:lnTo>
                      <a:pt x="586" y="586"/>
                    </a:lnTo>
                    <a:lnTo>
                      <a:pt x="622" y="538"/>
                    </a:lnTo>
                    <a:lnTo>
                      <a:pt x="658" y="478"/>
                    </a:lnTo>
                    <a:lnTo>
                      <a:pt x="670" y="407"/>
                    </a:lnTo>
                    <a:lnTo>
                      <a:pt x="681" y="347"/>
                    </a:lnTo>
                    <a:lnTo>
                      <a:pt x="670" y="276"/>
                    </a:lnTo>
                    <a:lnTo>
                      <a:pt x="658" y="204"/>
                    </a:lnTo>
                    <a:lnTo>
                      <a:pt x="622" y="156"/>
                    </a:lnTo>
                    <a:lnTo>
                      <a:pt x="586" y="96"/>
                    </a:lnTo>
                    <a:lnTo>
                      <a:pt x="526" y="61"/>
                    </a:lnTo>
                    <a:lnTo>
                      <a:pt x="478" y="25"/>
                    </a:lnTo>
                    <a:lnTo>
                      <a:pt x="407" y="13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3" name="Google Shape;1123;p32"/>
              <p:cNvSpPr/>
              <p:nvPr/>
            </p:nvSpPr>
            <p:spPr>
              <a:xfrm>
                <a:off x="6793321" y="1861680"/>
                <a:ext cx="36612" cy="36666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82" extrusionOk="0">
                    <a:moveTo>
                      <a:pt x="335" y="1"/>
                    </a:moveTo>
                    <a:lnTo>
                      <a:pt x="275" y="13"/>
                    </a:lnTo>
                    <a:lnTo>
                      <a:pt x="203" y="25"/>
                    </a:lnTo>
                    <a:lnTo>
                      <a:pt x="144" y="61"/>
                    </a:lnTo>
                    <a:lnTo>
                      <a:pt x="96" y="96"/>
                    </a:lnTo>
                    <a:lnTo>
                      <a:pt x="60" y="156"/>
                    </a:lnTo>
                    <a:lnTo>
                      <a:pt x="24" y="204"/>
                    </a:lnTo>
                    <a:lnTo>
                      <a:pt x="0" y="276"/>
                    </a:lnTo>
                    <a:lnTo>
                      <a:pt x="0" y="347"/>
                    </a:lnTo>
                    <a:lnTo>
                      <a:pt x="0" y="407"/>
                    </a:lnTo>
                    <a:lnTo>
                      <a:pt x="24" y="478"/>
                    </a:lnTo>
                    <a:lnTo>
                      <a:pt x="60" y="538"/>
                    </a:lnTo>
                    <a:lnTo>
                      <a:pt x="96" y="586"/>
                    </a:lnTo>
                    <a:lnTo>
                      <a:pt x="144" y="622"/>
                    </a:lnTo>
                    <a:lnTo>
                      <a:pt x="203" y="658"/>
                    </a:lnTo>
                    <a:lnTo>
                      <a:pt x="275" y="681"/>
                    </a:lnTo>
                    <a:lnTo>
                      <a:pt x="406" y="681"/>
                    </a:lnTo>
                    <a:lnTo>
                      <a:pt x="478" y="658"/>
                    </a:lnTo>
                    <a:lnTo>
                      <a:pt x="526" y="622"/>
                    </a:lnTo>
                    <a:lnTo>
                      <a:pt x="585" y="586"/>
                    </a:lnTo>
                    <a:lnTo>
                      <a:pt x="621" y="538"/>
                    </a:lnTo>
                    <a:lnTo>
                      <a:pt x="657" y="478"/>
                    </a:lnTo>
                    <a:lnTo>
                      <a:pt x="669" y="407"/>
                    </a:lnTo>
                    <a:lnTo>
                      <a:pt x="681" y="347"/>
                    </a:lnTo>
                    <a:lnTo>
                      <a:pt x="669" y="276"/>
                    </a:lnTo>
                    <a:lnTo>
                      <a:pt x="657" y="204"/>
                    </a:lnTo>
                    <a:lnTo>
                      <a:pt x="621" y="156"/>
                    </a:lnTo>
                    <a:lnTo>
                      <a:pt x="585" y="96"/>
                    </a:lnTo>
                    <a:lnTo>
                      <a:pt x="526" y="61"/>
                    </a:lnTo>
                    <a:lnTo>
                      <a:pt x="478" y="25"/>
                    </a:lnTo>
                    <a:lnTo>
                      <a:pt x="406" y="13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4" name="Google Shape;1124;p32"/>
              <p:cNvSpPr/>
              <p:nvPr/>
            </p:nvSpPr>
            <p:spPr>
              <a:xfrm>
                <a:off x="6852996" y="1861680"/>
                <a:ext cx="36666" cy="36666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82" extrusionOk="0">
                    <a:moveTo>
                      <a:pt x="335" y="1"/>
                    </a:moveTo>
                    <a:lnTo>
                      <a:pt x="275" y="13"/>
                    </a:lnTo>
                    <a:lnTo>
                      <a:pt x="204" y="25"/>
                    </a:lnTo>
                    <a:lnTo>
                      <a:pt x="144" y="61"/>
                    </a:lnTo>
                    <a:lnTo>
                      <a:pt x="96" y="96"/>
                    </a:lnTo>
                    <a:lnTo>
                      <a:pt x="60" y="156"/>
                    </a:lnTo>
                    <a:lnTo>
                      <a:pt x="25" y="204"/>
                    </a:lnTo>
                    <a:lnTo>
                      <a:pt x="1" y="276"/>
                    </a:lnTo>
                    <a:lnTo>
                      <a:pt x="1" y="347"/>
                    </a:lnTo>
                    <a:lnTo>
                      <a:pt x="1" y="407"/>
                    </a:lnTo>
                    <a:lnTo>
                      <a:pt x="25" y="478"/>
                    </a:lnTo>
                    <a:lnTo>
                      <a:pt x="60" y="538"/>
                    </a:lnTo>
                    <a:lnTo>
                      <a:pt x="96" y="586"/>
                    </a:lnTo>
                    <a:lnTo>
                      <a:pt x="144" y="622"/>
                    </a:lnTo>
                    <a:lnTo>
                      <a:pt x="204" y="658"/>
                    </a:lnTo>
                    <a:lnTo>
                      <a:pt x="275" y="681"/>
                    </a:lnTo>
                    <a:lnTo>
                      <a:pt x="407" y="681"/>
                    </a:lnTo>
                    <a:lnTo>
                      <a:pt x="466" y="658"/>
                    </a:lnTo>
                    <a:lnTo>
                      <a:pt x="526" y="622"/>
                    </a:lnTo>
                    <a:lnTo>
                      <a:pt x="586" y="586"/>
                    </a:lnTo>
                    <a:lnTo>
                      <a:pt x="622" y="538"/>
                    </a:lnTo>
                    <a:lnTo>
                      <a:pt x="657" y="478"/>
                    </a:lnTo>
                    <a:lnTo>
                      <a:pt x="669" y="407"/>
                    </a:lnTo>
                    <a:lnTo>
                      <a:pt x="681" y="347"/>
                    </a:lnTo>
                    <a:lnTo>
                      <a:pt x="669" y="276"/>
                    </a:lnTo>
                    <a:lnTo>
                      <a:pt x="657" y="204"/>
                    </a:lnTo>
                    <a:lnTo>
                      <a:pt x="622" y="156"/>
                    </a:lnTo>
                    <a:lnTo>
                      <a:pt x="586" y="96"/>
                    </a:lnTo>
                    <a:lnTo>
                      <a:pt x="526" y="61"/>
                    </a:lnTo>
                    <a:lnTo>
                      <a:pt x="466" y="25"/>
                    </a:lnTo>
                    <a:lnTo>
                      <a:pt x="407" y="13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125" name="Google Shape;1125;p32"/>
            <p:cNvSpPr/>
            <p:nvPr/>
          </p:nvSpPr>
          <p:spPr>
            <a:xfrm>
              <a:off x="6222350" y="1474376"/>
              <a:ext cx="303294" cy="291618"/>
            </a:xfrm>
            <a:custGeom>
              <a:avLst/>
              <a:gdLst/>
              <a:ahLst/>
              <a:cxnLst/>
              <a:rect l="l" t="t" r="r" b="b"/>
              <a:pathLst>
                <a:path w="6520" h="6269" extrusionOk="0">
                  <a:moveTo>
                    <a:pt x="3355" y="60"/>
                  </a:moveTo>
                  <a:lnTo>
                    <a:pt x="3570" y="84"/>
                  </a:lnTo>
                  <a:lnTo>
                    <a:pt x="3785" y="119"/>
                  </a:lnTo>
                  <a:lnTo>
                    <a:pt x="4000" y="179"/>
                  </a:lnTo>
                  <a:lnTo>
                    <a:pt x="4203" y="251"/>
                  </a:lnTo>
                  <a:lnTo>
                    <a:pt x="4394" y="322"/>
                  </a:lnTo>
                  <a:lnTo>
                    <a:pt x="4585" y="418"/>
                  </a:lnTo>
                  <a:lnTo>
                    <a:pt x="4776" y="525"/>
                  </a:lnTo>
                  <a:lnTo>
                    <a:pt x="4943" y="645"/>
                  </a:lnTo>
                  <a:lnTo>
                    <a:pt x="5111" y="776"/>
                  </a:lnTo>
                  <a:lnTo>
                    <a:pt x="5278" y="919"/>
                  </a:lnTo>
                  <a:lnTo>
                    <a:pt x="5421" y="1075"/>
                  </a:lnTo>
                  <a:lnTo>
                    <a:pt x="5564" y="1230"/>
                  </a:lnTo>
                  <a:lnTo>
                    <a:pt x="5684" y="1409"/>
                  </a:lnTo>
                  <a:lnTo>
                    <a:pt x="5803" y="1588"/>
                  </a:lnTo>
                  <a:lnTo>
                    <a:pt x="5899" y="1779"/>
                  </a:lnTo>
                  <a:lnTo>
                    <a:pt x="5994" y="1970"/>
                  </a:lnTo>
                  <a:lnTo>
                    <a:pt x="6066" y="2173"/>
                  </a:lnTo>
                  <a:lnTo>
                    <a:pt x="6125" y="2376"/>
                  </a:lnTo>
                  <a:lnTo>
                    <a:pt x="6173" y="2579"/>
                  </a:lnTo>
                  <a:lnTo>
                    <a:pt x="6197" y="2842"/>
                  </a:lnTo>
                  <a:lnTo>
                    <a:pt x="6221" y="3092"/>
                  </a:lnTo>
                  <a:lnTo>
                    <a:pt x="6209" y="3343"/>
                  </a:lnTo>
                  <a:lnTo>
                    <a:pt x="6185" y="3606"/>
                  </a:lnTo>
                  <a:lnTo>
                    <a:pt x="6125" y="3857"/>
                  </a:lnTo>
                  <a:lnTo>
                    <a:pt x="6066" y="4095"/>
                  </a:lnTo>
                  <a:lnTo>
                    <a:pt x="5970" y="4334"/>
                  </a:lnTo>
                  <a:lnTo>
                    <a:pt x="5863" y="4573"/>
                  </a:lnTo>
                  <a:lnTo>
                    <a:pt x="5731" y="4788"/>
                  </a:lnTo>
                  <a:lnTo>
                    <a:pt x="5588" y="4991"/>
                  </a:lnTo>
                  <a:lnTo>
                    <a:pt x="5588" y="5015"/>
                  </a:lnTo>
                  <a:lnTo>
                    <a:pt x="5648" y="5170"/>
                  </a:lnTo>
                  <a:lnTo>
                    <a:pt x="5719" y="5313"/>
                  </a:lnTo>
                  <a:lnTo>
                    <a:pt x="5815" y="5445"/>
                  </a:lnTo>
                  <a:lnTo>
                    <a:pt x="5922" y="5576"/>
                  </a:lnTo>
                  <a:lnTo>
                    <a:pt x="6042" y="5683"/>
                  </a:lnTo>
                  <a:lnTo>
                    <a:pt x="6173" y="5779"/>
                  </a:lnTo>
                  <a:lnTo>
                    <a:pt x="6328" y="5862"/>
                  </a:lnTo>
                  <a:lnTo>
                    <a:pt x="6399" y="5890"/>
                  </a:lnTo>
                  <a:lnTo>
                    <a:pt x="6399" y="5890"/>
                  </a:lnTo>
                  <a:lnTo>
                    <a:pt x="6376" y="5898"/>
                  </a:lnTo>
                  <a:lnTo>
                    <a:pt x="6281" y="5934"/>
                  </a:lnTo>
                  <a:lnTo>
                    <a:pt x="6185" y="5958"/>
                  </a:lnTo>
                  <a:lnTo>
                    <a:pt x="6078" y="5970"/>
                  </a:lnTo>
                  <a:lnTo>
                    <a:pt x="5887" y="5982"/>
                  </a:lnTo>
                  <a:lnTo>
                    <a:pt x="5684" y="5970"/>
                  </a:lnTo>
                  <a:lnTo>
                    <a:pt x="5493" y="5922"/>
                  </a:lnTo>
                  <a:lnTo>
                    <a:pt x="5302" y="5862"/>
                  </a:lnTo>
                  <a:lnTo>
                    <a:pt x="5218" y="5815"/>
                  </a:lnTo>
                  <a:lnTo>
                    <a:pt x="5134" y="5767"/>
                  </a:lnTo>
                  <a:lnTo>
                    <a:pt x="5051" y="5707"/>
                  </a:lnTo>
                  <a:lnTo>
                    <a:pt x="4967" y="5636"/>
                  </a:lnTo>
                  <a:lnTo>
                    <a:pt x="4931" y="5636"/>
                  </a:lnTo>
                  <a:lnTo>
                    <a:pt x="4705" y="5779"/>
                  </a:lnTo>
                  <a:lnTo>
                    <a:pt x="4478" y="5910"/>
                  </a:lnTo>
                  <a:lnTo>
                    <a:pt x="4239" y="6006"/>
                  </a:lnTo>
                  <a:lnTo>
                    <a:pt x="3988" y="6089"/>
                  </a:lnTo>
                  <a:lnTo>
                    <a:pt x="3726" y="6161"/>
                  </a:lnTo>
                  <a:lnTo>
                    <a:pt x="3463" y="6197"/>
                  </a:lnTo>
                  <a:lnTo>
                    <a:pt x="3200" y="6221"/>
                  </a:lnTo>
                  <a:lnTo>
                    <a:pt x="2938" y="6209"/>
                  </a:lnTo>
                  <a:lnTo>
                    <a:pt x="2723" y="6185"/>
                  </a:lnTo>
                  <a:lnTo>
                    <a:pt x="2508" y="6149"/>
                  </a:lnTo>
                  <a:lnTo>
                    <a:pt x="2293" y="6101"/>
                  </a:lnTo>
                  <a:lnTo>
                    <a:pt x="2090" y="6030"/>
                  </a:lnTo>
                  <a:lnTo>
                    <a:pt x="1899" y="5958"/>
                  </a:lnTo>
                  <a:lnTo>
                    <a:pt x="1696" y="5862"/>
                  </a:lnTo>
                  <a:lnTo>
                    <a:pt x="1517" y="5755"/>
                  </a:lnTo>
                  <a:lnTo>
                    <a:pt x="1338" y="5636"/>
                  </a:lnTo>
                  <a:lnTo>
                    <a:pt x="1171" y="5504"/>
                  </a:lnTo>
                  <a:lnTo>
                    <a:pt x="1003" y="5361"/>
                  </a:lnTo>
                  <a:lnTo>
                    <a:pt x="860" y="5218"/>
                  </a:lnTo>
                  <a:lnTo>
                    <a:pt x="729" y="5051"/>
                  </a:lnTo>
                  <a:lnTo>
                    <a:pt x="597" y="4883"/>
                  </a:lnTo>
                  <a:lnTo>
                    <a:pt x="490" y="4704"/>
                  </a:lnTo>
                  <a:lnTo>
                    <a:pt x="382" y="4525"/>
                  </a:lnTo>
                  <a:lnTo>
                    <a:pt x="299" y="4322"/>
                  </a:lnTo>
                  <a:lnTo>
                    <a:pt x="215" y="4119"/>
                  </a:lnTo>
                  <a:lnTo>
                    <a:pt x="156" y="3904"/>
                  </a:lnTo>
                  <a:lnTo>
                    <a:pt x="108" y="3689"/>
                  </a:lnTo>
                  <a:lnTo>
                    <a:pt x="72" y="3475"/>
                  </a:lnTo>
                  <a:lnTo>
                    <a:pt x="60" y="3248"/>
                  </a:lnTo>
                  <a:lnTo>
                    <a:pt x="60" y="3033"/>
                  </a:lnTo>
                  <a:lnTo>
                    <a:pt x="72" y="2806"/>
                  </a:lnTo>
                  <a:lnTo>
                    <a:pt x="108" y="2591"/>
                  </a:lnTo>
                  <a:lnTo>
                    <a:pt x="144" y="2388"/>
                  </a:lnTo>
                  <a:lnTo>
                    <a:pt x="203" y="2173"/>
                  </a:lnTo>
                  <a:lnTo>
                    <a:pt x="287" y="1982"/>
                  </a:lnTo>
                  <a:lnTo>
                    <a:pt x="371" y="1779"/>
                  </a:lnTo>
                  <a:lnTo>
                    <a:pt x="466" y="1600"/>
                  </a:lnTo>
                  <a:lnTo>
                    <a:pt x="585" y="1409"/>
                  </a:lnTo>
                  <a:lnTo>
                    <a:pt x="705" y="1242"/>
                  </a:lnTo>
                  <a:lnTo>
                    <a:pt x="848" y="1075"/>
                  </a:lnTo>
                  <a:lnTo>
                    <a:pt x="991" y="919"/>
                  </a:lnTo>
                  <a:lnTo>
                    <a:pt x="1147" y="776"/>
                  </a:lnTo>
                  <a:lnTo>
                    <a:pt x="1314" y="645"/>
                  </a:lnTo>
                  <a:lnTo>
                    <a:pt x="1493" y="525"/>
                  </a:lnTo>
                  <a:lnTo>
                    <a:pt x="1672" y="418"/>
                  </a:lnTo>
                  <a:lnTo>
                    <a:pt x="1863" y="334"/>
                  </a:lnTo>
                  <a:lnTo>
                    <a:pt x="2066" y="251"/>
                  </a:lnTo>
                  <a:lnTo>
                    <a:pt x="2269" y="179"/>
                  </a:lnTo>
                  <a:lnTo>
                    <a:pt x="2472" y="131"/>
                  </a:lnTo>
                  <a:lnTo>
                    <a:pt x="2699" y="84"/>
                  </a:lnTo>
                  <a:lnTo>
                    <a:pt x="2914" y="60"/>
                  </a:lnTo>
                  <a:close/>
                  <a:moveTo>
                    <a:pt x="2890" y="0"/>
                  </a:moveTo>
                  <a:lnTo>
                    <a:pt x="2663" y="36"/>
                  </a:lnTo>
                  <a:lnTo>
                    <a:pt x="2448" y="72"/>
                  </a:lnTo>
                  <a:lnTo>
                    <a:pt x="2245" y="119"/>
                  </a:lnTo>
                  <a:lnTo>
                    <a:pt x="2030" y="191"/>
                  </a:lnTo>
                  <a:lnTo>
                    <a:pt x="1827" y="275"/>
                  </a:lnTo>
                  <a:lnTo>
                    <a:pt x="1636" y="370"/>
                  </a:lnTo>
                  <a:lnTo>
                    <a:pt x="1445" y="490"/>
                  </a:lnTo>
                  <a:lnTo>
                    <a:pt x="1266" y="609"/>
                  </a:lnTo>
                  <a:lnTo>
                    <a:pt x="1099" y="740"/>
                  </a:lnTo>
                  <a:lnTo>
                    <a:pt x="944" y="896"/>
                  </a:lnTo>
                  <a:lnTo>
                    <a:pt x="788" y="1051"/>
                  </a:lnTo>
                  <a:lnTo>
                    <a:pt x="657" y="1218"/>
                  </a:lnTo>
                  <a:lnTo>
                    <a:pt x="526" y="1385"/>
                  </a:lnTo>
                  <a:lnTo>
                    <a:pt x="418" y="1576"/>
                  </a:lnTo>
                  <a:lnTo>
                    <a:pt x="311" y="1767"/>
                  </a:lnTo>
                  <a:lnTo>
                    <a:pt x="227" y="1958"/>
                  </a:lnTo>
                  <a:lnTo>
                    <a:pt x="144" y="2161"/>
                  </a:lnTo>
                  <a:lnTo>
                    <a:pt x="84" y="2376"/>
                  </a:lnTo>
                  <a:lnTo>
                    <a:pt x="36" y="2603"/>
                  </a:lnTo>
                  <a:lnTo>
                    <a:pt x="12" y="2830"/>
                  </a:lnTo>
                  <a:lnTo>
                    <a:pt x="0" y="3057"/>
                  </a:lnTo>
                  <a:lnTo>
                    <a:pt x="0" y="3283"/>
                  </a:lnTo>
                  <a:lnTo>
                    <a:pt x="12" y="3498"/>
                  </a:lnTo>
                  <a:lnTo>
                    <a:pt x="48" y="3725"/>
                  </a:lnTo>
                  <a:lnTo>
                    <a:pt x="96" y="3952"/>
                  </a:lnTo>
                  <a:lnTo>
                    <a:pt x="168" y="4155"/>
                  </a:lnTo>
                  <a:lnTo>
                    <a:pt x="239" y="4358"/>
                  </a:lnTo>
                  <a:lnTo>
                    <a:pt x="335" y="4549"/>
                  </a:lnTo>
                  <a:lnTo>
                    <a:pt x="442" y="4740"/>
                  </a:lnTo>
                  <a:lnTo>
                    <a:pt x="550" y="4919"/>
                  </a:lnTo>
                  <a:lnTo>
                    <a:pt x="681" y="5098"/>
                  </a:lnTo>
                  <a:lnTo>
                    <a:pt x="824" y="5265"/>
                  </a:lnTo>
                  <a:lnTo>
                    <a:pt x="979" y="5421"/>
                  </a:lnTo>
                  <a:lnTo>
                    <a:pt x="1135" y="5564"/>
                  </a:lnTo>
                  <a:lnTo>
                    <a:pt x="1314" y="5695"/>
                  </a:lnTo>
                  <a:lnTo>
                    <a:pt x="1493" y="5815"/>
                  </a:lnTo>
                  <a:lnTo>
                    <a:pt x="1684" y="5922"/>
                  </a:lnTo>
                  <a:lnTo>
                    <a:pt x="1875" y="6018"/>
                  </a:lnTo>
                  <a:lnTo>
                    <a:pt x="2078" y="6089"/>
                  </a:lnTo>
                  <a:lnTo>
                    <a:pt x="2281" y="6161"/>
                  </a:lnTo>
                  <a:lnTo>
                    <a:pt x="2496" y="6209"/>
                  </a:lnTo>
                  <a:lnTo>
                    <a:pt x="2758" y="6256"/>
                  </a:lnTo>
                  <a:lnTo>
                    <a:pt x="3009" y="6268"/>
                  </a:lnTo>
                  <a:lnTo>
                    <a:pt x="3272" y="6268"/>
                  </a:lnTo>
                  <a:lnTo>
                    <a:pt x="3523" y="6256"/>
                  </a:lnTo>
                  <a:lnTo>
                    <a:pt x="3785" y="6209"/>
                  </a:lnTo>
                  <a:lnTo>
                    <a:pt x="4024" y="6149"/>
                  </a:lnTo>
                  <a:lnTo>
                    <a:pt x="4275" y="6065"/>
                  </a:lnTo>
                  <a:lnTo>
                    <a:pt x="4514" y="5958"/>
                  </a:lnTo>
                  <a:lnTo>
                    <a:pt x="4740" y="5827"/>
                  </a:lnTo>
                  <a:lnTo>
                    <a:pt x="4947" y="5696"/>
                  </a:lnTo>
                  <a:lnTo>
                    <a:pt x="4947" y="5696"/>
                  </a:lnTo>
                  <a:lnTo>
                    <a:pt x="5015" y="5755"/>
                  </a:lnTo>
                  <a:lnTo>
                    <a:pt x="5099" y="5815"/>
                  </a:lnTo>
                  <a:lnTo>
                    <a:pt x="5182" y="5862"/>
                  </a:lnTo>
                  <a:lnTo>
                    <a:pt x="5278" y="5910"/>
                  </a:lnTo>
                  <a:lnTo>
                    <a:pt x="5373" y="5946"/>
                  </a:lnTo>
                  <a:lnTo>
                    <a:pt x="5481" y="5982"/>
                  </a:lnTo>
                  <a:lnTo>
                    <a:pt x="5576" y="6006"/>
                  </a:lnTo>
                  <a:lnTo>
                    <a:pt x="5684" y="6030"/>
                  </a:lnTo>
                  <a:lnTo>
                    <a:pt x="5779" y="6042"/>
                  </a:lnTo>
                  <a:lnTo>
                    <a:pt x="5994" y="6042"/>
                  </a:lnTo>
                  <a:lnTo>
                    <a:pt x="6090" y="6030"/>
                  </a:lnTo>
                  <a:lnTo>
                    <a:pt x="6197" y="6018"/>
                  </a:lnTo>
                  <a:lnTo>
                    <a:pt x="6305" y="5994"/>
                  </a:lnTo>
                  <a:lnTo>
                    <a:pt x="6400" y="5958"/>
                  </a:lnTo>
                  <a:lnTo>
                    <a:pt x="6477" y="5920"/>
                  </a:lnTo>
                  <a:lnTo>
                    <a:pt x="6477" y="5920"/>
                  </a:lnTo>
                  <a:lnTo>
                    <a:pt x="6484" y="5922"/>
                  </a:lnTo>
                  <a:lnTo>
                    <a:pt x="6484" y="5922"/>
                  </a:lnTo>
                  <a:lnTo>
                    <a:pt x="6483" y="5917"/>
                  </a:lnTo>
                  <a:lnTo>
                    <a:pt x="6483" y="5917"/>
                  </a:lnTo>
                  <a:lnTo>
                    <a:pt x="6496" y="5910"/>
                  </a:lnTo>
                  <a:lnTo>
                    <a:pt x="6507" y="5898"/>
                  </a:lnTo>
                  <a:lnTo>
                    <a:pt x="6519" y="5886"/>
                  </a:lnTo>
                  <a:lnTo>
                    <a:pt x="6507" y="5874"/>
                  </a:lnTo>
                  <a:lnTo>
                    <a:pt x="6496" y="5862"/>
                  </a:lnTo>
                  <a:lnTo>
                    <a:pt x="6340" y="5803"/>
                  </a:lnTo>
                  <a:lnTo>
                    <a:pt x="6209" y="5731"/>
                  </a:lnTo>
                  <a:lnTo>
                    <a:pt x="6078" y="5636"/>
                  </a:lnTo>
                  <a:lnTo>
                    <a:pt x="5970" y="5528"/>
                  </a:lnTo>
                  <a:lnTo>
                    <a:pt x="5863" y="5409"/>
                  </a:lnTo>
                  <a:lnTo>
                    <a:pt x="5779" y="5289"/>
                  </a:lnTo>
                  <a:lnTo>
                    <a:pt x="5708" y="5146"/>
                  </a:lnTo>
                  <a:lnTo>
                    <a:pt x="5651" y="5010"/>
                  </a:lnTo>
                  <a:lnTo>
                    <a:pt x="5791" y="4800"/>
                  </a:lnTo>
                  <a:lnTo>
                    <a:pt x="5922" y="4561"/>
                  </a:lnTo>
                  <a:lnTo>
                    <a:pt x="6042" y="4322"/>
                  </a:lnTo>
                  <a:lnTo>
                    <a:pt x="6125" y="4071"/>
                  </a:lnTo>
                  <a:lnTo>
                    <a:pt x="6197" y="3821"/>
                  </a:lnTo>
                  <a:lnTo>
                    <a:pt x="6245" y="3558"/>
                  </a:lnTo>
                  <a:lnTo>
                    <a:pt x="6269" y="3283"/>
                  </a:lnTo>
                  <a:lnTo>
                    <a:pt x="6269" y="3021"/>
                  </a:lnTo>
                  <a:lnTo>
                    <a:pt x="6257" y="2794"/>
                  </a:lnTo>
                  <a:lnTo>
                    <a:pt x="6221" y="2579"/>
                  </a:lnTo>
                  <a:lnTo>
                    <a:pt x="6185" y="2364"/>
                  </a:lnTo>
                  <a:lnTo>
                    <a:pt x="6113" y="2149"/>
                  </a:lnTo>
                  <a:lnTo>
                    <a:pt x="6042" y="1946"/>
                  </a:lnTo>
                  <a:lnTo>
                    <a:pt x="5946" y="1743"/>
                  </a:lnTo>
                  <a:lnTo>
                    <a:pt x="5851" y="1540"/>
                  </a:lnTo>
                  <a:lnTo>
                    <a:pt x="5731" y="1361"/>
                  </a:lnTo>
                  <a:lnTo>
                    <a:pt x="5600" y="1182"/>
                  </a:lnTo>
                  <a:lnTo>
                    <a:pt x="5457" y="1027"/>
                  </a:lnTo>
                  <a:lnTo>
                    <a:pt x="5314" y="872"/>
                  </a:lnTo>
                  <a:lnTo>
                    <a:pt x="5146" y="728"/>
                  </a:lnTo>
                  <a:lnTo>
                    <a:pt x="4979" y="597"/>
                  </a:lnTo>
                  <a:lnTo>
                    <a:pt x="4800" y="478"/>
                  </a:lnTo>
                  <a:lnTo>
                    <a:pt x="4609" y="358"/>
                  </a:lnTo>
                  <a:lnTo>
                    <a:pt x="4418" y="275"/>
                  </a:lnTo>
                  <a:lnTo>
                    <a:pt x="4215" y="179"/>
                  </a:lnTo>
                  <a:lnTo>
                    <a:pt x="4000" y="119"/>
                  </a:lnTo>
                  <a:lnTo>
                    <a:pt x="3785" y="60"/>
                  </a:lnTo>
                  <a:lnTo>
                    <a:pt x="3558" y="24"/>
                  </a:lnTo>
                  <a:lnTo>
                    <a:pt x="333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 flipH="1">
            <a:off x="729615" y="151765"/>
            <a:ext cx="7592060" cy="1121410"/>
          </a:xfrm>
        </p:spPr>
        <p:txBody>
          <a:bodyPr/>
          <a:lstStyle/>
          <a:p>
            <a:r>
              <a:rPr lang="en-US" altLang="en-GB" sz="1800" dirty="0">
                <a:solidFill>
                  <a:srgbClr val="002060"/>
                </a:solidFill>
                <a:latin typeface="Albert Sans ExtraBold" charset="0"/>
              </a:rPr>
              <a:t>Drivers of Customer Satisfaction</a:t>
            </a:r>
            <a:endParaRPr lang="en-US" altLang="en-GB" sz="1800" dirty="0">
              <a:solidFill>
                <a:srgbClr val="002060"/>
              </a:solidFill>
              <a:latin typeface="Albert Sans ExtraBold" charset="0"/>
            </a:endParaRPr>
          </a:p>
          <a:p>
            <a:endParaRPr lang="en-US" altLang="en-GB" sz="1800" dirty="0">
              <a:solidFill>
                <a:srgbClr val="002060"/>
              </a:solidFill>
              <a:latin typeface="Albert Sans ExtraBold" charset="0"/>
            </a:endParaRPr>
          </a:p>
          <a:p>
            <a:endParaRPr lang="en-US" altLang="en-GB" sz="1800" dirty="0">
              <a:solidFill>
                <a:srgbClr val="002060"/>
              </a:solidFill>
              <a:latin typeface="Albert Sans ExtraBold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5300" y="2698750"/>
            <a:ext cx="3944620" cy="1830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8" algn="l" fontAlgn="base">
              <a:buFont typeface="Arial" panose="020B0604020202020204" pitchFamily="34" charset="0"/>
              <a:buChar char="•"/>
            </a:pPr>
            <a:r>
              <a:rPr lang="en-IN" altLang="en-US" b="1" dirty="0"/>
              <a:t>I</a:t>
            </a:r>
            <a:r>
              <a:rPr lang="en-US" altLang="en-GB" b="1" dirty="0"/>
              <a:t>nsights from Correlations:</a:t>
            </a:r>
            <a:endParaRPr lang="en-US" altLang="en-GB" b="1" dirty="0"/>
          </a:p>
          <a:p>
            <a:pPr algn="l" fontAlgn="base">
              <a:buFont typeface="Arial" panose="020B0604020202020204" pitchFamily="34" charset="0"/>
              <a:buChar char="•"/>
            </a:pPr>
            <a:endParaRPr lang="en-US" altLang="en-GB" dirty="0"/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altLang="en-GB" dirty="0"/>
              <a:t>Calls resolved within SLA have higher CSAT (~5.6–6.0).</a:t>
            </a:r>
            <a:endParaRPr lang="en-US" altLang="en-GB" dirty="0"/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altLang="en-GB" dirty="0"/>
              <a:t>Longer call durations (&gt;30 mins) lower CSAT (~5.3–5.4).</a:t>
            </a:r>
            <a:endParaRPr lang="en-US" altLang="en-GB" dirty="0"/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altLang="en-GB" dirty="0"/>
              <a:t>Improving SLA compliance can increase CSAT by 15–20%.</a:t>
            </a:r>
            <a:endParaRPr lang="en-US" altLang="en-GB" dirty="0"/>
          </a:p>
          <a:p>
            <a:pPr algn="just" fontAlgn="base">
              <a:buFont typeface="Arial" panose="020B0604020202020204" pitchFamily="34" charset="0"/>
              <a:buChar char="•"/>
            </a:pPr>
            <a:endParaRPr lang="en-US" altLang="en-GB" dirty="0"/>
          </a:p>
          <a:p>
            <a:pPr indent="0" algn="just" fontAlgn="base">
              <a:buFont typeface="Arial" panose="020B0604020202020204" pitchFamily="34" charset="0"/>
              <a:buNone/>
            </a:pPr>
            <a:endParaRPr lang="en-IN" dirty="0"/>
          </a:p>
        </p:txBody>
      </p:sp>
      <p:pic>
        <p:nvPicPr>
          <p:cNvPr id="5" name="Picture 4" descr="Screenshot (2)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" y="552450"/>
            <a:ext cx="4220845" cy="2019300"/>
          </a:xfrm>
          <a:prstGeom prst="rect">
            <a:avLst/>
          </a:prstGeom>
        </p:spPr>
      </p:pic>
      <p:pic>
        <p:nvPicPr>
          <p:cNvPr id="8" name="Picture 7" descr="Screenshot (3)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770" y="614680"/>
            <a:ext cx="4289425" cy="195770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766310" y="2698115"/>
            <a:ext cx="3804285" cy="1938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fontAlgn="base">
              <a:buFont typeface="Arial" panose="020B0604020202020204" pitchFamily="34" charset="0"/>
              <a:buChar char="•"/>
            </a:pPr>
            <a:r>
              <a:rPr lang="en-IN" altLang="en-US" b="1" dirty="0">
                <a:sym typeface="+mn-ea"/>
              </a:rPr>
              <a:t>I</a:t>
            </a:r>
            <a:r>
              <a:rPr lang="en-US" altLang="en-GB" b="1" dirty="0">
                <a:sym typeface="+mn-ea"/>
              </a:rPr>
              <a:t>mprovement Areas:</a:t>
            </a:r>
            <a:endParaRPr lang="en-US" altLang="en-GB" b="1" dirty="0"/>
          </a:p>
          <a:p>
            <a:pPr algn="l" fontAlgn="base">
              <a:buFont typeface="Arial" panose="020B0604020202020204" pitchFamily="34" charset="0"/>
              <a:buChar char="•"/>
            </a:pPr>
            <a:endParaRPr lang="en-US" altLang="en-GB" dirty="0"/>
          </a:p>
          <a:p>
            <a:pPr lvl="8" algn="just" fontAlgn="base">
              <a:buFont typeface="Arial" panose="020B0604020202020204" pitchFamily="34" charset="0"/>
              <a:buChar char="•"/>
            </a:pPr>
            <a:r>
              <a:rPr lang="en-US" altLang="en-GB" dirty="0">
                <a:sym typeface="+mn-ea"/>
              </a:rPr>
              <a:t>Train slow-performing centers (Chennai, Mumbai).</a:t>
            </a:r>
            <a:endParaRPr lang="en-US" altLang="en-GB" dirty="0"/>
          </a:p>
          <a:p>
            <a:pPr algn="just" fontAlgn="base">
              <a:buFont typeface="Arial" panose="020B0604020202020204" pitchFamily="34" charset="0"/>
              <a:buChar char="•"/>
            </a:pPr>
            <a:endParaRPr lang="en-US" altLang="en-GB" dirty="0"/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altLang="en-GB" dirty="0">
                <a:sym typeface="+mn-ea"/>
              </a:rPr>
              <a:t>Introduce quick-resolution workflows &amp; self-service options.</a:t>
            </a:r>
            <a:endParaRPr lang="en-IN" dirty="0"/>
          </a:p>
          <a:p>
            <a:pPr algn="just"/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0341" y="247650"/>
            <a:ext cx="41916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GB" sz="1800" dirty="0">
                <a:solidFill>
                  <a:srgbClr val="002060"/>
                </a:solidFill>
                <a:latin typeface="Albert Sans ExtraBold" charset="0"/>
              </a:rPr>
              <a:t>Business Impact &amp; Recommendations</a:t>
            </a:r>
            <a:endParaRPr lang="en-US" altLang="en-GB" sz="1800" dirty="0">
              <a:solidFill>
                <a:srgbClr val="002060"/>
              </a:solidFill>
              <a:latin typeface="Albert Sans ExtraBold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6600" y="1110139"/>
            <a:ext cx="836295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en-GB" b="1" dirty="0"/>
              <a:t>Expected Impact:</a:t>
            </a:r>
            <a:endParaRPr lang="en-US" altLang="en-GB" b="1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en-GB" dirty="0"/>
              <a:t>Raising SLA compliance from 62% </a:t>
            </a:r>
            <a:r>
              <a:rPr lang="en-US" altLang="en-US" dirty="0"/>
              <a:t>→</a:t>
            </a:r>
            <a:r>
              <a:rPr lang="en-US" altLang="en-GB" dirty="0"/>
              <a:t> 80% may lift CSAT by ~20%.</a:t>
            </a:r>
            <a:endParaRPr lang="en-US" altLang="en-GB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en-GB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en-GB" dirty="0"/>
              <a:t>Improving positive sentiment from 21% </a:t>
            </a:r>
            <a:r>
              <a:rPr lang="en-US" altLang="en-US" dirty="0"/>
              <a:t>→</a:t>
            </a:r>
            <a:r>
              <a:rPr lang="en-US" altLang="en-GB" dirty="0"/>
              <a:t> 40% boosts retention by ~25%.</a:t>
            </a:r>
            <a:endParaRPr lang="en-US" altLang="en-GB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en-GB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en-GB" dirty="0"/>
              <a:t>Efficient service reduces churn and increases repeat orders.</a:t>
            </a:r>
            <a:endParaRPr lang="en-US" alt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altLang="en-US" dirty="0"/>
              <a:t>        </a:t>
            </a:r>
            <a:r>
              <a:rPr lang="en-IN" altLang="en-US" b="1" dirty="0"/>
              <a:t> </a:t>
            </a:r>
            <a:r>
              <a:rPr lang="en-US" altLang="en-GB" b="1" dirty="0"/>
              <a:t>Key Recommendations:</a:t>
            </a:r>
            <a:endParaRPr lang="en-US" altLang="en-GB" b="1" dirty="0"/>
          </a:p>
          <a:p>
            <a:endParaRPr lang="en-US" altLang="en-GB" dirty="0"/>
          </a:p>
          <a:p>
            <a:r>
              <a:rPr lang="en-IN" altLang="en-US" dirty="0"/>
              <a:t>         </a:t>
            </a:r>
            <a:r>
              <a:rPr lang="en-US" altLang="en-GB" dirty="0"/>
              <a:t>Improve SLA tracking and reduce waiting time.</a:t>
            </a:r>
            <a:endParaRPr lang="en-US" altLang="en-GB" dirty="0"/>
          </a:p>
          <a:p>
            <a:endParaRPr lang="en-US" altLang="en-GB" dirty="0"/>
          </a:p>
          <a:p>
            <a:r>
              <a:rPr lang="en-IN" altLang="en-US" dirty="0"/>
              <a:t>        </a:t>
            </a:r>
            <a:r>
              <a:rPr lang="en-US" altLang="en-GB" dirty="0"/>
              <a:t>Train agents in empathy and proactive issue handling.</a:t>
            </a:r>
            <a:endParaRPr lang="en-US" altLang="en-GB" dirty="0"/>
          </a:p>
          <a:p>
            <a:endParaRPr lang="en-US" altLang="en-GB" dirty="0"/>
          </a:p>
          <a:p>
            <a:r>
              <a:rPr lang="en-IN" altLang="en-US" dirty="0"/>
              <a:t>        </a:t>
            </a:r>
            <a:r>
              <a:rPr lang="en-US" altLang="en-GB" dirty="0"/>
              <a:t>Use dashboards to monitor CSAT &amp; sentiment weekly.</a:t>
            </a:r>
            <a:endParaRPr lang="en-US" altLang="en-GB" dirty="0"/>
          </a:p>
          <a:p>
            <a:endParaRPr lang="en-US" alt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 Program Project Proposal by Slidesgo">
  <a:themeElements>
    <a:clrScheme name="Simple Light">
      <a:dk1>
        <a:srgbClr val="494983"/>
      </a:dk1>
      <a:lt1>
        <a:srgbClr val="0A0A0A"/>
      </a:lt1>
      <a:dk2>
        <a:srgbClr val="D1EEEE"/>
      </a:dk2>
      <a:lt2>
        <a:srgbClr val="B4DDDD"/>
      </a:lt2>
      <a:accent1>
        <a:srgbClr val="E9EEC6"/>
      </a:accent1>
      <a:accent2>
        <a:srgbClr val="4D585C"/>
      </a:accent2>
      <a:accent3>
        <a:srgbClr val="FFFFFF"/>
      </a:accent3>
      <a:accent4>
        <a:srgbClr val="73C7C7"/>
      </a:accent4>
      <a:accent5>
        <a:srgbClr val="6767AC"/>
      </a:accent5>
      <a:accent6>
        <a:srgbClr val="C5E7E7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1478</Words>
  <Application>WPS Presentation</Application>
  <PresentationFormat>On-screen Show (16:9)</PresentationFormat>
  <Paragraphs>69</Paragraphs>
  <Slides>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5" baseType="lpstr">
      <vt:lpstr>Arial</vt:lpstr>
      <vt:lpstr>SimSun</vt:lpstr>
      <vt:lpstr>Wingdings</vt:lpstr>
      <vt:lpstr>Arial</vt:lpstr>
      <vt:lpstr>Albert Sans ExtraBold</vt:lpstr>
      <vt:lpstr>Albert Sans</vt:lpstr>
      <vt:lpstr>Segoe Print</vt:lpstr>
      <vt:lpstr>Outfit</vt:lpstr>
      <vt:lpstr>Loved by the King</vt:lpstr>
      <vt:lpstr>Mulish SemiBold</vt:lpstr>
      <vt:lpstr>Roboto Condensed Light</vt:lpstr>
      <vt:lpstr>Nunito Light</vt:lpstr>
      <vt:lpstr>Calibri</vt:lpstr>
      <vt:lpstr>Albert Sans ExtraBold</vt:lpstr>
      <vt:lpstr>Microsoft YaHei</vt:lpstr>
      <vt:lpstr>Arial Unicode MS</vt:lpstr>
      <vt:lpstr>Calibri</vt:lpstr>
      <vt:lpstr>Aptos Narrow</vt:lpstr>
      <vt:lpstr>Segoe UI Variable Display</vt:lpstr>
      <vt:lpstr>Work Program Project Proposal by Slidesgo</vt:lpstr>
      <vt:lpstr>INTRODUCTION</vt:lpstr>
      <vt:lpstr>SPECIFICATIONS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Pranoti Kakade</dc:creator>
  <cp:lastModifiedBy>441 Pawar Shivani Jagdish</cp:lastModifiedBy>
  <cp:revision>6</cp:revision>
  <dcterms:created xsi:type="dcterms:W3CDTF">2025-10-10T10:12:10Z</dcterms:created>
  <dcterms:modified xsi:type="dcterms:W3CDTF">2025-10-10T12:04:03Z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0377A128BABC45D29848718CAAF65CF6_13</vt:lpwstr>
  </property>
  <property fmtid="{D5CDD505-2E9C-101B-9397-08002B2CF9AE}" pid="3" name="KSOProductBuildVer">
    <vt:lpwstr>2057-12.2.0.22556</vt:lpwstr>
  </property>
</Properties>
</file>